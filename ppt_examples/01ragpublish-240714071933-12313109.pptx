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5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753" y="0"/>
            <a:ext cx="15104199" cy="113085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" y="0"/>
            <a:ext cx="7804150" cy="11308715"/>
          </a:xfrm>
          <a:custGeom>
            <a:avLst/>
            <a:gdLst/>
            <a:ahLst/>
            <a:cxnLst/>
            <a:rect l="l" t="t" r="r" b="b"/>
            <a:pathLst>
              <a:path w="7804150" h="11308715">
                <a:moveTo>
                  <a:pt x="7803940" y="0"/>
                </a:moveTo>
                <a:lnTo>
                  <a:pt x="0" y="0"/>
                </a:lnTo>
                <a:lnTo>
                  <a:pt x="0" y="11308556"/>
                </a:lnTo>
                <a:lnTo>
                  <a:pt x="4898709" y="11308556"/>
                </a:lnTo>
                <a:lnTo>
                  <a:pt x="7803940" y="0"/>
                </a:lnTo>
                <a:close/>
              </a:path>
            </a:pathLst>
          </a:custGeom>
          <a:solidFill>
            <a:srgbClr val="FBF0E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043973" cy="113085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0981864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0454" y="1112255"/>
            <a:ext cx="3573145" cy="6540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1208" y="1808641"/>
            <a:ext cx="18183860" cy="4550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24.png"/><Relationship Id="rId12" Type="http://schemas.openxmlformats.org/officeDocument/2006/relationships/image" Target="../media/image34.png"/><Relationship Id="rId2" Type="http://schemas.openxmlformats.org/officeDocument/2006/relationships/image" Target="../media/image27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20.png"/><Relationship Id="rId10" Type="http://schemas.openxmlformats.org/officeDocument/2006/relationships/image" Target="../media/image32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1648" y="2699677"/>
            <a:ext cx="9623801" cy="57342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4750"/>
              </a:lnSpc>
              <a:spcBef>
                <a:spcPts val="114"/>
              </a:spcBef>
            </a:pPr>
            <a:r>
              <a:rPr sz="18525" spc="-727" baseline="-1349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</a:t>
            </a:r>
            <a:r>
              <a:rPr sz="18525" spc="-3750" baseline="-1349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8250" spc="-70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etrieval</a:t>
            </a:r>
            <a:endParaRPr sz="8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2700" marR="5080">
              <a:lnSpc>
                <a:spcPts val="14840"/>
              </a:lnSpc>
              <a:spcBef>
                <a:spcPts val="204"/>
              </a:spcBef>
            </a:pPr>
            <a:r>
              <a:rPr sz="18525" spc="1492" baseline="-2024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r>
              <a:rPr sz="8250" spc="-425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rgumented</a:t>
            </a:r>
            <a:r>
              <a:rPr sz="8250" spc="-285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8525" spc="1777" baseline="-2024" dirty="0">
                <a:solidFill>
                  <a:srgbClr val="1A1A1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</a:t>
            </a:r>
            <a:r>
              <a:rPr sz="8250" spc="-235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ene</a:t>
            </a:r>
            <a:r>
              <a:rPr sz="8250" spc="-370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</a:t>
            </a:r>
            <a:r>
              <a:rPr sz="8250" spc="-235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ation</a:t>
            </a:r>
            <a:endParaRPr sz="8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804150" cy="220345"/>
            <a:chOff x="0" y="0"/>
            <a:chExt cx="7804150" cy="2203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804150" cy="0"/>
            </a:xfrm>
            <a:custGeom>
              <a:avLst/>
              <a:gdLst/>
              <a:ahLst/>
              <a:cxnLst/>
              <a:rect l="l" t="t" r="r" b="b"/>
              <a:pathLst>
                <a:path w="7804150">
                  <a:moveTo>
                    <a:pt x="7803940" y="0"/>
                  </a:moveTo>
                  <a:lnTo>
                    <a:pt x="0" y="0"/>
                  </a:lnTo>
                  <a:lnTo>
                    <a:pt x="7803940" y="0"/>
                  </a:lnTo>
                  <a:close/>
                </a:path>
              </a:pathLst>
            </a:custGeom>
            <a:solidFill>
              <a:srgbClr val="FBF0E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043973" cy="22009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088928"/>
            <a:ext cx="3990663" cy="21962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55227" y="2842154"/>
            <a:ext cx="18152110" cy="2600325"/>
            <a:chOff x="955227" y="2842154"/>
            <a:chExt cx="18152110" cy="2600325"/>
          </a:xfrm>
        </p:grpSpPr>
        <p:sp>
          <p:nvSpPr>
            <p:cNvPr id="7" name="object 7"/>
            <p:cNvSpPr/>
            <p:nvPr/>
          </p:nvSpPr>
          <p:spPr>
            <a:xfrm>
              <a:off x="13374367" y="2842154"/>
              <a:ext cx="5732780" cy="2600325"/>
            </a:xfrm>
            <a:custGeom>
              <a:avLst/>
              <a:gdLst/>
              <a:ahLst/>
              <a:cxnLst/>
              <a:rect l="l" t="t" r="r" b="b"/>
              <a:pathLst>
                <a:path w="5732780" h="2600325">
                  <a:moveTo>
                    <a:pt x="5732453" y="0"/>
                  </a:moveTo>
                  <a:lnTo>
                    <a:pt x="0" y="0"/>
                  </a:lnTo>
                  <a:lnTo>
                    <a:pt x="0" y="2599732"/>
                  </a:lnTo>
                  <a:lnTo>
                    <a:pt x="5732453" y="2599732"/>
                  </a:lnTo>
                  <a:lnTo>
                    <a:pt x="5732453" y="0"/>
                  </a:lnTo>
                  <a:close/>
                </a:path>
              </a:pathLst>
            </a:custGeom>
            <a:solidFill>
              <a:srgbClr val="FFF1ED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6368852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0"/>
                  </a:moveTo>
                  <a:lnTo>
                    <a:pt x="130456" y="0"/>
                  </a:lnTo>
                  <a:lnTo>
                    <a:pt x="79676" y="10251"/>
                  </a:lnTo>
                  <a:lnTo>
                    <a:pt x="38209" y="38210"/>
                  </a:lnTo>
                  <a:lnTo>
                    <a:pt x="10251" y="79681"/>
                  </a:lnTo>
                  <a:lnTo>
                    <a:pt x="0" y="130467"/>
                  </a:lnTo>
                  <a:lnTo>
                    <a:pt x="0" y="1748868"/>
                  </a:lnTo>
                  <a:lnTo>
                    <a:pt x="10251" y="1799654"/>
                  </a:lnTo>
                  <a:lnTo>
                    <a:pt x="38209" y="1841124"/>
                  </a:lnTo>
                  <a:lnTo>
                    <a:pt x="79676" y="1869083"/>
                  </a:lnTo>
                  <a:lnTo>
                    <a:pt x="130456" y="1879335"/>
                  </a:lnTo>
                  <a:lnTo>
                    <a:pt x="1298808" y="1879335"/>
                  </a:lnTo>
                  <a:lnTo>
                    <a:pt x="1349588" y="1869083"/>
                  </a:lnTo>
                  <a:lnTo>
                    <a:pt x="1391055" y="1841124"/>
                  </a:lnTo>
                  <a:lnTo>
                    <a:pt x="1419013" y="1799654"/>
                  </a:lnTo>
                  <a:lnTo>
                    <a:pt x="1429265" y="1748868"/>
                  </a:lnTo>
                  <a:lnTo>
                    <a:pt x="1429265" y="130467"/>
                  </a:lnTo>
                  <a:lnTo>
                    <a:pt x="1419013" y="79681"/>
                  </a:lnTo>
                  <a:lnTo>
                    <a:pt x="1391055" y="38210"/>
                  </a:lnTo>
                  <a:lnTo>
                    <a:pt x="1349588" y="10251"/>
                  </a:lnTo>
                  <a:lnTo>
                    <a:pt x="1298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368852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1879335"/>
                  </a:moveTo>
                  <a:lnTo>
                    <a:pt x="130456" y="1879335"/>
                  </a:lnTo>
                  <a:lnTo>
                    <a:pt x="79676" y="1869083"/>
                  </a:lnTo>
                  <a:lnTo>
                    <a:pt x="38209" y="1841124"/>
                  </a:lnTo>
                  <a:lnTo>
                    <a:pt x="10251" y="1799654"/>
                  </a:lnTo>
                  <a:lnTo>
                    <a:pt x="0" y="1748868"/>
                  </a:lnTo>
                  <a:lnTo>
                    <a:pt x="0" y="130467"/>
                  </a:lnTo>
                  <a:lnTo>
                    <a:pt x="10251" y="79681"/>
                  </a:lnTo>
                  <a:lnTo>
                    <a:pt x="38209" y="38210"/>
                  </a:lnTo>
                  <a:lnTo>
                    <a:pt x="79676" y="10251"/>
                  </a:lnTo>
                  <a:lnTo>
                    <a:pt x="130456" y="0"/>
                  </a:lnTo>
                  <a:lnTo>
                    <a:pt x="1298808" y="0"/>
                  </a:lnTo>
                  <a:lnTo>
                    <a:pt x="1349588" y="10251"/>
                  </a:lnTo>
                  <a:lnTo>
                    <a:pt x="1391055" y="38210"/>
                  </a:lnTo>
                  <a:lnTo>
                    <a:pt x="1419013" y="79681"/>
                  </a:lnTo>
                  <a:lnTo>
                    <a:pt x="1429265" y="130467"/>
                  </a:lnTo>
                  <a:lnTo>
                    <a:pt x="1429265" y="1748868"/>
                  </a:lnTo>
                  <a:lnTo>
                    <a:pt x="1419013" y="1799654"/>
                  </a:lnTo>
                  <a:lnTo>
                    <a:pt x="1391055" y="1841124"/>
                  </a:lnTo>
                  <a:lnTo>
                    <a:pt x="1349588" y="1869083"/>
                  </a:lnTo>
                  <a:lnTo>
                    <a:pt x="1298808" y="1879335"/>
                  </a:lnTo>
                  <a:close/>
                </a:path>
              </a:pathLst>
            </a:custGeom>
            <a:ln w="785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523822" y="4189461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7165927" y="4063315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6523822" y="431560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6523822" y="4441751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6523822" y="456789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6523822" y="4694042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6523822" y="4820188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6523822" y="4946333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7165927" y="3811024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7165927" y="3937170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523832" y="3756377"/>
              <a:ext cx="566420" cy="340995"/>
            </a:xfrm>
            <a:custGeom>
              <a:avLst/>
              <a:gdLst/>
              <a:ahLst/>
              <a:cxnLst/>
              <a:rect l="l" t="t" r="r" b="b"/>
              <a:pathLst>
                <a:path w="566419" h="340995">
                  <a:moveTo>
                    <a:pt x="566359" y="0"/>
                  </a:moveTo>
                  <a:lnTo>
                    <a:pt x="0" y="0"/>
                  </a:lnTo>
                  <a:lnTo>
                    <a:pt x="0" y="340596"/>
                  </a:lnTo>
                  <a:lnTo>
                    <a:pt x="566359" y="340596"/>
                  </a:lnTo>
                  <a:lnTo>
                    <a:pt x="5663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955227" y="2842154"/>
              <a:ext cx="12328525" cy="2600325"/>
            </a:xfrm>
            <a:custGeom>
              <a:avLst/>
              <a:gdLst/>
              <a:ahLst/>
              <a:cxnLst/>
              <a:rect l="l" t="t" r="r" b="b"/>
              <a:pathLst>
                <a:path w="12328525" h="2600325">
                  <a:moveTo>
                    <a:pt x="12328263" y="0"/>
                  </a:moveTo>
                  <a:lnTo>
                    <a:pt x="0" y="0"/>
                  </a:lnTo>
                  <a:lnTo>
                    <a:pt x="0" y="2599732"/>
                  </a:lnTo>
                  <a:lnTo>
                    <a:pt x="12328263" y="2599732"/>
                  </a:lnTo>
                  <a:lnTo>
                    <a:pt x="12328263" y="0"/>
                  </a:lnTo>
                  <a:close/>
                </a:path>
              </a:pathLst>
            </a:custGeom>
            <a:solidFill>
              <a:srgbClr val="F4E4D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401639" y="3181852"/>
              <a:ext cx="1853564" cy="1853564"/>
            </a:xfrm>
            <a:custGeom>
              <a:avLst/>
              <a:gdLst/>
              <a:ahLst/>
              <a:cxnLst/>
              <a:rect l="l" t="t" r="r" b="b"/>
              <a:pathLst>
                <a:path w="1853564" h="1853564">
                  <a:moveTo>
                    <a:pt x="926746" y="0"/>
                  </a:moveTo>
                  <a:lnTo>
                    <a:pt x="879061" y="1205"/>
                  </a:lnTo>
                  <a:lnTo>
                    <a:pt x="832002" y="4783"/>
                  </a:lnTo>
                  <a:lnTo>
                    <a:pt x="785626" y="10674"/>
                  </a:lnTo>
                  <a:lnTo>
                    <a:pt x="739993" y="18822"/>
                  </a:lnTo>
                  <a:lnTo>
                    <a:pt x="695159" y="29167"/>
                  </a:lnTo>
                  <a:lnTo>
                    <a:pt x="651184" y="41651"/>
                  </a:lnTo>
                  <a:lnTo>
                    <a:pt x="608125" y="56217"/>
                  </a:lnTo>
                  <a:lnTo>
                    <a:pt x="566041" y="72806"/>
                  </a:lnTo>
                  <a:lnTo>
                    <a:pt x="524991" y="91359"/>
                  </a:lnTo>
                  <a:lnTo>
                    <a:pt x="485032" y="111819"/>
                  </a:lnTo>
                  <a:lnTo>
                    <a:pt x="446223" y="134128"/>
                  </a:lnTo>
                  <a:lnTo>
                    <a:pt x="408621" y="158227"/>
                  </a:lnTo>
                  <a:lnTo>
                    <a:pt x="372286" y="184058"/>
                  </a:lnTo>
                  <a:lnTo>
                    <a:pt x="337276" y="211563"/>
                  </a:lnTo>
                  <a:lnTo>
                    <a:pt x="303648" y="240684"/>
                  </a:lnTo>
                  <a:lnTo>
                    <a:pt x="271461" y="271362"/>
                  </a:lnTo>
                  <a:lnTo>
                    <a:pt x="240774" y="303539"/>
                  </a:lnTo>
                  <a:lnTo>
                    <a:pt x="211644" y="337158"/>
                  </a:lnTo>
                  <a:lnTo>
                    <a:pt x="184130" y="372159"/>
                  </a:lnTo>
                  <a:lnTo>
                    <a:pt x="158290" y="408485"/>
                  </a:lnTo>
                  <a:lnTo>
                    <a:pt x="134183" y="446078"/>
                  </a:lnTo>
                  <a:lnTo>
                    <a:pt x="111866" y="484879"/>
                  </a:lnTo>
                  <a:lnTo>
                    <a:pt x="91398" y="524830"/>
                  </a:lnTo>
                  <a:lnTo>
                    <a:pt x="72837" y="565873"/>
                  </a:lnTo>
                  <a:lnTo>
                    <a:pt x="56241" y="607950"/>
                  </a:lnTo>
                  <a:lnTo>
                    <a:pt x="41670" y="651003"/>
                  </a:lnTo>
                  <a:lnTo>
                    <a:pt x="29180" y="694973"/>
                  </a:lnTo>
                  <a:lnTo>
                    <a:pt x="18830" y="739802"/>
                  </a:lnTo>
                  <a:lnTo>
                    <a:pt x="10679" y="785432"/>
                  </a:lnTo>
                  <a:lnTo>
                    <a:pt x="4785" y="831805"/>
                  </a:lnTo>
                  <a:lnTo>
                    <a:pt x="1206" y="878863"/>
                  </a:lnTo>
                  <a:lnTo>
                    <a:pt x="0" y="926547"/>
                  </a:lnTo>
                  <a:lnTo>
                    <a:pt x="1358" y="977108"/>
                  </a:lnTo>
                  <a:lnTo>
                    <a:pt x="5385" y="1026951"/>
                  </a:lnTo>
                  <a:lnTo>
                    <a:pt x="12010" y="1076009"/>
                  </a:lnTo>
                  <a:lnTo>
                    <a:pt x="21163" y="1124214"/>
                  </a:lnTo>
                  <a:lnTo>
                    <a:pt x="32772" y="1171501"/>
                  </a:lnTo>
                  <a:lnTo>
                    <a:pt x="46767" y="1217801"/>
                  </a:lnTo>
                  <a:lnTo>
                    <a:pt x="63077" y="1263048"/>
                  </a:lnTo>
                  <a:lnTo>
                    <a:pt x="81631" y="1307174"/>
                  </a:lnTo>
                  <a:lnTo>
                    <a:pt x="102358" y="1350111"/>
                  </a:lnTo>
                  <a:lnTo>
                    <a:pt x="125187" y="1391794"/>
                  </a:lnTo>
                  <a:lnTo>
                    <a:pt x="150047" y="1432155"/>
                  </a:lnTo>
                  <a:lnTo>
                    <a:pt x="171641" y="1463905"/>
                  </a:lnTo>
                  <a:lnTo>
                    <a:pt x="194569" y="1494760"/>
                  </a:lnTo>
                  <a:lnTo>
                    <a:pt x="219142" y="1524994"/>
                  </a:lnTo>
                  <a:lnTo>
                    <a:pt x="245050" y="1554183"/>
                  </a:lnTo>
                  <a:lnTo>
                    <a:pt x="281641" y="1591623"/>
                  </a:lnTo>
                  <a:lnTo>
                    <a:pt x="317932" y="1625014"/>
                  </a:lnTo>
                  <a:lnTo>
                    <a:pt x="343036" y="1646002"/>
                  </a:lnTo>
                  <a:lnTo>
                    <a:pt x="356558" y="1656881"/>
                  </a:lnTo>
                  <a:lnTo>
                    <a:pt x="414827" y="1698914"/>
                  </a:lnTo>
                  <a:lnTo>
                    <a:pt x="448816" y="1720240"/>
                  </a:lnTo>
                  <a:lnTo>
                    <a:pt x="466258" y="1730271"/>
                  </a:lnTo>
                  <a:lnTo>
                    <a:pt x="470027" y="1732659"/>
                  </a:lnTo>
                  <a:lnTo>
                    <a:pt x="503992" y="1750922"/>
                  </a:lnTo>
                  <a:lnTo>
                    <a:pt x="557354" y="1776182"/>
                  </a:lnTo>
                  <a:lnTo>
                    <a:pt x="615970" y="1799433"/>
                  </a:lnTo>
                  <a:lnTo>
                    <a:pt x="680067" y="1819702"/>
                  </a:lnTo>
                  <a:lnTo>
                    <a:pt x="724262" y="1830660"/>
                  </a:lnTo>
                  <a:lnTo>
                    <a:pt x="779750" y="1841328"/>
                  </a:lnTo>
                  <a:lnTo>
                    <a:pt x="822083" y="1847151"/>
                  </a:lnTo>
                  <a:lnTo>
                    <a:pt x="864112" y="1850997"/>
                  </a:lnTo>
                  <a:lnTo>
                    <a:pt x="905770" y="1852868"/>
                  </a:lnTo>
                  <a:lnTo>
                    <a:pt x="926746" y="1853095"/>
                  </a:lnTo>
                  <a:lnTo>
                    <a:pt x="975449" y="1851838"/>
                  </a:lnTo>
                  <a:lnTo>
                    <a:pt x="1023459" y="1848103"/>
                  </a:lnTo>
                  <a:lnTo>
                    <a:pt x="1070761" y="1841945"/>
                  </a:lnTo>
                  <a:lnTo>
                    <a:pt x="1117337" y="1833420"/>
                  </a:lnTo>
                  <a:lnTo>
                    <a:pt x="1180241" y="1817993"/>
                  </a:lnTo>
                  <a:lnTo>
                    <a:pt x="1241354" y="1798238"/>
                  </a:lnTo>
                  <a:lnTo>
                    <a:pt x="1286200" y="1780677"/>
                  </a:lnTo>
                  <a:lnTo>
                    <a:pt x="1336357" y="1757894"/>
                  </a:lnTo>
                  <a:lnTo>
                    <a:pt x="1388304" y="1730122"/>
                  </a:lnTo>
                  <a:lnTo>
                    <a:pt x="1426584" y="1706618"/>
                  </a:lnTo>
                  <a:lnTo>
                    <a:pt x="1430762" y="1704241"/>
                  </a:lnTo>
                  <a:lnTo>
                    <a:pt x="1471793" y="1675902"/>
                  </a:lnTo>
                  <a:lnTo>
                    <a:pt x="1509833" y="1646771"/>
                  </a:lnTo>
                  <a:lnTo>
                    <a:pt x="1558343" y="1604677"/>
                  </a:lnTo>
                  <a:lnTo>
                    <a:pt x="1595305" y="1568211"/>
                  </a:lnTo>
                  <a:lnTo>
                    <a:pt x="1622272" y="1538861"/>
                  </a:lnTo>
                  <a:lnTo>
                    <a:pt x="1665672" y="1485753"/>
                  </a:lnTo>
                  <a:lnTo>
                    <a:pt x="1694085" y="1446129"/>
                  </a:lnTo>
                  <a:lnTo>
                    <a:pt x="1720432" y="1404979"/>
                  </a:lnTo>
                  <a:lnTo>
                    <a:pt x="1744635" y="1362381"/>
                  </a:lnTo>
                  <a:lnTo>
                    <a:pt x="1766618" y="1318412"/>
                  </a:lnTo>
                  <a:lnTo>
                    <a:pt x="1786303" y="1273149"/>
                  </a:lnTo>
                  <a:lnTo>
                    <a:pt x="1803614" y="1226668"/>
                  </a:lnTo>
                  <a:lnTo>
                    <a:pt x="1818473" y="1179048"/>
                  </a:lnTo>
                  <a:lnTo>
                    <a:pt x="1830803" y="1130365"/>
                  </a:lnTo>
                  <a:lnTo>
                    <a:pt x="1840527" y="1080696"/>
                  </a:lnTo>
                  <a:lnTo>
                    <a:pt x="1847568" y="1030119"/>
                  </a:lnTo>
                  <a:lnTo>
                    <a:pt x="1851850" y="978710"/>
                  </a:lnTo>
                  <a:lnTo>
                    <a:pt x="1853294" y="926547"/>
                  </a:lnTo>
                  <a:lnTo>
                    <a:pt x="1852088" y="878863"/>
                  </a:lnTo>
                  <a:lnTo>
                    <a:pt x="1848511" y="831805"/>
                  </a:lnTo>
                  <a:lnTo>
                    <a:pt x="1842619" y="785432"/>
                  </a:lnTo>
                  <a:lnTo>
                    <a:pt x="1834472" y="739802"/>
                  </a:lnTo>
                  <a:lnTo>
                    <a:pt x="1824127" y="694973"/>
                  </a:lnTo>
                  <a:lnTo>
                    <a:pt x="1811642" y="651003"/>
                  </a:lnTo>
                  <a:lnTo>
                    <a:pt x="1797076" y="607950"/>
                  </a:lnTo>
                  <a:lnTo>
                    <a:pt x="1780488" y="565873"/>
                  </a:lnTo>
                  <a:lnTo>
                    <a:pt x="1761934" y="524830"/>
                  </a:lnTo>
                  <a:lnTo>
                    <a:pt x="1741474" y="484879"/>
                  </a:lnTo>
                  <a:lnTo>
                    <a:pt x="1719165" y="446078"/>
                  </a:lnTo>
                  <a:lnTo>
                    <a:pt x="1695066" y="408485"/>
                  </a:lnTo>
                  <a:lnTo>
                    <a:pt x="1669235" y="372159"/>
                  </a:lnTo>
                  <a:lnTo>
                    <a:pt x="1641730" y="337158"/>
                  </a:lnTo>
                  <a:lnTo>
                    <a:pt x="1612610" y="303539"/>
                  </a:lnTo>
                  <a:lnTo>
                    <a:pt x="1581932" y="271362"/>
                  </a:lnTo>
                  <a:lnTo>
                    <a:pt x="1549754" y="240684"/>
                  </a:lnTo>
                  <a:lnTo>
                    <a:pt x="1516136" y="211563"/>
                  </a:lnTo>
                  <a:lnTo>
                    <a:pt x="1481134" y="184058"/>
                  </a:lnTo>
                  <a:lnTo>
                    <a:pt x="1444808" y="158227"/>
                  </a:lnTo>
                  <a:lnTo>
                    <a:pt x="1407215" y="134128"/>
                  </a:lnTo>
                  <a:lnTo>
                    <a:pt x="1368414" y="111819"/>
                  </a:lnTo>
                  <a:lnTo>
                    <a:pt x="1328463" y="91359"/>
                  </a:lnTo>
                  <a:lnTo>
                    <a:pt x="1287420" y="72806"/>
                  </a:lnTo>
                  <a:lnTo>
                    <a:pt x="1245343" y="56217"/>
                  </a:lnTo>
                  <a:lnTo>
                    <a:pt x="1202290" y="41651"/>
                  </a:lnTo>
                  <a:lnTo>
                    <a:pt x="1158320" y="29167"/>
                  </a:lnTo>
                  <a:lnTo>
                    <a:pt x="1113491" y="18822"/>
                  </a:lnTo>
                  <a:lnTo>
                    <a:pt x="1067861" y="10674"/>
                  </a:lnTo>
                  <a:lnTo>
                    <a:pt x="1021488" y="4783"/>
                  </a:lnTo>
                  <a:lnTo>
                    <a:pt x="974430" y="1205"/>
                  </a:lnTo>
                  <a:lnTo>
                    <a:pt x="926746" y="0"/>
                  </a:lnTo>
                  <a:close/>
                </a:path>
              </a:pathLst>
            </a:custGeom>
            <a:solidFill>
              <a:srgbClr val="ECDDD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828225" y="4481048"/>
              <a:ext cx="208915" cy="407670"/>
            </a:xfrm>
            <a:custGeom>
              <a:avLst/>
              <a:gdLst/>
              <a:ahLst/>
              <a:cxnLst/>
              <a:rect l="l" t="t" r="r" b="b"/>
              <a:pathLst>
                <a:path w="208914" h="407670">
                  <a:moveTo>
                    <a:pt x="5570" y="0"/>
                  </a:moveTo>
                  <a:lnTo>
                    <a:pt x="0" y="407422"/>
                  </a:lnTo>
                  <a:lnTo>
                    <a:pt x="2188" y="406228"/>
                  </a:lnTo>
                  <a:lnTo>
                    <a:pt x="19353" y="394894"/>
                  </a:lnTo>
                  <a:lnTo>
                    <a:pt x="57841" y="367276"/>
                  </a:lnTo>
                  <a:lnTo>
                    <a:pt x="107894" y="326957"/>
                  </a:lnTo>
                  <a:lnTo>
                    <a:pt x="154822" y="283206"/>
                  </a:lnTo>
                  <a:lnTo>
                    <a:pt x="182350" y="254489"/>
                  </a:lnTo>
                  <a:lnTo>
                    <a:pt x="208684" y="224579"/>
                  </a:lnTo>
                  <a:lnTo>
                    <a:pt x="145251" y="145049"/>
                  </a:lnTo>
                  <a:lnTo>
                    <a:pt x="102949" y="95146"/>
                  </a:lnTo>
                  <a:lnTo>
                    <a:pt x="62736" y="53814"/>
                  </a:lnTo>
                  <a:lnTo>
                    <a:pt x="5570" y="0"/>
                  </a:lnTo>
                  <a:close/>
                </a:path>
              </a:pathLst>
            </a:custGeom>
            <a:solidFill>
              <a:srgbClr val="FFBE69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986343" y="4296709"/>
              <a:ext cx="764540" cy="738505"/>
            </a:xfrm>
            <a:custGeom>
              <a:avLst/>
              <a:gdLst/>
              <a:ahLst/>
              <a:cxnLst/>
              <a:rect l="l" t="t" r="r" b="b"/>
              <a:pathLst>
                <a:path w="764539" h="738504">
                  <a:moveTo>
                    <a:pt x="346340" y="0"/>
                  </a:moveTo>
                  <a:lnTo>
                    <a:pt x="282942" y="4769"/>
                  </a:lnTo>
                  <a:lnTo>
                    <a:pt x="193177" y="17589"/>
                  </a:lnTo>
                  <a:lnTo>
                    <a:pt x="0" y="672648"/>
                  </a:lnTo>
                  <a:lnTo>
                    <a:pt x="31265" y="684577"/>
                  </a:lnTo>
                  <a:lnTo>
                    <a:pt x="95362" y="704854"/>
                  </a:lnTo>
                  <a:lnTo>
                    <a:pt x="139558" y="715807"/>
                  </a:lnTo>
                  <a:lnTo>
                    <a:pt x="195045" y="726471"/>
                  </a:lnTo>
                  <a:lnTo>
                    <a:pt x="237378" y="732298"/>
                  </a:lnTo>
                  <a:lnTo>
                    <a:pt x="279407" y="736144"/>
                  </a:lnTo>
                  <a:lnTo>
                    <a:pt x="321065" y="738011"/>
                  </a:lnTo>
                  <a:lnTo>
                    <a:pt x="342041" y="738237"/>
                  </a:lnTo>
                  <a:lnTo>
                    <a:pt x="390744" y="736980"/>
                  </a:lnTo>
                  <a:lnTo>
                    <a:pt x="438754" y="733245"/>
                  </a:lnTo>
                  <a:lnTo>
                    <a:pt x="486056" y="727088"/>
                  </a:lnTo>
                  <a:lnTo>
                    <a:pt x="532632" y="718563"/>
                  </a:lnTo>
                  <a:lnTo>
                    <a:pt x="587913" y="705246"/>
                  </a:lnTo>
                  <a:lnTo>
                    <a:pt x="641870" y="688629"/>
                  </a:lnTo>
                  <a:lnTo>
                    <a:pt x="694374" y="668843"/>
                  </a:lnTo>
                  <a:lnTo>
                    <a:pt x="745296" y="646020"/>
                  </a:lnTo>
                  <a:lnTo>
                    <a:pt x="763976" y="636680"/>
                  </a:lnTo>
                  <a:lnTo>
                    <a:pt x="753703" y="585283"/>
                  </a:lnTo>
                  <a:lnTo>
                    <a:pt x="742381" y="531729"/>
                  </a:lnTo>
                  <a:lnTo>
                    <a:pt x="730042" y="476839"/>
                  </a:lnTo>
                  <a:lnTo>
                    <a:pt x="716720" y="421433"/>
                  </a:lnTo>
                  <a:lnTo>
                    <a:pt x="702447" y="366334"/>
                  </a:lnTo>
                  <a:lnTo>
                    <a:pt x="687254" y="312362"/>
                  </a:lnTo>
                  <a:lnTo>
                    <a:pt x="671176" y="260338"/>
                  </a:lnTo>
                  <a:lnTo>
                    <a:pt x="654244" y="211083"/>
                  </a:lnTo>
                  <a:lnTo>
                    <a:pt x="636490" y="165420"/>
                  </a:lnTo>
                  <a:lnTo>
                    <a:pt x="617948" y="124168"/>
                  </a:lnTo>
                  <a:lnTo>
                    <a:pt x="598651" y="88149"/>
                  </a:lnTo>
                  <a:lnTo>
                    <a:pt x="557917" y="35094"/>
                  </a:lnTo>
                  <a:lnTo>
                    <a:pt x="514549" y="12825"/>
                  </a:lnTo>
                  <a:lnTo>
                    <a:pt x="413499" y="2834"/>
                  </a:lnTo>
                  <a:lnTo>
                    <a:pt x="346340" y="0"/>
                  </a:lnTo>
                  <a:close/>
                </a:path>
              </a:pathLst>
            </a:custGeom>
            <a:solidFill>
              <a:srgbClr val="7771D2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646682" y="4286675"/>
              <a:ext cx="1239520" cy="732790"/>
            </a:xfrm>
            <a:custGeom>
              <a:avLst/>
              <a:gdLst/>
              <a:ahLst/>
              <a:cxnLst/>
              <a:rect l="l" t="t" r="r" b="b"/>
              <a:pathLst>
                <a:path w="1239520" h="732789">
                  <a:moveTo>
                    <a:pt x="854202" y="22860"/>
                  </a:moveTo>
                  <a:lnTo>
                    <a:pt x="813409" y="9118"/>
                  </a:lnTo>
                  <a:lnTo>
                    <a:pt x="800265" y="5054"/>
                  </a:lnTo>
                  <a:lnTo>
                    <a:pt x="783056" y="0"/>
                  </a:lnTo>
                  <a:lnTo>
                    <a:pt x="601802" y="2590"/>
                  </a:lnTo>
                  <a:lnTo>
                    <a:pt x="538810" y="12433"/>
                  </a:lnTo>
                  <a:lnTo>
                    <a:pt x="388505" y="44996"/>
                  </a:lnTo>
                  <a:lnTo>
                    <a:pt x="208902" y="104800"/>
                  </a:lnTo>
                  <a:lnTo>
                    <a:pt x="58026" y="196367"/>
                  </a:lnTo>
                  <a:lnTo>
                    <a:pt x="24015" y="263245"/>
                  </a:lnTo>
                  <a:lnTo>
                    <a:pt x="12700" y="315239"/>
                  </a:lnTo>
                  <a:lnTo>
                    <a:pt x="4800" y="377748"/>
                  </a:lnTo>
                  <a:lnTo>
                    <a:pt x="0" y="449376"/>
                  </a:lnTo>
                  <a:lnTo>
                    <a:pt x="14198" y="464489"/>
                  </a:lnTo>
                  <a:lnTo>
                    <a:pt x="54533" y="503720"/>
                  </a:lnTo>
                  <a:lnTo>
                    <a:pt x="91617" y="536219"/>
                  </a:lnTo>
                  <a:lnTo>
                    <a:pt x="97980" y="541185"/>
                  </a:lnTo>
                  <a:lnTo>
                    <a:pt x="111506" y="552069"/>
                  </a:lnTo>
                  <a:lnTo>
                    <a:pt x="169786" y="594093"/>
                  </a:lnTo>
                  <a:lnTo>
                    <a:pt x="203758" y="615429"/>
                  </a:lnTo>
                  <a:lnTo>
                    <a:pt x="221195" y="625449"/>
                  </a:lnTo>
                  <a:lnTo>
                    <a:pt x="224980" y="627837"/>
                  </a:lnTo>
                  <a:lnTo>
                    <a:pt x="277380" y="655358"/>
                  </a:lnTo>
                  <a:lnTo>
                    <a:pt x="323151" y="676097"/>
                  </a:lnTo>
                  <a:lnTo>
                    <a:pt x="370192" y="694372"/>
                  </a:lnTo>
                  <a:lnTo>
                    <a:pt x="418439" y="710107"/>
                  </a:lnTo>
                  <a:lnTo>
                    <a:pt x="467855" y="723239"/>
                  </a:lnTo>
                  <a:lnTo>
                    <a:pt x="513753" y="732777"/>
                  </a:lnTo>
                  <a:lnTo>
                    <a:pt x="524205" y="504761"/>
                  </a:lnTo>
                  <a:lnTo>
                    <a:pt x="532561" y="356730"/>
                  </a:lnTo>
                  <a:lnTo>
                    <a:pt x="543191" y="223862"/>
                  </a:lnTo>
                  <a:lnTo>
                    <a:pt x="560463" y="41338"/>
                  </a:lnTo>
                  <a:lnTo>
                    <a:pt x="854202" y="22860"/>
                  </a:lnTo>
                  <a:close/>
                </a:path>
                <a:path w="1239520" h="732789">
                  <a:moveTo>
                    <a:pt x="1239380" y="561657"/>
                  </a:moveTo>
                  <a:lnTo>
                    <a:pt x="1237411" y="492048"/>
                  </a:lnTo>
                  <a:lnTo>
                    <a:pt x="1234897" y="428307"/>
                  </a:lnTo>
                  <a:lnTo>
                    <a:pt x="1231785" y="371398"/>
                  </a:lnTo>
                  <a:lnTo>
                    <a:pt x="1228064" y="322262"/>
                  </a:lnTo>
                  <a:lnTo>
                    <a:pt x="1223670" y="281876"/>
                  </a:lnTo>
                  <a:lnTo>
                    <a:pt x="1212748" y="231140"/>
                  </a:lnTo>
                  <a:lnTo>
                    <a:pt x="1165072" y="173799"/>
                  </a:lnTo>
                  <a:lnTo>
                    <a:pt x="1127848" y="146596"/>
                  </a:lnTo>
                  <a:lnTo>
                    <a:pt x="1084605" y="120777"/>
                  </a:lnTo>
                  <a:lnTo>
                    <a:pt x="1037551" y="96634"/>
                  </a:lnTo>
                  <a:lnTo>
                    <a:pt x="988847" y="74498"/>
                  </a:lnTo>
                  <a:lnTo>
                    <a:pt x="940701" y="54648"/>
                  </a:lnTo>
                  <a:lnTo>
                    <a:pt x="895286" y="37401"/>
                  </a:lnTo>
                  <a:lnTo>
                    <a:pt x="854798" y="23063"/>
                  </a:lnTo>
                  <a:lnTo>
                    <a:pt x="857072" y="26327"/>
                  </a:lnTo>
                  <a:lnTo>
                    <a:pt x="861504" y="33591"/>
                  </a:lnTo>
                  <a:lnTo>
                    <a:pt x="885367" y="86423"/>
                  </a:lnTo>
                  <a:lnTo>
                    <a:pt x="907669" y="154406"/>
                  </a:lnTo>
                  <a:lnTo>
                    <a:pt x="920026" y="200317"/>
                  </a:lnTo>
                  <a:lnTo>
                    <a:pt x="932853" y="255092"/>
                  </a:lnTo>
                  <a:lnTo>
                    <a:pt x="945908" y="319417"/>
                  </a:lnTo>
                  <a:lnTo>
                    <a:pt x="958977" y="394017"/>
                  </a:lnTo>
                  <a:lnTo>
                    <a:pt x="971791" y="479564"/>
                  </a:lnTo>
                  <a:lnTo>
                    <a:pt x="984110" y="576745"/>
                  </a:lnTo>
                  <a:lnTo>
                    <a:pt x="995718" y="686269"/>
                  </a:lnTo>
                  <a:lnTo>
                    <a:pt x="996315" y="693420"/>
                  </a:lnTo>
                  <a:lnTo>
                    <a:pt x="1018857" y="684936"/>
                  </a:lnTo>
                  <a:lnTo>
                    <a:pt x="1063193" y="666229"/>
                  </a:lnTo>
                  <a:lnTo>
                    <a:pt x="1125207" y="635393"/>
                  </a:lnTo>
                  <a:lnTo>
                    <a:pt x="1167244" y="611035"/>
                  </a:lnTo>
                  <a:lnTo>
                    <a:pt x="1200886" y="589280"/>
                  </a:lnTo>
                  <a:lnTo>
                    <a:pt x="1226743" y="571093"/>
                  </a:lnTo>
                  <a:lnTo>
                    <a:pt x="1239380" y="561657"/>
                  </a:lnTo>
                  <a:close/>
                </a:path>
              </a:pathLst>
            </a:custGeom>
            <a:solidFill>
              <a:srgbClr val="FFBE69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848878" y="3269265"/>
              <a:ext cx="825500" cy="694055"/>
            </a:xfrm>
            <a:custGeom>
              <a:avLst/>
              <a:gdLst/>
              <a:ahLst/>
              <a:cxnLst/>
              <a:rect l="l" t="t" r="r" b="b"/>
              <a:pathLst>
                <a:path w="825500" h="694054">
                  <a:moveTo>
                    <a:pt x="825144" y="548284"/>
                  </a:moveTo>
                  <a:lnTo>
                    <a:pt x="811987" y="468122"/>
                  </a:lnTo>
                  <a:lnTo>
                    <a:pt x="795731" y="410121"/>
                  </a:lnTo>
                  <a:lnTo>
                    <a:pt x="776414" y="372592"/>
                  </a:lnTo>
                  <a:lnTo>
                    <a:pt x="753491" y="346354"/>
                  </a:lnTo>
                  <a:lnTo>
                    <a:pt x="785837" y="272935"/>
                  </a:lnTo>
                  <a:lnTo>
                    <a:pt x="783526" y="236270"/>
                  </a:lnTo>
                  <a:lnTo>
                    <a:pt x="734758" y="225399"/>
                  </a:lnTo>
                  <a:lnTo>
                    <a:pt x="627761" y="229349"/>
                  </a:lnTo>
                  <a:lnTo>
                    <a:pt x="502831" y="249859"/>
                  </a:lnTo>
                  <a:lnTo>
                    <a:pt x="434632" y="275678"/>
                  </a:lnTo>
                  <a:lnTo>
                    <a:pt x="353720" y="102831"/>
                  </a:lnTo>
                  <a:lnTo>
                    <a:pt x="273202" y="0"/>
                  </a:lnTo>
                  <a:lnTo>
                    <a:pt x="187629" y="17665"/>
                  </a:lnTo>
                  <a:lnTo>
                    <a:pt x="58661" y="136194"/>
                  </a:lnTo>
                  <a:lnTo>
                    <a:pt x="29781" y="171196"/>
                  </a:lnTo>
                  <a:lnTo>
                    <a:pt x="10947" y="207822"/>
                  </a:lnTo>
                  <a:lnTo>
                    <a:pt x="1308" y="245402"/>
                  </a:lnTo>
                  <a:lnTo>
                    <a:pt x="0" y="283286"/>
                  </a:lnTo>
                  <a:lnTo>
                    <a:pt x="6159" y="320776"/>
                  </a:lnTo>
                  <a:lnTo>
                    <a:pt x="18948" y="357225"/>
                  </a:lnTo>
                  <a:lnTo>
                    <a:pt x="37503" y="391960"/>
                  </a:lnTo>
                  <a:lnTo>
                    <a:pt x="60960" y="424307"/>
                  </a:lnTo>
                  <a:lnTo>
                    <a:pt x="88468" y="453593"/>
                  </a:lnTo>
                  <a:lnTo>
                    <a:pt x="119176" y="479158"/>
                  </a:lnTo>
                  <a:lnTo>
                    <a:pt x="152222" y="500329"/>
                  </a:lnTo>
                  <a:lnTo>
                    <a:pt x="186753" y="516445"/>
                  </a:lnTo>
                  <a:lnTo>
                    <a:pt x="196138" y="519226"/>
                  </a:lnTo>
                  <a:lnTo>
                    <a:pt x="197370" y="553046"/>
                  </a:lnTo>
                  <a:lnTo>
                    <a:pt x="207200" y="614311"/>
                  </a:lnTo>
                  <a:lnTo>
                    <a:pt x="212928" y="638746"/>
                  </a:lnTo>
                  <a:lnTo>
                    <a:pt x="758342" y="693623"/>
                  </a:lnTo>
                  <a:lnTo>
                    <a:pt x="803351" y="639902"/>
                  </a:lnTo>
                  <a:lnTo>
                    <a:pt x="823950" y="598500"/>
                  </a:lnTo>
                  <a:lnTo>
                    <a:pt x="825144" y="5482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199220" y="4122572"/>
              <a:ext cx="315595" cy="297815"/>
            </a:xfrm>
            <a:custGeom>
              <a:avLst/>
              <a:gdLst/>
              <a:ahLst/>
              <a:cxnLst/>
              <a:rect l="l" t="t" r="r" b="b"/>
              <a:pathLst>
                <a:path w="315594" h="297814">
                  <a:moveTo>
                    <a:pt x="0" y="0"/>
                  </a:moveTo>
                  <a:lnTo>
                    <a:pt x="8910" y="227993"/>
                  </a:lnTo>
                  <a:lnTo>
                    <a:pt x="36250" y="265043"/>
                  </a:lnTo>
                  <a:lnTo>
                    <a:pt x="108347" y="293301"/>
                  </a:lnTo>
                  <a:lnTo>
                    <a:pt x="186381" y="297551"/>
                  </a:lnTo>
                  <a:lnTo>
                    <a:pt x="248614" y="291812"/>
                  </a:lnTo>
                  <a:lnTo>
                    <a:pt x="288336" y="275095"/>
                  </a:lnTo>
                  <a:lnTo>
                    <a:pt x="309368" y="257589"/>
                  </a:lnTo>
                  <a:lnTo>
                    <a:pt x="315529" y="249489"/>
                  </a:lnTo>
                  <a:lnTo>
                    <a:pt x="283666" y="509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7D63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199028" y="4108657"/>
              <a:ext cx="302260" cy="177165"/>
            </a:xfrm>
            <a:custGeom>
              <a:avLst/>
              <a:gdLst/>
              <a:ahLst/>
              <a:cxnLst/>
              <a:rect l="l" t="t" r="r" b="b"/>
              <a:pathLst>
                <a:path w="302260" h="177164">
                  <a:moveTo>
                    <a:pt x="0" y="0"/>
                  </a:moveTo>
                  <a:lnTo>
                    <a:pt x="38238" y="65412"/>
                  </a:lnTo>
                  <a:lnTo>
                    <a:pt x="80039" y="100926"/>
                  </a:lnTo>
                  <a:lnTo>
                    <a:pt x="128522" y="128874"/>
                  </a:lnTo>
                  <a:lnTo>
                    <a:pt x="179319" y="149851"/>
                  </a:lnTo>
                  <a:lnTo>
                    <a:pt x="228063" y="164452"/>
                  </a:lnTo>
                  <a:lnTo>
                    <a:pt x="270385" y="173272"/>
                  </a:lnTo>
                  <a:lnTo>
                    <a:pt x="301917" y="176905"/>
                  </a:lnTo>
                  <a:lnTo>
                    <a:pt x="283855" y="64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032409" y="3485110"/>
              <a:ext cx="593090" cy="739140"/>
            </a:xfrm>
            <a:custGeom>
              <a:avLst/>
              <a:gdLst/>
              <a:ahLst/>
              <a:cxnLst/>
              <a:rect l="l" t="t" r="r" b="b"/>
              <a:pathLst>
                <a:path w="593089" h="739139">
                  <a:moveTo>
                    <a:pt x="283649" y="0"/>
                  </a:moveTo>
                  <a:lnTo>
                    <a:pt x="210579" y="98376"/>
                  </a:lnTo>
                  <a:lnTo>
                    <a:pt x="107950" y="339510"/>
                  </a:lnTo>
                  <a:lnTo>
                    <a:pt x="153153" y="421057"/>
                  </a:lnTo>
                  <a:lnTo>
                    <a:pt x="143689" y="416353"/>
                  </a:lnTo>
                  <a:lnTo>
                    <a:pt x="119423" y="407576"/>
                  </a:lnTo>
                  <a:lnTo>
                    <a:pt x="86543" y="402734"/>
                  </a:lnTo>
                  <a:lnTo>
                    <a:pt x="51240" y="409833"/>
                  </a:lnTo>
                  <a:lnTo>
                    <a:pt x="25999" y="429775"/>
                  </a:lnTo>
                  <a:lnTo>
                    <a:pt x="7751" y="461866"/>
                  </a:lnTo>
                  <a:lnTo>
                    <a:pt x="0" y="502271"/>
                  </a:lnTo>
                  <a:lnTo>
                    <a:pt x="6252" y="547156"/>
                  </a:lnTo>
                  <a:lnTo>
                    <a:pt x="30016" y="592686"/>
                  </a:lnTo>
                  <a:lnTo>
                    <a:pt x="63734" y="635181"/>
                  </a:lnTo>
                  <a:lnTo>
                    <a:pt x="89221" y="654015"/>
                  </a:lnTo>
                  <a:lnTo>
                    <a:pt x="119297" y="653391"/>
                  </a:lnTo>
                  <a:lnTo>
                    <a:pt x="166786" y="637512"/>
                  </a:lnTo>
                  <a:lnTo>
                    <a:pt x="174664" y="646150"/>
                  </a:lnTo>
                  <a:lnTo>
                    <a:pt x="238936" y="693882"/>
                  </a:lnTo>
                  <a:lnTo>
                    <a:pt x="296165" y="718724"/>
                  </a:lnTo>
                  <a:lnTo>
                    <a:pt x="370340" y="736256"/>
                  </a:lnTo>
                  <a:lnTo>
                    <a:pt x="410838" y="738889"/>
                  </a:lnTo>
                  <a:lnTo>
                    <a:pt x="451056" y="734693"/>
                  </a:lnTo>
                  <a:lnTo>
                    <a:pt x="489083" y="721616"/>
                  </a:lnTo>
                  <a:lnTo>
                    <a:pt x="523003" y="697604"/>
                  </a:lnTo>
                  <a:lnTo>
                    <a:pt x="550902" y="660603"/>
                  </a:lnTo>
                  <a:lnTo>
                    <a:pt x="570868" y="608560"/>
                  </a:lnTo>
                  <a:lnTo>
                    <a:pt x="592505" y="511287"/>
                  </a:lnTo>
                  <a:lnTo>
                    <a:pt x="590357" y="432838"/>
                  </a:lnTo>
                  <a:lnTo>
                    <a:pt x="555999" y="331790"/>
                  </a:lnTo>
                  <a:lnTo>
                    <a:pt x="481007" y="166720"/>
                  </a:lnTo>
                  <a:lnTo>
                    <a:pt x="362134" y="28180"/>
                  </a:lnTo>
                  <a:lnTo>
                    <a:pt x="283649" y="0"/>
                  </a:lnTo>
                  <a:close/>
                </a:path>
              </a:pathLst>
            </a:custGeom>
            <a:solidFill>
              <a:srgbClr val="F17D63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113330" y="3529932"/>
              <a:ext cx="449580" cy="484505"/>
            </a:xfrm>
            <a:custGeom>
              <a:avLst/>
              <a:gdLst/>
              <a:ahLst/>
              <a:cxnLst/>
              <a:rect l="l" t="t" r="r" b="b"/>
              <a:pathLst>
                <a:path w="449580" h="484504">
                  <a:moveTo>
                    <a:pt x="408279" y="431736"/>
                  </a:moveTo>
                  <a:lnTo>
                    <a:pt x="398233" y="392099"/>
                  </a:lnTo>
                  <a:lnTo>
                    <a:pt x="376783" y="351447"/>
                  </a:lnTo>
                  <a:lnTo>
                    <a:pt x="367322" y="346036"/>
                  </a:lnTo>
                  <a:lnTo>
                    <a:pt x="358457" y="352501"/>
                  </a:lnTo>
                  <a:lnTo>
                    <a:pt x="357479" y="358711"/>
                  </a:lnTo>
                  <a:lnTo>
                    <a:pt x="360705" y="363143"/>
                  </a:lnTo>
                  <a:lnTo>
                    <a:pt x="366928" y="372973"/>
                  </a:lnTo>
                  <a:lnTo>
                    <a:pt x="379069" y="397967"/>
                  </a:lnTo>
                  <a:lnTo>
                    <a:pt x="388289" y="432600"/>
                  </a:lnTo>
                  <a:lnTo>
                    <a:pt x="385762" y="471373"/>
                  </a:lnTo>
                  <a:lnTo>
                    <a:pt x="384238" y="476643"/>
                  </a:lnTo>
                  <a:lnTo>
                    <a:pt x="387261" y="482142"/>
                  </a:lnTo>
                  <a:lnTo>
                    <a:pt x="393471" y="483958"/>
                  </a:lnTo>
                  <a:lnTo>
                    <a:pt x="395312" y="484085"/>
                  </a:lnTo>
                  <a:lnTo>
                    <a:pt x="399630" y="484085"/>
                  </a:lnTo>
                  <a:lnTo>
                    <a:pt x="403606" y="481266"/>
                  </a:lnTo>
                  <a:lnTo>
                    <a:pt x="404863" y="476923"/>
                  </a:lnTo>
                  <a:lnTo>
                    <a:pt x="408279" y="431736"/>
                  </a:lnTo>
                  <a:close/>
                </a:path>
                <a:path w="449580" h="484504">
                  <a:moveTo>
                    <a:pt x="449059" y="115239"/>
                  </a:moveTo>
                  <a:lnTo>
                    <a:pt x="416433" y="49225"/>
                  </a:lnTo>
                  <a:lnTo>
                    <a:pt x="387146" y="15760"/>
                  </a:lnTo>
                  <a:lnTo>
                    <a:pt x="343306" y="0"/>
                  </a:lnTo>
                  <a:lnTo>
                    <a:pt x="336397" y="1143"/>
                  </a:lnTo>
                  <a:lnTo>
                    <a:pt x="67932" y="72212"/>
                  </a:lnTo>
                  <a:lnTo>
                    <a:pt x="0" y="289166"/>
                  </a:lnTo>
                  <a:lnTo>
                    <a:pt x="72224" y="376237"/>
                  </a:lnTo>
                  <a:lnTo>
                    <a:pt x="144360" y="387362"/>
                  </a:lnTo>
                  <a:lnTo>
                    <a:pt x="189814" y="379171"/>
                  </a:lnTo>
                  <a:lnTo>
                    <a:pt x="227850" y="340969"/>
                  </a:lnTo>
                  <a:lnTo>
                    <a:pt x="277749" y="262026"/>
                  </a:lnTo>
                  <a:lnTo>
                    <a:pt x="324383" y="174015"/>
                  </a:lnTo>
                  <a:lnTo>
                    <a:pt x="346062" y="114134"/>
                  </a:lnTo>
                  <a:lnTo>
                    <a:pt x="352145" y="69126"/>
                  </a:lnTo>
                  <a:lnTo>
                    <a:pt x="438683" y="208330"/>
                  </a:lnTo>
                  <a:lnTo>
                    <a:pt x="448208" y="150939"/>
                  </a:lnTo>
                  <a:lnTo>
                    <a:pt x="449059" y="1152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2790" y="3939168"/>
              <a:ext cx="103731" cy="10134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339467" y="3751852"/>
              <a:ext cx="233679" cy="337820"/>
            </a:xfrm>
            <a:custGeom>
              <a:avLst/>
              <a:gdLst/>
              <a:ahLst/>
              <a:cxnLst/>
              <a:rect l="l" t="t" r="r" b="b"/>
              <a:pathLst>
                <a:path w="233680" h="337820">
                  <a:moveTo>
                    <a:pt x="75133" y="76555"/>
                  </a:moveTo>
                  <a:lnTo>
                    <a:pt x="74561" y="70281"/>
                  </a:lnTo>
                  <a:lnTo>
                    <a:pt x="66154" y="63296"/>
                  </a:lnTo>
                  <a:lnTo>
                    <a:pt x="59893" y="63804"/>
                  </a:lnTo>
                  <a:lnTo>
                    <a:pt x="32753" y="96354"/>
                  </a:lnTo>
                  <a:lnTo>
                    <a:pt x="32067" y="99910"/>
                  </a:lnTo>
                  <a:lnTo>
                    <a:pt x="50939" y="158432"/>
                  </a:lnTo>
                  <a:lnTo>
                    <a:pt x="54851" y="161112"/>
                  </a:lnTo>
                  <a:lnTo>
                    <a:pt x="59029" y="161112"/>
                  </a:lnTo>
                  <a:lnTo>
                    <a:pt x="61074" y="160959"/>
                  </a:lnTo>
                  <a:lnTo>
                    <a:pt x="67310" y="158953"/>
                  </a:lnTo>
                  <a:lnTo>
                    <a:pt x="70180" y="153352"/>
                  </a:lnTo>
                  <a:lnTo>
                    <a:pt x="53721" y="102260"/>
                  </a:lnTo>
                  <a:lnTo>
                    <a:pt x="75133" y="76555"/>
                  </a:lnTo>
                  <a:close/>
                </a:path>
                <a:path w="233680" h="337820">
                  <a:moveTo>
                    <a:pt x="104876" y="12014"/>
                  </a:moveTo>
                  <a:lnTo>
                    <a:pt x="99771" y="2273"/>
                  </a:lnTo>
                  <a:lnTo>
                    <a:pt x="93802" y="381"/>
                  </a:lnTo>
                  <a:lnTo>
                    <a:pt x="1866" y="48552"/>
                  </a:lnTo>
                  <a:lnTo>
                    <a:pt x="0" y="54559"/>
                  </a:lnTo>
                  <a:lnTo>
                    <a:pt x="4318" y="62826"/>
                  </a:lnTo>
                  <a:lnTo>
                    <a:pt x="7772" y="64757"/>
                  </a:lnTo>
                  <a:lnTo>
                    <a:pt x="11353" y="64757"/>
                  </a:lnTo>
                  <a:lnTo>
                    <a:pt x="12903" y="64757"/>
                  </a:lnTo>
                  <a:lnTo>
                    <a:pt x="14490" y="64389"/>
                  </a:lnTo>
                  <a:lnTo>
                    <a:pt x="102997" y="18008"/>
                  </a:lnTo>
                  <a:lnTo>
                    <a:pt x="104876" y="12014"/>
                  </a:lnTo>
                  <a:close/>
                </a:path>
                <a:path w="233680" h="337820">
                  <a:moveTo>
                    <a:pt x="156591" y="323494"/>
                  </a:moveTo>
                  <a:lnTo>
                    <a:pt x="151142" y="313956"/>
                  </a:lnTo>
                  <a:lnTo>
                    <a:pt x="145034" y="312280"/>
                  </a:lnTo>
                  <a:lnTo>
                    <a:pt x="140335" y="314985"/>
                  </a:lnTo>
                  <a:lnTo>
                    <a:pt x="120738" y="316699"/>
                  </a:lnTo>
                  <a:lnTo>
                    <a:pt x="98247" y="307289"/>
                  </a:lnTo>
                  <a:lnTo>
                    <a:pt x="77470" y="293090"/>
                  </a:lnTo>
                  <a:lnTo>
                    <a:pt x="63004" y="280466"/>
                  </a:lnTo>
                  <a:lnTo>
                    <a:pt x="59118" y="276606"/>
                  </a:lnTo>
                  <a:lnTo>
                    <a:pt x="52819" y="276606"/>
                  </a:lnTo>
                  <a:lnTo>
                    <a:pt x="45085" y="284391"/>
                  </a:lnTo>
                  <a:lnTo>
                    <a:pt x="45085" y="290690"/>
                  </a:lnTo>
                  <a:lnTo>
                    <a:pt x="77597" y="318020"/>
                  </a:lnTo>
                  <a:lnTo>
                    <a:pt x="129082" y="337616"/>
                  </a:lnTo>
                  <a:lnTo>
                    <a:pt x="136359" y="337616"/>
                  </a:lnTo>
                  <a:lnTo>
                    <a:pt x="143484" y="336042"/>
                  </a:lnTo>
                  <a:lnTo>
                    <a:pt x="154889" y="329565"/>
                  </a:lnTo>
                  <a:lnTo>
                    <a:pt x="156591" y="323494"/>
                  </a:lnTo>
                  <a:close/>
                </a:path>
                <a:path w="233680" h="337820">
                  <a:moveTo>
                    <a:pt x="231305" y="14897"/>
                  </a:moveTo>
                  <a:lnTo>
                    <a:pt x="227609" y="9804"/>
                  </a:lnTo>
                  <a:lnTo>
                    <a:pt x="166116" y="0"/>
                  </a:lnTo>
                  <a:lnTo>
                    <a:pt x="161124" y="3695"/>
                  </a:lnTo>
                  <a:lnTo>
                    <a:pt x="159372" y="14528"/>
                  </a:lnTo>
                  <a:lnTo>
                    <a:pt x="163068" y="19621"/>
                  </a:lnTo>
                  <a:lnTo>
                    <a:pt x="219062" y="28562"/>
                  </a:lnTo>
                  <a:lnTo>
                    <a:pt x="220649" y="28689"/>
                  </a:lnTo>
                  <a:lnTo>
                    <a:pt x="225450" y="28689"/>
                  </a:lnTo>
                  <a:lnTo>
                    <a:pt x="229654" y="25196"/>
                  </a:lnTo>
                  <a:lnTo>
                    <a:pt x="231305" y="14897"/>
                  </a:lnTo>
                  <a:close/>
                </a:path>
                <a:path w="233680" h="337820">
                  <a:moveTo>
                    <a:pt x="233400" y="137566"/>
                  </a:moveTo>
                  <a:lnTo>
                    <a:pt x="216890" y="86334"/>
                  </a:lnTo>
                  <a:lnTo>
                    <a:pt x="232486" y="66700"/>
                  </a:lnTo>
                  <a:lnTo>
                    <a:pt x="231775" y="60452"/>
                  </a:lnTo>
                  <a:lnTo>
                    <a:pt x="223215" y="53657"/>
                  </a:lnTo>
                  <a:lnTo>
                    <a:pt x="216916" y="54343"/>
                  </a:lnTo>
                  <a:lnTo>
                    <a:pt x="195961" y="80733"/>
                  </a:lnTo>
                  <a:lnTo>
                    <a:pt x="195326" y="84201"/>
                  </a:lnTo>
                  <a:lnTo>
                    <a:pt x="214172" y="142646"/>
                  </a:lnTo>
                  <a:lnTo>
                    <a:pt x="218071" y="145326"/>
                  </a:lnTo>
                  <a:lnTo>
                    <a:pt x="222262" y="145326"/>
                  </a:lnTo>
                  <a:lnTo>
                    <a:pt x="224307" y="145173"/>
                  </a:lnTo>
                  <a:lnTo>
                    <a:pt x="230530" y="143154"/>
                  </a:lnTo>
                  <a:lnTo>
                    <a:pt x="233400" y="137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551689" y="4428978"/>
              <a:ext cx="248285" cy="440690"/>
            </a:xfrm>
            <a:custGeom>
              <a:avLst/>
              <a:gdLst/>
              <a:ahLst/>
              <a:cxnLst/>
              <a:rect l="l" t="t" r="r" b="b"/>
              <a:pathLst>
                <a:path w="248285" h="440689">
                  <a:moveTo>
                    <a:pt x="228160" y="0"/>
                  </a:moveTo>
                  <a:lnTo>
                    <a:pt x="210062" y="12113"/>
                  </a:lnTo>
                  <a:lnTo>
                    <a:pt x="160885" y="47721"/>
                  </a:lnTo>
                  <a:lnTo>
                    <a:pt x="88305" y="105726"/>
                  </a:lnTo>
                  <a:lnTo>
                    <a:pt x="0" y="185031"/>
                  </a:lnTo>
                  <a:lnTo>
                    <a:pt x="10618" y="201018"/>
                  </a:lnTo>
                  <a:lnTo>
                    <a:pt x="32896" y="232320"/>
                  </a:lnTo>
                  <a:lnTo>
                    <a:pt x="61064" y="268244"/>
                  </a:lnTo>
                  <a:lnTo>
                    <a:pt x="95859" y="307972"/>
                  </a:lnTo>
                  <a:lnTo>
                    <a:pt x="131592" y="344498"/>
                  </a:lnTo>
                  <a:lnTo>
                    <a:pt x="167879" y="377890"/>
                  </a:lnTo>
                  <a:lnTo>
                    <a:pt x="192978" y="398877"/>
                  </a:lnTo>
                  <a:lnTo>
                    <a:pt x="206506" y="409757"/>
                  </a:lnTo>
                  <a:lnTo>
                    <a:pt x="220236" y="420318"/>
                  </a:lnTo>
                  <a:lnTo>
                    <a:pt x="234151" y="430543"/>
                  </a:lnTo>
                  <a:lnTo>
                    <a:pt x="248233" y="440415"/>
                  </a:lnTo>
                  <a:lnTo>
                    <a:pt x="228160" y="0"/>
                  </a:lnTo>
                  <a:close/>
                </a:path>
              </a:pathLst>
            </a:custGeom>
            <a:solidFill>
              <a:srgbClr val="FFBE69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196820" y="3344106"/>
              <a:ext cx="7156450" cy="1284605"/>
            </a:xfrm>
            <a:custGeom>
              <a:avLst/>
              <a:gdLst/>
              <a:ahLst/>
              <a:cxnLst/>
              <a:rect l="l" t="t" r="r" b="b"/>
              <a:pathLst>
                <a:path w="7156450" h="1284604">
                  <a:moveTo>
                    <a:pt x="329247" y="1028166"/>
                  </a:moveTo>
                  <a:lnTo>
                    <a:pt x="327621" y="1022159"/>
                  </a:lnTo>
                  <a:lnTo>
                    <a:pt x="318173" y="1016673"/>
                  </a:lnTo>
                  <a:lnTo>
                    <a:pt x="312115" y="1018273"/>
                  </a:lnTo>
                  <a:lnTo>
                    <a:pt x="309321" y="1022959"/>
                  </a:lnTo>
                  <a:lnTo>
                    <a:pt x="302539" y="1031748"/>
                  </a:lnTo>
                  <a:lnTo>
                    <a:pt x="282168" y="1048397"/>
                  </a:lnTo>
                  <a:lnTo>
                    <a:pt x="245465" y="1063129"/>
                  </a:lnTo>
                  <a:lnTo>
                    <a:pt x="189687" y="1066126"/>
                  </a:lnTo>
                  <a:lnTo>
                    <a:pt x="127266" y="1052334"/>
                  </a:lnTo>
                  <a:lnTo>
                    <a:pt x="72034" y="1029512"/>
                  </a:lnTo>
                  <a:lnTo>
                    <a:pt x="32435" y="1008037"/>
                  </a:lnTo>
                  <a:lnTo>
                    <a:pt x="16929" y="998283"/>
                  </a:lnTo>
                  <a:lnTo>
                    <a:pt x="12344" y="995133"/>
                  </a:lnTo>
                  <a:lnTo>
                    <a:pt x="6197" y="996365"/>
                  </a:lnTo>
                  <a:lnTo>
                    <a:pt x="0" y="1005370"/>
                  </a:lnTo>
                  <a:lnTo>
                    <a:pt x="1143" y="1011542"/>
                  </a:lnTo>
                  <a:lnTo>
                    <a:pt x="5664" y="1014653"/>
                  </a:lnTo>
                  <a:lnTo>
                    <a:pt x="64604" y="1048169"/>
                  </a:lnTo>
                  <a:lnTo>
                    <a:pt x="122161" y="1071676"/>
                  </a:lnTo>
                  <a:lnTo>
                    <a:pt x="187858" y="1085926"/>
                  </a:lnTo>
                  <a:lnTo>
                    <a:pt x="202234" y="1086916"/>
                  </a:lnTo>
                  <a:lnTo>
                    <a:pt x="208915" y="1086916"/>
                  </a:lnTo>
                  <a:lnTo>
                    <a:pt x="263207" y="1078814"/>
                  </a:lnTo>
                  <a:lnTo>
                    <a:pt x="299313" y="1060805"/>
                  </a:lnTo>
                  <a:lnTo>
                    <a:pt x="319620" y="1042339"/>
                  </a:lnTo>
                  <a:lnTo>
                    <a:pt x="326542" y="1032903"/>
                  </a:lnTo>
                  <a:lnTo>
                    <a:pt x="329247" y="1028166"/>
                  </a:lnTo>
                  <a:close/>
                </a:path>
                <a:path w="7156450" h="1284604">
                  <a:moveTo>
                    <a:pt x="3947845" y="132689"/>
                  </a:moveTo>
                  <a:lnTo>
                    <a:pt x="3941089" y="90741"/>
                  </a:lnTo>
                  <a:lnTo>
                    <a:pt x="3922242" y="54317"/>
                  </a:lnTo>
                  <a:lnTo>
                    <a:pt x="3893528" y="25603"/>
                  </a:lnTo>
                  <a:lnTo>
                    <a:pt x="3857091" y="6756"/>
                  </a:lnTo>
                  <a:lnTo>
                    <a:pt x="3815156" y="0"/>
                  </a:lnTo>
                  <a:lnTo>
                    <a:pt x="1394853" y="0"/>
                  </a:lnTo>
                  <a:lnTo>
                    <a:pt x="1352905" y="6756"/>
                  </a:lnTo>
                  <a:lnTo>
                    <a:pt x="1316482" y="25603"/>
                  </a:lnTo>
                  <a:lnTo>
                    <a:pt x="1287767" y="54317"/>
                  </a:lnTo>
                  <a:lnTo>
                    <a:pt x="1268933" y="90741"/>
                  </a:lnTo>
                  <a:lnTo>
                    <a:pt x="1262164" y="132689"/>
                  </a:lnTo>
                  <a:lnTo>
                    <a:pt x="1262164" y="560908"/>
                  </a:lnTo>
                  <a:lnTo>
                    <a:pt x="1268933" y="602843"/>
                  </a:lnTo>
                  <a:lnTo>
                    <a:pt x="1287767" y="639267"/>
                  </a:lnTo>
                  <a:lnTo>
                    <a:pt x="1316482" y="667994"/>
                  </a:lnTo>
                  <a:lnTo>
                    <a:pt x="1352905" y="686828"/>
                  </a:lnTo>
                  <a:lnTo>
                    <a:pt x="1394853" y="693597"/>
                  </a:lnTo>
                  <a:lnTo>
                    <a:pt x="1601622" y="693597"/>
                  </a:lnTo>
                  <a:lnTo>
                    <a:pt x="1586115" y="781126"/>
                  </a:lnTo>
                  <a:lnTo>
                    <a:pt x="1533499" y="873734"/>
                  </a:lnTo>
                  <a:lnTo>
                    <a:pt x="1480883" y="927061"/>
                  </a:lnTo>
                  <a:lnTo>
                    <a:pt x="1456969" y="944143"/>
                  </a:lnTo>
                  <a:lnTo>
                    <a:pt x="1688846" y="930681"/>
                  </a:lnTo>
                  <a:lnTo>
                    <a:pt x="1816912" y="895146"/>
                  </a:lnTo>
                  <a:lnTo>
                    <a:pt x="1886889" y="809612"/>
                  </a:lnTo>
                  <a:lnTo>
                    <a:pt x="1927733" y="693597"/>
                  </a:lnTo>
                  <a:lnTo>
                    <a:pt x="3815156" y="693597"/>
                  </a:lnTo>
                  <a:lnTo>
                    <a:pt x="3857091" y="686828"/>
                  </a:lnTo>
                  <a:lnTo>
                    <a:pt x="3893528" y="667994"/>
                  </a:lnTo>
                  <a:lnTo>
                    <a:pt x="3922242" y="639267"/>
                  </a:lnTo>
                  <a:lnTo>
                    <a:pt x="3941089" y="602843"/>
                  </a:lnTo>
                  <a:lnTo>
                    <a:pt x="3947845" y="560908"/>
                  </a:lnTo>
                  <a:lnTo>
                    <a:pt x="3947845" y="132689"/>
                  </a:lnTo>
                  <a:close/>
                </a:path>
                <a:path w="7156450" h="1284604">
                  <a:moveTo>
                    <a:pt x="7156183" y="1284566"/>
                  </a:moveTo>
                  <a:lnTo>
                    <a:pt x="7132256" y="1267485"/>
                  </a:lnTo>
                  <a:lnTo>
                    <a:pt x="7079640" y="1214158"/>
                  </a:lnTo>
                  <a:lnTo>
                    <a:pt x="7027024" y="1121549"/>
                  </a:lnTo>
                  <a:lnTo>
                    <a:pt x="7003110" y="986574"/>
                  </a:lnTo>
                  <a:lnTo>
                    <a:pt x="7002500" y="986574"/>
                  </a:lnTo>
                  <a:lnTo>
                    <a:pt x="7002500" y="720013"/>
                  </a:lnTo>
                  <a:lnTo>
                    <a:pt x="6995731" y="678078"/>
                  </a:lnTo>
                  <a:lnTo>
                    <a:pt x="6976897" y="641654"/>
                  </a:lnTo>
                  <a:lnTo>
                    <a:pt x="6948170" y="612927"/>
                  </a:lnTo>
                  <a:lnTo>
                    <a:pt x="6911746" y="594093"/>
                  </a:lnTo>
                  <a:lnTo>
                    <a:pt x="6869798" y="587336"/>
                  </a:lnTo>
                  <a:lnTo>
                    <a:pt x="4449496" y="587336"/>
                  </a:lnTo>
                  <a:lnTo>
                    <a:pt x="4407560" y="594093"/>
                  </a:lnTo>
                  <a:lnTo>
                    <a:pt x="4371137" y="612927"/>
                  </a:lnTo>
                  <a:lnTo>
                    <a:pt x="4342409" y="641654"/>
                  </a:lnTo>
                  <a:lnTo>
                    <a:pt x="4323575" y="678078"/>
                  </a:lnTo>
                  <a:lnTo>
                    <a:pt x="4316819" y="720013"/>
                  </a:lnTo>
                  <a:lnTo>
                    <a:pt x="4316819" y="1148232"/>
                  </a:lnTo>
                  <a:lnTo>
                    <a:pt x="4323575" y="1190180"/>
                  </a:lnTo>
                  <a:lnTo>
                    <a:pt x="4342409" y="1226604"/>
                  </a:lnTo>
                  <a:lnTo>
                    <a:pt x="4371137" y="1255331"/>
                  </a:lnTo>
                  <a:lnTo>
                    <a:pt x="4407560" y="1274165"/>
                  </a:lnTo>
                  <a:lnTo>
                    <a:pt x="4449496" y="1280934"/>
                  </a:lnTo>
                  <a:lnTo>
                    <a:pt x="6869798" y="1280934"/>
                  </a:lnTo>
                  <a:lnTo>
                    <a:pt x="6911746" y="1274165"/>
                  </a:lnTo>
                  <a:lnTo>
                    <a:pt x="6919976" y="1269911"/>
                  </a:lnTo>
                  <a:lnTo>
                    <a:pt x="6924294" y="1271104"/>
                  </a:lnTo>
                  <a:lnTo>
                    <a:pt x="7156183" y="12845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84407" y="3193448"/>
              <a:ext cx="1853105" cy="18415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578672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0"/>
                  </a:moveTo>
                  <a:lnTo>
                    <a:pt x="130456" y="0"/>
                  </a:lnTo>
                  <a:lnTo>
                    <a:pt x="79676" y="10251"/>
                  </a:lnTo>
                  <a:lnTo>
                    <a:pt x="38209" y="38210"/>
                  </a:lnTo>
                  <a:lnTo>
                    <a:pt x="10251" y="79681"/>
                  </a:lnTo>
                  <a:lnTo>
                    <a:pt x="0" y="130467"/>
                  </a:lnTo>
                  <a:lnTo>
                    <a:pt x="0" y="1748868"/>
                  </a:lnTo>
                  <a:lnTo>
                    <a:pt x="10251" y="1799654"/>
                  </a:lnTo>
                  <a:lnTo>
                    <a:pt x="38209" y="1841124"/>
                  </a:lnTo>
                  <a:lnTo>
                    <a:pt x="79676" y="1869083"/>
                  </a:lnTo>
                  <a:lnTo>
                    <a:pt x="130456" y="1879335"/>
                  </a:lnTo>
                  <a:lnTo>
                    <a:pt x="1298808" y="1879335"/>
                  </a:lnTo>
                  <a:lnTo>
                    <a:pt x="1349590" y="1869083"/>
                  </a:lnTo>
                  <a:lnTo>
                    <a:pt x="1391061" y="1841124"/>
                  </a:lnTo>
                  <a:lnTo>
                    <a:pt x="1419022" y="1799654"/>
                  </a:lnTo>
                  <a:lnTo>
                    <a:pt x="1429275" y="1748868"/>
                  </a:lnTo>
                  <a:lnTo>
                    <a:pt x="1429275" y="130467"/>
                  </a:lnTo>
                  <a:lnTo>
                    <a:pt x="1419022" y="79681"/>
                  </a:lnTo>
                  <a:lnTo>
                    <a:pt x="1391061" y="38210"/>
                  </a:lnTo>
                  <a:lnTo>
                    <a:pt x="1349590" y="10251"/>
                  </a:lnTo>
                  <a:lnTo>
                    <a:pt x="1298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1578672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1879335"/>
                  </a:moveTo>
                  <a:lnTo>
                    <a:pt x="130456" y="1879335"/>
                  </a:lnTo>
                  <a:lnTo>
                    <a:pt x="79676" y="1869083"/>
                  </a:lnTo>
                  <a:lnTo>
                    <a:pt x="38209" y="1841124"/>
                  </a:lnTo>
                  <a:lnTo>
                    <a:pt x="10251" y="1799654"/>
                  </a:lnTo>
                  <a:lnTo>
                    <a:pt x="0" y="1748868"/>
                  </a:lnTo>
                  <a:lnTo>
                    <a:pt x="0" y="130467"/>
                  </a:lnTo>
                  <a:lnTo>
                    <a:pt x="10251" y="79681"/>
                  </a:lnTo>
                  <a:lnTo>
                    <a:pt x="38209" y="38210"/>
                  </a:lnTo>
                  <a:lnTo>
                    <a:pt x="79676" y="10251"/>
                  </a:lnTo>
                  <a:lnTo>
                    <a:pt x="130456" y="0"/>
                  </a:lnTo>
                  <a:lnTo>
                    <a:pt x="1298808" y="0"/>
                  </a:lnTo>
                  <a:lnTo>
                    <a:pt x="1349590" y="10251"/>
                  </a:lnTo>
                  <a:lnTo>
                    <a:pt x="1391061" y="38210"/>
                  </a:lnTo>
                  <a:lnTo>
                    <a:pt x="1419022" y="79681"/>
                  </a:lnTo>
                  <a:lnTo>
                    <a:pt x="1429275" y="130467"/>
                  </a:lnTo>
                  <a:lnTo>
                    <a:pt x="1429275" y="1748868"/>
                  </a:lnTo>
                  <a:lnTo>
                    <a:pt x="1419022" y="1799654"/>
                  </a:lnTo>
                  <a:lnTo>
                    <a:pt x="1391061" y="1841124"/>
                  </a:lnTo>
                  <a:lnTo>
                    <a:pt x="1349590" y="1869083"/>
                  </a:lnTo>
                  <a:lnTo>
                    <a:pt x="1298808" y="1879335"/>
                  </a:lnTo>
                  <a:close/>
                </a:path>
              </a:pathLst>
            </a:custGeom>
            <a:ln w="785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85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RAG의</a:t>
            </a:r>
            <a:r>
              <a:rPr spc="-36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정의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931208" y="1914638"/>
            <a:ext cx="182143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sz="24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RAG(Retrieval-</a:t>
            </a:r>
            <a:r>
              <a:rPr sz="24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Argumented</a:t>
            </a:r>
            <a:r>
              <a:rPr sz="24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Generation)는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검색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기반의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생성을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말하며,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질의와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유사한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내/외부의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지식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정보를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찾아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이를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문맥(context)으로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설정하여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질의에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응답하는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일련의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시스템을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말한다.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55217" y="7953826"/>
            <a:ext cx="18144490" cy="2600325"/>
            <a:chOff x="955217" y="7953826"/>
            <a:chExt cx="18144490" cy="2600325"/>
          </a:xfrm>
        </p:grpSpPr>
        <p:sp>
          <p:nvSpPr>
            <p:cNvPr id="41" name="object 41"/>
            <p:cNvSpPr/>
            <p:nvPr/>
          </p:nvSpPr>
          <p:spPr>
            <a:xfrm>
              <a:off x="955217" y="7953826"/>
              <a:ext cx="9104630" cy="2600325"/>
            </a:xfrm>
            <a:custGeom>
              <a:avLst/>
              <a:gdLst/>
              <a:ahLst/>
              <a:cxnLst/>
              <a:rect l="l" t="t" r="r" b="b"/>
              <a:pathLst>
                <a:path w="9104630" h="2600325">
                  <a:moveTo>
                    <a:pt x="8685264" y="0"/>
                  </a:moveTo>
                  <a:lnTo>
                    <a:pt x="0" y="0"/>
                  </a:lnTo>
                  <a:lnTo>
                    <a:pt x="0" y="2599732"/>
                  </a:lnTo>
                  <a:lnTo>
                    <a:pt x="8685264" y="2599732"/>
                  </a:lnTo>
                  <a:lnTo>
                    <a:pt x="9104099" y="1299866"/>
                  </a:lnTo>
                  <a:lnTo>
                    <a:pt x="8685264" y="0"/>
                  </a:lnTo>
                  <a:close/>
                </a:path>
              </a:pathLst>
            </a:custGeom>
            <a:solidFill>
              <a:srgbClr val="FFF1ED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9785674" y="7953826"/>
              <a:ext cx="9313545" cy="2600325"/>
            </a:xfrm>
            <a:custGeom>
              <a:avLst/>
              <a:gdLst/>
              <a:ahLst/>
              <a:cxnLst/>
              <a:rect l="l" t="t" r="r" b="b"/>
              <a:pathLst>
                <a:path w="9313544" h="2600325">
                  <a:moveTo>
                    <a:pt x="9313517" y="0"/>
                  </a:moveTo>
                  <a:lnTo>
                    <a:pt x="0" y="0"/>
                  </a:lnTo>
                  <a:lnTo>
                    <a:pt x="418835" y="1299866"/>
                  </a:lnTo>
                  <a:lnTo>
                    <a:pt x="0" y="2599732"/>
                  </a:lnTo>
                  <a:lnTo>
                    <a:pt x="9313517" y="2599732"/>
                  </a:lnTo>
                  <a:lnTo>
                    <a:pt x="9313517" y="0"/>
                  </a:lnTo>
                  <a:close/>
                </a:path>
              </a:pathLst>
            </a:custGeom>
            <a:solidFill>
              <a:srgbClr val="F4E4D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0722296" y="8619190"/>
              <a:ext cx="2183130" cy="1662430"/>
            </a:xfrm>
            <a:custGeom>
              <a:avLst/>
              <a:gdLst/>
              <a:ahLst/>
              <a:cxnLst/>
              <a:rect l="l" t="t" r="r" b="b"/>
              <a:pathLst>
                <a:path w="2183129" h="1662429">
                  <a:moveTo>
                    <a:pt x="2052513" y="0"/>
                  </a:moveTo>
                  <a:lnTo>
                    <a:pt x="130456" y="0"/>
                  </a:lnTo>
                  <a:lnTo>
                    <a:pt x="79676" y="10251"/>
                  </a:lnTo>
                  <a:lnTo>
                    <a:pt x="38209" y="38209"/>
                  </a:lnTo>
                  <a:lnTo>
                    <a:pt x="10251" y="79676"/>
                  </a:lnTo>
                  <a:lnTo>
                    <a:pt x="0" y="130456"/>
                  </a:lnTo>
                  <a:lnTo>
                    <a:pt x="0" y="1531932"/>
                  </a:lnTo>
                  <a:lnTo>
                    <a:pt x="10251" y="1582718"/>
                  </a:lnTo>
                  <a:lnTo>
                    <a:pt x="38209" y="1624188"/>
                  </a:lnTo>
                  <a:lnTo>
                    <a:pt x="79676" y="1652147"/>
                  </a:lnTo>
                  <a:lnTo>
                    <a:pt x="130456" y="1662399"/>
                  </a:lnTo>
                  <a:lnTo>
                    <a:pt x="2052513" y="1662399"/>
                  </a:lnTo>
                  <a:lnTo>
                    <a:pt x="2103295" y="1652147"/>
                  </a:lnTo>
                  <a:lnTo>
                    <a:pt x="2144765" y="1624188"/>
                  </a:lnTo>
                  <a:lnTo>
                    <a:pt x="2172727" y="1582718"/>
                  </a:lnTo>
                  <a:lnTo>
                    <a:pt x="2182980" y="1531932"/>
                  </a:lnTo>
                  <a:lnTo>
                    <a:pt x="2182980" y="130456"/>
                  </a:lnTo>
                  <a:lnTo>
                    <a:pt x="2172727" y="79676"/>
                  </a:lnTo>
                  <a:lnTo>
                    <a:pt x="2144765" y="38209"/>
                  </a:lnTo>
                  <a:lnTo>
                    <a:pt x="2103295" y="10251"/>
                  </a:lnTo>
                  <a:lnTo>
                    <a:pt x="2052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0722296" y="8619190"/>
              <a:ext cx="2183130" cy="1662430"/>
            </a:xfrm>
            <a:custGeom>
              <a:avLst/>
              <a:gdLst/>
              <a:ahLst/>
              <a:cxnLst/>
              <a:rect l="l" t="t" r="r" b="b"/>
              <a:pathLst>
                <a:path w="2183129" h="1662429">
                  <a:moveTo>
                    <a:pt x="2052513" y="1662399"/>
                  </a:moveTo>
                  <a:lnTo>
                    <a:pt x="130456" y="1662399"/>
                  </a:lnTo>
                  <a:lnTo>
                    <a:pt x="79676" y="1652147"/>
                  </a:lnTo>
                  <a:lnTo>
                    <a:pt x="38209" y="1624188"/>
                  </a:lnTo>
                  <a:lnTo>
                    <a:pt x="10251" y="1582718"/>
                  </a:lnTo>
                  <a:lnTo>
                    <a:pt x="0" y="1531932"/>
                  </a:lnTo>
                  <a:lnTo>
                    <a:pt x="0" y="130456"/>
                  </a:lnTo>
                  <a:lnTo>
                    <a:pt x="10251" y="79676"/>
                  </a:lnTo>
                  <a:lnTo>
                    <a:pt x="38209" y="38209"/>
                  </a:lnTo>
                  <a:lnTo>
                    <a:pt x="79676" y="10251"/>
                  </a:lnTo>
                  <a:lnTo>
                    <a:pt x="130456" y="0"/>
                  </a:lnTo>
                  <a:lnTo>
                    <a:pt x="2052513" y="0"/>
                  </a:lnTo>
                  <a:lnTo>
                    <a:pt x="2103295" y="10251"/>
                  </a:lnTo>
                  <a:lnTo>
                    <a:pt x="2144765" y="38209"/>
                  </a:lnTo>
                  <a:lnTo>
                    <a:pt x="2172727" y="79676"/>
                  </a:lnTo>
                  <a:lnTo>
                    <a:pt x="2182980" y="130456"/>
                  </a:lnTo>
                  <a:lnTo>
                    <a:pt x="2182980" y="1531932"/>
                  </a:lnTo>
                  <a:lnTo>
                    <a:pt x="2172727" y="1582718"/>
                  </a:lnTo>
                  <a:lnTo>
                    <a:pt x="2144765" y="1624188"/>
                  </a:lnTo>
                  <a:lnTo>
                    <a:pt x="2103295" y="1652147"/>
                  </a:lnTo>
                  <a:lnTo>
                    <a:pt x="2052513" y="1662399"/>
                  </a:lnTo>
                  <a:close/>
                </a:path>
              </a:pathLst>
            </a:custGeom>
            <a:ln w="785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1918316" y="3325549"/>
            <a:ext cx="750570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대한민국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1729517" y="3209358"/>
            <a:ext cx="5725160" cy="1887855"/>
            <a:chOff x="11729517" y="3209358"/>
            <a:chExt cx="5725160" cy="1887855"/>
          </a:xfrm>
        </p:grpSpPr>
        <p:sp>
          <p:nvSpPr>
            <p:cNvPr id="47" name="object 47"/>
            <p:cNvSpPr/>
            <p:nvPr/>
          </p:nvSpPr>
          <p:spPr>
            <a:xfrm>
              <a:off x="11733644" y="4189460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2375748" y="4063315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4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11733644" y="431560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11733644" y="4441751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11733644" y="456789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11733644" y="4694042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11733644" y="4820188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11733644" y="4946333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12375748" y="3811024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4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12375748" y="3937170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4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1733653" y="3756377"/>
              <a:ext cx="566420" cy="340995"/>
            </a:xfrm>
            <a:custGeom>
              <a:avLst/>
              <a:gdLst/>
              <a:ahLst/>
              <a:cxnLst/>
              <a:rect l="l" t="t" r="r" b="b"/>
              <a:pathLst>
                <a:path w="566420" h="340995">
                  <a:moveTo>
                    <a:pt x="566359" y="0"/>
                  </a:moveTo>
                  <a:lnTo>
                    <a:pt x="0" y="0"/>
                  </a:lnTo>
                  <a:lnTo>
                    <a:pt x="0" y="340596"/>
                  </a:lnTo>
                  <a:lnTo>
                    <a:pt x="566359" y="340596"/>
                  </a:lnTo>
                  <a:lnTo>
                    <a:pt x="5663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6020651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0"/>
                  </a:moveTo>
                  <a:lnTo>
                    <a:pt x="130456" y="0"/>
                  </a:lnTo>
                  <a:lnTo>
                    <a:pt x="79676" y="10251"/>
                  </a:lnTo>
                  <a:lnTo>
                    <a:pt x="38209" y="38210"/>
                  </a:lnTo>
                  <a:lnTo>
                    <a:pt x="10251" y="79681"/>
                  </a:lnTo>
                  <a:lnTo>
                    <a:pt x="0" y="130467"/>
                  </a:lnTo>
                  <a:lnTo>
                    <a:pt x="0" y="1748868"/>
                  </a:lnTo>
                  <a:lnTo>
                    <a:pt x="10251" y="1799654"/>
                  </a:lnTo>
                  <a:lnTo>
                    <a:pt x="38209" y="1841124"/>
                  </a:lnTo>
                  <a:lnTo>
                    <a:pt x="79676" y="1869083"/>
                  </a:lnTo>
                  <a:lnTo>
                    <a:pt x="130456" y="1879335"/>
                  </a:lnTo>
                  <a:lnTo>
                    <a:pt x="1298808" y="1879335"/>
                  </a:lnTo>
                  <a:lnTo>
                    <a:pt x="1349590" y="1869083"/>
                  </a:lnTo>
                  <a:lnTo>
                    <a:pt x="1391061" y="1841124"/>
                  </a:lnTo>
                  <a:lnTo>
                    <a:pt x="1419022" y="1799654"/>
                  </a:lnTo>
                  <a:lnTo>
                    <a:pt x="1429275" y="1748868"/>
                  </a:lnTo>
                  <a:lnTo>
                    <a:pt x="1429275" y="130467"/>
                  </a:lnTo>
                  <a:lnTo>
                    <a:pt x="1419022" y="79681"/>
                  </a:lnTo>
                  <a:lnTo>
                    <a:pt x="1391061" y="38210"/>
                  </a:lnTo>
                  <a:lnTo>
                    <a:pt x="1349590" y="10251"/>
                  </a:lnTo>
                  <a:lnTo>
                    <a:pt x="1298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16020651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1879335"/>
                  </a:moveTo>
                  <a:lnTo>
                    <a:pt x="130456" y="1879335"/>
                  </a:lnTo>
                  <a:lnTo>
                    <a:pt x="79676" y="1869083"/>
                  </a:lnTo>
                  <a:lnTo>
                    <a:pt x="38209" y="1841124"/>
                  </a:lnTo>
                  <a:lnTo>
                    <a:pt x="10251" y="1799654"/>
                  </a:lnTo>
                  <a:lnTo>
                    <a:pt x="0" y="1748868"/>
                  </a:lnTo>
                  <a:lnTo>
                    <a:pt x="0" y="130467"/>
                  </a:lnTo>
                  <a:lnTo>
                    <a:pt x="10251" y="79681"/>
                  </a:lnTo>
                  <a:lnTo>
                    <a:pt x="38209" y="38210"/>
                  </a:lnTo>
                  <a:lnTo>
                    <a:pt x="79676" y="10251"/>
                  </a:lnTo>
                  <a:lnTo>
                    <a:pt x="130456" y="0"/>
                  </a:lnTo>
                  <a:lnTo>
                    <a:pt x="1298808" y="0"/>
                  </a:lnTo>
                  <a:lnTo>
                    <a:pt x="1349590" y="10251"/>
                  </a:lnTo>
                  <a:lnTo>
                    <a:pt x="1391061" y="38210"/>
                  </a:lnTo>
                  <a:lnTo>
                    <a:pt x="1419022" y="79681"/>
                  </a:lnTo>
                  <a:lnTo>
                    <a:pt x="1429275" y="130467"/>
                  </a:lnTo>
                  <a:lnTo>
                    <a:pt x="1429275" y="1748868"/>
                  </a:lnTo>
                  <a:lnTo>
                    <a:pt x="1419022" y="1799654"/>
                  </a:lnTo>
                  <a:lnTo>
                    <a:pt x="1391061" y="1841124"/>
                  </a:lnTo>
                  <a:lnTo>
                    <a:pt x="1349590" y="1869083"/>
                  </a:lnTo>
                  <a:lnTo>
                    <a:pt x="1298808" y="1879335"/>
                  </a:lnTo>
                  <a:close/>
                </a:path>
              </a:pathLst>
            </a:custGeom>
            <a:ln w="785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16175623" y="4189460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16817728" y="4063315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16175623" y="431560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6175623" y="4441751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6175623" y="456789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16175623" y="4694042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16175623" y="4820188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16175623" y="4946333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16817728" y="3811024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16817728" y="3937170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16175622" y="3756377"/>
              <a:ext cx="566420" cy="340995"/>
            </a:xfrm>
            <a:custGeom>
              <a:avLst/>
              <a:gdLst/>
              <a:ahLst/>
              <a:cxnLst/>
              <a:rect l="l" t="t" r="r" b="b"/>
              <a:pathLst>
                <a:path w="566419" h="340995">
                  <a:moveTo>
                    <a:pt x="566359" y="0"/>
                  </a:moveTo>
                  <a:lnTo>
                    <a:pt x="0" y="0"/>
                  </a:lnTo>
                  <a:lnTo>
                    <a:pt x="0" y="340596"/>
                  </a:lnTo>
                  <a:lnTo>
                    <a:pt x="566359" y="340596"/>
                  </a:lnTo>
                  <a:lnTo>
                    <a:pt x="5663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15692705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0"/>
                  </a:moveTo>
                  <a:lnTo>
                    <a:pt x="130456" y="0"/>
                  </a:lnTo>
                  <a:lnTo>
                    <a:pt x="79676" y="10251"/>
                  </a:lnTo>
                  <a:lnTo>
                    <a:pt x="38209" y="38210"/>
                  </a:lnTo>
                  <a:lnTo>
                    <a:pt x="10251" y="79681"/>
                  </a:lnTo>
                  <a:lnTo>
                    <a:pt x="0" y="130467"/>
                  </a:lnTo>
                  <a:lnTo>
                    <a:pt x="0" y="1748868"/>
                  </a:lnTo>
                  <a:lnTo>
                    <a:pt x="10251" y="1799654"/>
                  </a:lnTo>
                  <a:lnTo>
                    <a:pt x="38209" y="1841124"/>
                  </a:lnTo>
                  <a:lnTo>
                    <a:pt x="79676" y="1869083"/>
                  </a:lnTo>
                  <a:lnTo>
                    <a:pt x="130456" y="1879335"/>
                  </a:lnTo>
                  <a:lnTo>
                    <a:pt x="1298808" y="1879335"/>
                  </a:lnTo>
                  <a:lnTo>
                    <a:pt x="1349590" y="1869083"/>
                  </a:lnTo>
                  <a:lnTo>
                    <a:pt x="1391061" y="1841124"/>
                  </a:lnTo>
                  <a:lnTo>
                    <a:pt x="1419022" y="1799654"/>
                  </a:lnTo>
                  <a:lnTo>
                    <a:pt x="1429275" y="1748868"/>
                  </a:lnTo>
                  <a:lnTo>
                    <a:pt x="1429275" y="130467"/>
                  </a:lnTo>
                  <a:lnTo>
                    <a:pt x="1419022" y="79681"/>
                  </a:lnTo>
                  <a:lnTo>
                    <a:pt x="1391061" y="38210"/>
                  </a:lnTo>
                  <a:lnTo>
                    <a:pt x="1349590" y="10251"/>
                  </a:lnTo>
                  <a:lnTo>
                    <a:pt x="1298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15692705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1879335"/>
                  </a:moveTo>
                  <a:lnTo>
                    <a:pt x="130456" y="1879335"/>
                  </a:lnTo>
                  <a:lnTo>
                    <a:pt x="79676" y="1869083"/>
                  </a:lnTo>
                  <a:lnTo>
                    <a:pt x="38209" y="1841124"/>
                  </a:lnTo>
                  <a:lnTo>
                    <a:pt x="10251" y="1799654"/>
                  </a:lnTo>
                  <a:lnTo>
                    <a:pt x="0" y="1748868"/>
                  </a:lnTo>
                  <a:lnTo>
                    <a:pt x="0" y="130467"/>
                  </a:lnTo>
                  <a:lnTo>
                    <a:pt x="10251" y="79681"/>
                  </a:lnTo>
                  <a:lnTo>
                    <a:pt x="38209" y="38210"/>
                  </a:lnTo>
                  <a:lnTo>
                    <a:pt x="79676" y="10251"/>
                  </a:lnTo>
                  <a:lnTo>
                    <a:pt x="130456" y="0"/>
                  </a:lnTo>
                  <a:lnTo>
                    <a:pt x="1298808" y="0"/>
                  </a:lnTo>
                  <a:lnTo>
                    <a:pt x="1349590" y="10251"/>
                  </a:lnTo>
                  <a:lnTo>
                    <a:pt x="1391061" y="38210"/>
                  </a:lnTo>
                  <a:lnTo>
                    <a:pt x="1419022" y="79681"/>
                  </a:lnTo>
                  <a:lnTo>
                    <a:pt x="1429275" y="130467"/>
                  </a:lnTo>
                  <a:lnTo>
                    <a:pt x="1429275" y="1748868"/>
                  </a:lnTo>
                  <a:lnTo>
                    <a:pt x="1419022" y="1799654"/>
                  </a:lnTo>
                  <a:lnTo>
                    <a:pt x="1391061" y="1841124"/>
                  </a:lnTo>
                  <a:lnTo>
                    <a:pt x="1349590" y="1869083"/>
                  </a:lnTo>
                  <a:lnTo>
                    <a:pt x="1298808" y="1879335"/>
                  </a:lnTo>
                  <a:close/>
                </a:path>
              </a:pathLst>
            </a:custGeom>
            <a:ln w="785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15847678" y="4189460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16489781" y="4063315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15847678" y="431560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15847678" y="4441751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15847678" y="456789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15847678" y="4694042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15847678" y="4820188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15847678" y="4946333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16489781" y="3811024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6489781" y="3937170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5847685" y="3756377"/>
              <a:ext cx="566420" cy="340995"/>
            </a:xfrm>
            <a:custGeom>
              <a:avLst/>
              <a:gdLst/>
              <a:ahLst/>
              <a:cxnLst/>
              <a:rect l="l" t="t" r="r" b="b"/>
              <a:pathLst>
                <a:path w="566419" h="340995">
                  <a:moveTo>
                    <a:pt x="566359" y="0"/>
                  </a:moveTo>
                  <a:lnTo>
                    <a:pt x="0" y="0"/>
                  </a:lnTo>
                  <a:lnTo>
                    <a:pt x="0" y="340596"/>
                  </a:lnTo>
                  <a:lnTo>
                    <a:pt x="566359" y="340596"/>
                  </a:lnTo>
                  <a:lnTo>
                    <a:pt x="5663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15365398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0"/>
                  </a:moveTo>
                  <a:lnTo>
                    <a:pt x="130456" y="0"/>
                  </a:lnTo>
                  <a:lnTo>
                    <a:pt x="79676" y="10251"/>
                  </a:lnTo>
                  <a:lnTo>
                    <a:pt x="38209" y="38210"/>
                  </a:lnTo>
                  <a:lnTo>
                    <a:pt x="10251" y="79681"/>
                  </a:lnTo>
                  <a:lnTo>
                    <a:pt x="0" y="130467"/>
                  </a:lnTo>
                  <a:lnTo>
                    <a:pt x="0" y="1748868"/>
                  </a:lnTo>
                  <a:lnTo>
                    <a:pt x="10251" y="1799654"/>
                  </a:lnTo>
                  <a:lnTo>
                    <a:pt x="38209" y="1841124"/>
                  </a:lnTo>
                  <a:lnTo>
                    <a:pt x="79676" y="1869083"/>
                  </a:lnTo>
                  <a:lnTo>
                    <a:pt x="130456" y="1879335"/>
                  </a:lnTo>
                  <a:lnTo>
                    <a:pt x="1298808" y="1879335"/>
                  </a:lnTo>
                  <a:lnTo>
                    <a:pt x="1349588" y="1869083"/>
                  </a:lnTo>
                  <a:lnTo>
                    <a:pt x="1391055" y="1841124"/>
                  </a:lnTo>
                  <a:lnTo>
                    <a:pt x="1419013" y="1799654"/>
                  </a:lnTo>
                  <a:lnTo>
                    <a:pt x="1429265" y="1748868"/>
                  </a:lnTo>
                  <a:lnTo>
                    <a:pt x="1429265" y="130467"/>
                  </a:lnTo>
                  <a:lnTo>
                    <a:pt x="1419013" y="79681"/>
                  </a:lnTo>
                  <a:lnTo>
                    <a:pt x="1391055" y="38210"/>
                  </a:lnTo>
                  <a:lnTo>
                    <a:pt x="1349588" y="10251"/>
                  </a:lnTo>
                  <a:lnTo>
                    <a:pt x="12988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15365398" y="3213486"/>
              <a:ext cx="1429385" cy="1879600"/>
            </a:xfrm>
            <a:custGeom>
              <a:avLst/>
              <a:gdLst/>
              <a:ahLst/>
              <a:cxnLst/>
              <a:rect l="l" t="t" r="r" b="b"/>
              <a:pathLst>
                <a:path w="1429384" h="1879600">
                  <a:moveTo>
                    <a:pt x="1298808" y="1879335"/>
                  </a:moveTo>
                  <a:lnTo>
                    <a:pt x="130456" y="1879335"/>
                  </a:lnTo>
                  <a:lnTo>
                    <a:pt x="79676" y="1869083"/>
                  </a:lnTo>
                  <a:lnTo>
                    <a:pt x="38209" y="1841124"/>
                  </a:lnTo>
                  <a:lnTo>
                    <a:pt x="10251" y="1799654"/>
                  </a:lnTo>
                  <a:lnTo>
                    <a:pt x="0" y="1748868"/>
                  </a:lnTo>
                  <a:lnTo>
                    <a:pt x="0" y="130467"/>
                  </a:lnTo>
                  <a:lnTo>
                    <a:pt x="10251" y="79681"/>
                  </a:lnTo>
                  <a:lnTo>
                    <a:pt x="38209" y="38210"/>
                  </a:lnTo>
                  <a:lnTo>
                    <a:pt x="79676" y="10251"/>
                  </a:lnTo>
                  <a:lnTo>
                    <a:pt x="130456" y="0"/>
                  </a:lnTo>
                  <a:lnTo>
                    <a:pt x="1298808" y="0"/>
                  </a:lnTo>
                  <a:lnTo>
                    <a:pt x="1349588" y="10251"/>
                  </a:lnTo>
                  <a:lnTo>
                    <a:pt x="1391055" y="38210"/>
                  </a:lnTo>
                  <a:lnTo>
                    <a:pt x="1419013" y="79681"/>
                  </a:lnTo>
                  <a:lnTo>
                    <a:pt x="1429265" y="130467"/>
                  </a:lnTo>
                  <a:lnTo>
                    <a:pt x="1429265" y="1748868"/>
                  </a:lnTo>
                  <a:lnTo>
                    <a:pt x="1419013" y="1799654"/>
                  </a:lnTo>
                  <a:lnTo>
                    <a:pt x="1391055" y="1841124"/>
                  </a:lnTo>
                  <a:lnTo>
                    <a:pt x="1349588" y="1869083"/>
                  </a:lnTo>
                  <a:lnTo>
                    <a:pt x="1298808" y="1879335"/>
                  </a:lnTo>
                  <a:close/>
                </a:path>
              </a:pathLst>
            </a:custGeom>
            <a:ln w="785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5658545" y="3368675"/>
            <a:ext cx="224210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5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대한민국</a:t>
            </a:r>
            <a:r>
              <a:rPr lang="en-US" sz="16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                B       C        D</a:t>
            </a:r>
            <a:endParaRPr sz="1650" spc="-1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061942" y="8731255"/>
            <a:ext cx="750570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대한민국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524460" y="9347627"/>
            <a:ext cx="1195705" cy="1147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50" b="1" u="sng" spc="295" dirty="0">
                <a:uFill>
                  <a:solidFill>
                    <a:srgbClr val="333333"/>
                  </a:solidFill>
                </a:u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 </a:t>
            </a:r>
            <a:r>
              <a:rPr sz="650" b="1" u="sng" spc="-60" dirty="0">
                <a:uFill>
                  <a:solidFill>
                    <a:srgbClr val="333333"/>
                  </a:solidFill>
                </a:u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...대한민국의</a:t>
            </a:r>
            <a:r>
              <a:rPr sz="650" b="1" u="sng" spc="-40" dirty="0">
                <a:uFill>
                  <a:solidFill>
                    <a:srgbClr val="333333"/>
                  </a:solidFill>
                </a:u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650" b="1" u="sng" spc="-85" dirty="0">
                <a:uFill>
                  <a:solidFill>
                    <a:srgbClr val="333333"/>
                  </a:solidFill>
                </a:u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수도는</a:t>
            </a:r>
            <a:r>
              <a:rPr sz="650" b="1" u="sng" spc="-40" dirty="0">
                <a:uFill>
                  <a:solidFill>
                    <a:srgbClr val="333333"/>
                  </a:solidFill>
                </a:u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650" b="1" u="sng" spc="-45" dirty="0">
                <a:uFill>
                  <a:solidFill>
                    <a:srgbClr val="333333"/>
                  </a:solidFill>
                </a:u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서울이다...</a:t>
            </a:r>
            <a:endParaRPr sz="6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339503" y="8720439"/>
            <a:ext cx="12750165" cy="1383665"/>
            <a:chOff x="3339503" y="8720439"/>
            <a:chExt cx="12750165" cy="1383665"/>
          </a:xfrm>
        </p:grpSpPr>
        <p:sp>
          <p:nvSpPr>
            <p:cNvPr id="90" name="object 90"/>
            <p:cNvSpPr/>
            <p:nvPr/>
          </p:nvSpPr>
          <p:spPr>
            <a:xfrm>
              <a:off x="10877273" y="9595161"/>
              <a:ext cx="1837055" cy="0"/>
            </a:xfrm>
            <a:custGeom>
              <a:avLst/>
              <a:gdLst/>
              <a:ahLst/>
              <a:cxnLst/>
              <a:rect l="l" t="t" r="r" b="b"/>
              <a:pathLst>
                <a:path w="1837054">
                  <a:moveTo>
                    <a:pt x="0" y="0"/>
                  </a:moveTo>
                  <a:lnTo>
                    <a:pt x="1836802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10877273" y="9721307"/>
              <a:ext cx="1837055" cy="0"/>
            </a:xfrm>
            <a:custGeom>
              <a:avLst/>
              <a:gdLst/>
              <a:ahLst/>
              <a:cxnLst/>
              <a:rect l="l" t="t" r="r" b="b"/>
              <a:pathLst>
                <a:path w="1837054">
                  <a:moveTo>
                    <a:pt x="0" y="0"/>
                  </a:moveTo>
                  <a:lnTo>
                    <a:pt x="1836802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10877273" y="9847451"/>
              <a:ext cx="1837055" cy="0"/>
            </a:xfrm>
            <a:custGeom>
              <a:avLst/>
              <a:gdLst/>
              <a:ahLst/>
              <a:cxnLst/>
              <a:rect l="l" t="t" r="r" b="b"/>
              <a:pathLst>
                <a:path w="1837054">
                  <a:moveTo>
                    <a:pt x="0" y="0"/>
                  </a:moveTo>
                  <a:lnTo>
                    <a:pt x="1836802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10877273" y="9973597"/>
              <a:ext cx="1837055" cy="0"/>
            </a:xfrm>
            <a:custGeom>
              <a:avLst/>
              <a:gdLst/>
              <a:ahLst/>
              <a:cxnLst/>
              <a:rect l="l" t="t" r="r" b="b"/>
              <a:pathLst>
                <a:path w="1837054">
                  <a:moveTo>
                    <a:pt x="0" y="0"/>
                  </a:moveTo>
                  <a:lnTo>
                    <a:pt x="1836802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10877273" y="10099742"/>
              <a:ext cx="1837055" cy="0"/>
            </a:xfrm>
            <a:custGeom>
              <a:avLst/>
              <a:gdLst/>
              <a:ahLst/>
              <a:cxnLst/>
              <a:rect l="l" t="t" r="r" b="b"/>
              <a:pathLst>
                <a:path w="1837054">
                  <a:moveTo>
                    <a:pt x="0" y="0"/>
                  </a:moveTo>
                  <a:lnTo>
                    <a:pt x="1836802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11537160" y="9216724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917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11537160" y="9342870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917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10877281" y="9162076"/>
              <a:ext cx="566420" cy="340995"/>
            </a:xfrm>
            <a:custGeom>
              <a:avLst/>
              <a:gdLst/>
              <a:ahLst/>
              <a:cxnLst/>
              <a:rect l="l" t="t" r="r" b="b"/>
              <a:pathLst>
                <a:path w="566420" h="340995">
                  <a:moveTo>
                    <a:pt x="566359" y="0"/>
                  </a:moveTo>
                  <a:lnTo>
                    <a:pt x="0" y="0"/>
                  </a:lnTo>
                  <a:lnTo>
                    <a:pt x="0" y="340596"/>
                  </a:lnTo>
                  <a:lnTo>
                    <a:pt x="566359" y="340596"/>
                  </a:lnTo>
                  <a:lnTo>
                    <a:pt x="5663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344901" y="8765129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4" h="634365">
                  <a:moveTo>
                    <a:pt x="0" y="633875"/>
                  </a:moveTo>
                  <a:lnTo>
                    <a:pt x="63388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24979" y="8720439"/>
              <a:ext cx="98489" cy="9849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344901" y="9399005"/>
              <a:ext cx="636270" cy="0"/>
            </a:xfrm>
            <a:custGeom>
              <a:avLst/>
              <a:gdLst/>
              <a:ahLst/>
              <a:cxnLst/>
              <a:rect l="l" t="t" r="r" b="b"/>
              <a:pathLst>
                <a:path w="636270">
                  <a:moveTo>
                    <a:pt x="0" y="0"/>
                  </a:moveTo>
                  <a:lnTo>
                    <a:pt x="635844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4440" y="9349216"/>
              <a:ext cx="89494" cy="99588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344901" y="9399005"/>
              <a:ext cx="632460" cy="632460"/>
            </a:xfrm>
            <a:custGeom>
              <a:avLst/>
              <a:gdLst/>
              <a:ahLst/>
              <a:cxnLst/>
              <a:rect l="l" t="t" r="r" b="b"/>
              <a:pathLst>
                <a:path w="632460" h="632459">
                  <a:moveTo>
                    <a:pt x="0" y="0"/>
                  </a:moveTo>
                  <a:lnTo>
                    <a:pt x="631938" y="63193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23024" y="9977138"/>
              <a:ext cx="98499" cy="9848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5597254" y="9411829"/>
              <a:ext cx="429259" cy="0"/>
            </a:xfrm>
            <a:custGeom>
              <a:avLst/>
              <a:gdLst/>
              <a:ahLst/>
              <a:cxnLst/>
              <a:rect l="l" t="t" r="r" b="b"/>
              <a:pathLst>
                <a:path w="429259">
                  <a:moveTo>
                    <a:pt x="0" y="0"/>
                  </a:moveTo>
                  <a:lnTo>
                    <a:pt x="429013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99968" y="9362040"/>
              <a:ext cx="89494" cy="99588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13044640" y="3670470"/>
            <a:ext cx="5224145" cy="1280160"/>
            <a:chOff x="13044640" y="3670470"/>
            <a:chExt cx="5224145" cy="1280160"/>
          </a:xfrm>
        </p:grpSpPr>
        <p:sp>
          <p:nvSpPr>
            <p:cNvPr id="107" name="object 107"/>
            <p:cNvSpPr/>
            <p:nvPr/>
          </p:nvSpPr>
          <p:spPr>
            <a:xfrm>
              <a:off x="15520370" y="4189460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16162473" y="4063315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15520370" y="431560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15520370" y="4441751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15520370" y="4567896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15520370" y="4694042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15520370" y="4820188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15520370" y="4946333"/>
              <a:ext cx="1132840" cy="0"/>
            </a:xfrm>
            <a:custGeom>
              <a:avLst/>
              <a:gdLst/>
              <a:ahLst/>
              <a:cxnLst/>
              <a:rect l="l" t="t" r="r" b="b"/>
              <a:pathLst>
                <a:path w="1132840">
                  <a:moveTo>
                    <a:pt x="0" y="0"/>
                  </a:moveTo>
                  <a:lnTo>
                    <a:pt x="1132729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16162473" y="3811024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16162473" y="3937170"/>
              <a:ext cx="490855" cy="0"/>
            </a:xfrm>
            <a:custGeom>
              <a:avLst/>
              <a:gdLst/>
              <a:ahLst/>
              <a:cxnLst/>
              <a:rect l="l" t="t" r="r" b="b"/>
              <a:pathLst>
                <a:path w="490855">
                  <a:moveTo>
                    <a:pt x="0" y="0"/>
                  </a:moveTo>
                  <a:lnTo>
                    <a:pt x="490623" y="0"/>
                  </a:lnTo>
                </a:path>
              </a:pathLst>
            </a:custGeom>
            <a:ln w="785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15520375" y="3756377"/>
              <a:ext cx="566420" cy="340995"/>
            </a:xfrm>
            <a:custGeom>
              <a:avLst/>
              <a:gdLst/>
              <a:ahLst/>
              <a:cxnLst/>
              <a:rect l="l" t="t" r="r" b="b"/>
              <a:pathLst>
                <a:path w="566419" h="340995">
                  <a:moveTo>
                    <a:pt x="566359" y="0"/>
                  </a:moveTo>
                  <a:lnTo>
                    <a:pt x="0" y="0"/>
                  </a:lnTo>
                  <a:lnTo>
                    <a:pt x="0" y="340596"/>
                  </a:lnTo>
                  <a:lnTo>
                    <a:pt x="566359" y="340596"/>
                  </a:lnTo>
                  <a:lnTo>
                    <a:pt x="5663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13171026" y="4153153"/>
              <a:ext cx="1867535" cy="0"/>
            </a:xfrm>
            <a:custGeom>
              <a:avLst/>
              <a:gdLst/>
              <a:ahLst/>
              <a:cxnLst/>
              <a:rect l="l" t="t" r="r" b="b"/>
              <a:pathLst>
                <a:path w="1867534">
                  <a:moveTo>
                    <a:pt x="1866948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19" name="object 1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44640" y="4053554"/>
              <a:ext cx="178999" cy="19917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37214" y="3670470"/>
              <a:ext cx="131325" cy="131325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37214" y="3878980"/>
              <a:ext cx="131325" cy="13132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37214" y="4087491"/>
              <a:ext cx="131325" cy="13132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37214" y="4296001"/>
              <a:ext cx="131325" cy="13132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37214" y="4504512"/>
              <a:ext cx="131325" cy="131325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3516321" y="3483788"/>
            <a:ext cx="2624499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어디야?</a:t>
            </a:r>
          </a:p>
        </p:txBody>
      </p:sp>
      <p:sp>
        <p:nvSpPr>
          <p:cNvPr id="126" name="object 126"/>
          <p:cNvSpPr txBox="1"/>
          <p:nvPr/>
        </p:nvSpPr>
        <p:spPr>
          <a:xfrm>
            <a:off x="13238857" y="3518271"/>
            <a:ext cx="1867535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sz="19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어디야?</a:t>
            </a:r>
          </a:p>
        </p:txBody>
      </p:sp>
      <p:sp>
        <p:nvSpPr>
          <p:cNvPr id="127" name="object 127"/>
          <p:cNvSpPr txBox="1"/>
          <p:nvPr/>
        </p:nvSpPr>
        <p:spPr>
          <a:xfrm>
            <a:off x="13568106" y="4266229"/>
            <a:ext cx="1048385" cy="4358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835" algn="l">
              <a:lnSpc>
                <a:spcPct val="100600"/>
              </a:lnSpc>
              <a:spcBef>
                <a:spcPts val="95"/>
              </a:spcBef>
            </a:pPr>
            <a:r>
              <a:rPr sz="1400" spc="-185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질의에</a:t>
            </a:r>
            <a:r>
              <a:rPr sz="1400" spc="-95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 </a:t>
            </a:r>
            <a:r>
              <a:rPr sz="1400" spc="-25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대한 </a:t>
            </a:r>
            <a:r>
              <a:rPr sz="1400" spc="-190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답이</a:t>
            </a:r>
            <a:r>
              <a:rPr sz="1400" spc="-85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 </a:t>
            </a:r>
            <a:r>
              <a:rPr sz="1400" spc="-190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있는</a:t>
            </a:r>
            <a:r>
              <a:rPr sz="1400" spc="-85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 </a:t>
            </a:r>
            <a:r>
              <a:rPr sz="1400" spc="-200" dirty="0">
                <a:latin typeface="Noto Sans KR" panose="020B0200000000000000" pitchFamily="50" charset="-127"/>
                <a:ea typeface="Noto Sans KR" panose="020B0200000000000000" pitchFamily="50" charset="-127"/>
                <a:cs typeface="Dotum"/>
              </a:rPr>
              <a:t>문서</a:t>
            </a:r>
            <a:endParaRPr sz="1400" dirty="0">
              <a:latin typeface="Noto Sans KR" panose="020B0200000000000000" pitchFamily="50" charset="-127"/>
              <a:ea typeface="Noto Sans KR" panose="020B0200000000000000" pitchFamily="50" charset="-127"/>
              <a:cs typeface="Dotum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647426" y="3978275"/>
            <a:ext cx="241046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서울입니다.</a:t>
            </a:r>
          </a:p>
        </p:txBody>
      </p:sp>
      <p:sp>
        <p:nvSpPr>
          <p:cNvPr id="129" name="object 129"/>
          <p:cNvSpPr txBox="1"/>
          <p:nvPr/>
        </p:nvSpPr>
        <p:spPr>
          <a:xfrm>
            <a:off x="1060450" y="9083675"/>
            <a:ext cx="2208282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어디야?</a:t>
            </a:r>
          </a:p>
        </p:txBody>
      </p:sp>
      <p:sp>
        <p:nvSpPr>
          <p:cNvPr id="130" name="object 130"/>
          <p:cNvSpPr txBox="1"/>
          <p:nvPr/>
        </p:nvSpPr>
        <p:spPr>
          <a:xfrm>
            <a:off x="4142570" y="8539864"/>
            <a:ext cx="5618790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라는 질문에 영희는 제대로 답변하지 못했습니다...(생략)</a:t>
            </a:r>
          </a:p>
        </p:txBody>
      </p:sp>
      <p:sp>
        <p:nvSpPr>
          <p:cNvPr id="131" name="object 131"/>
          <p:cNvSpPr txBox="1"/>
          <p:nvPr/>
        </p:nvSpPr>
        <p:spPr>
          <a:xfrm>
            <a:off x="4142570" y="9206503"/>
            <a:ext cx="3852080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서울입니다.</a:t>
            </a:r>
          </a:p>
        </p:txBody>
      </p:sp>
      <p:sp>
        <p:nvSpPr>
          <p:cNvPr id="132" name="object 132"/>
          <p:cNvSpPr txBox="1"/>
          <p:nvPr/>
        </p:nvSpPr>
        <p:spPr>
          <a:xfrm>
            <a:off x="4142570" y="9889541"/>
            <a:ext cx="5228590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를 영어로 번역하면, What is the capital of Korea? 입니다.</a:t>
            </a:r>
          </a:p>
        </p:txBody>
      </p:sp>
      <p:sp>
        <p:nvSpPr>
          <p:cNvPr id="133" name="object 133"/>
          <p:cNvSpPr txBox="1"/>
          <p:nvPr/>
        </p:nvSpPr>
        <p:spPr>
          <a:xfrm>
            <a:off x="16794783" y="9064558"/>
            <a:ext cx="2230755" cy="693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서울입니다.</a:t>
            </a:r>
          </a:p>
        </p:txBody>
      </p:sp>
      <p:sp>
        <p:nvSpPr>
          <p:cNvPr id="134" name="object 134"/>
          <p:cNvSpPr txBox="1"/>
          <p:nvPr/>
        </p:nvSpPr>
        <p:spPr>
          <a:xfrm>
            <a:off x="13067988" y="9210360"/>
            <a:ext cx="3455834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5435" algn="l"/>
              </a:tabLst>
            </a:pPr>
            <a:r>
              <a:rPr sz="2700" b="1" spc="-150" baseline="4629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+	</a:t>
            </a:r>
            <a:r>
              <a:rPr sz="220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어디야?</a:t>
            </a:r>
          </a:p>
        </p:txBody>
      </p:sp>
      <p:grpSp>
        <p:nvGrpSpPr>
          <p:cNvPr id="135" name="object 135"/>
          <p:cNvGrpSpPr/>
          <p:nvPr/>
        </p:nvGrpSpPr>
        <p:grpSpPr>
          <a:xfrm>
            <a:off x="12904319" y="8491311"/>
            <a:ext cx="3011170" cy="2088514"/>
            <a:chOff x="12904319" y="8491311"/>
            <a:chExt cx="3011170" cy="2088514"/>
          </a:xfrm>
        </p:grpSpPr>
        <p:pic>
          <p:nvPicPr>
            <p:cNvPr id="136" name="object 1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04319" y="9225111"/>
              <a:ext cx="2995510" cy="135451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04319" y="8491311"/>
              <a:ext cx="2995510" cy="1088133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87247" y="8568376"/>
              <a:ext cx="2927659" cy="964996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987247" y="9324793"/>
              <a:ext cx="2927659" cy="1196193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13397840" y="8701344"/>
              <a:ext cx="150495" cy="168275"/>
            </a:xfrm>
            <a:custGeom>
              <a:avLst/>
              <a:gdLst/>
              <a:ahLst/>
              <a:cxnLst/>
              <a:rect l="l" t="t" r="r" b="b"/>
              <a:pathLst>
                <a:path w="150494" h="168275">
                  <a:moveTo>
                    <a:pt x="0" y="167774"/>
                  </a:moveTo>
                  <a:lnTo>
                    <a:pt x="0" y="0"/>
                  </a:lnTo>
                  <a:lnTo>
                    <a:pt x="149932" y="1633"/>
                  </a:lnTo>
                </a:path>
              </a:pathLst>
            </a:custGeom>
            <a:ln w="10470">
              <a:solidFill>
                <a:srgbClr val="754B23"/>
              </a:solidFill>
            </a:ln>
          </p:spPr>
          <p:txBody>
            <a:bodyPr wrap="square" lIns="0" tIns="0" rIns="0" bIns="0" rtlCol="0"/>
            <a:lstStyle/>
            <a:p>
              <a:endParaRPr spc="-15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13520919" y="8652903"/>
              <a:ext cx="90170" cy="99695"/>
            </a:xfrm>
            <a:custGeom>
              <a:avLst/>
              <a:gdLst/>
              <a:ahLst/>
              <a:cxnLst/>
              <a:rect l="l" t="t" r="r" b="b"/>
              <a:pathLst>
                <a:path w="90169" h="99695">
                  <a:moveTo>
                    <a:pt x="1088" y="0"/>
                  </a:moveTo>
                  <a:lnTo>
                    <a:pt x="18554" y="49988"/>
                  </a:lnTo>
                  <a:lnTo>
                    <a:pt x="0" y="99578"/>
                  </a:lnTo>
                  <a:lnTo>
                    <a:pt x="19610" y="85152"/>
                  </a:lnTo>
                  <a:lnTo>
                    <a:pt x="42482" y="71805"/>
                  </a:lnTo>
                  <a:lnTo>
                    <a:pt x="66623" y="60141"/>
                  </a:lnTo>
                  <a:lnTo>
                    <a:pt x="90039" y="50762"/>
                  </a:lnTo>
                  <a:lnTo>
                    <a:pt x="66833" y="40881"/>
                  </a:lnTo>
                  <a:lnTo>
                    <a:pt x="42952" y="28695"/>
                  </a:lnTo>
                  <a:lnTo>
                    <a:pt x="20378" y="14852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rgbClr val="754B23"/>
            </a:solidFill>
          </p:spPr>
          <p:txBody>
            <a:bodyPr wrap="square" lIns="0" tIns="0" rIns="0" bIns="0" rtlCol="0"/>
            <a:lstStyle/>
            <a:p>
              <a:endParaRPr spc="-15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13635403" y="8602619"/>
            <a:ext cx="1292225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spc="-150" dirty="0">
                <a:solidFill>
                  <a:srgbClr val="52464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프롬프트(prompt)</a:t>
            </a:r>
            <a:endParaRPr sz="1150" spc="-1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13283480" y="8869122"/>
            <a:ext cx="2237105" cy="1332230"/>
          </a:xfrm>
          <a:custGeom>
            <a:avLst/>
            <a:gdLst/>
            <a:ahLst/>
            <a:cxnLst/>
            <a:rect l="l" t="t" r="r" b="b"/>
            <a:pathLst>
              <a:path w="2237105" h="1332229">
                <a:moveTo>
                  <a:pt x="2236884" y="342691"/>
                </a:moveTo>
                <a:lnTo>
                  <a:pt x="0" y="342691"/>
                </a:lnTo>
                <a:lnTo>
                  <a:pt x="0" y="0"/>
                </a:lnTo>
                <a:lnTo>
                  <a:pt x="2236884" y="0"/>
                </a:lnTo>
                <a:lnTo>
                  <a:pt x="2236884" y="342691"/>
                </a:lnTo>
                <a:close/>
              </a:path>
              <a:path w="2237105" h="1332229">
                <a:moveTo>
                  <a:pt x="2236884" y="1331980"/>
                </a:moveTo>
                <a:lnTo>
                  <a:pt x="0" y="1331980"/>
                </a:lnTo>
                <a:lnTo>
                  <a:pt x="0" y="739118"/>
                </a:lnTo>
                <a:lnTo>
                  <a:pt x="2236884" y="739118"/>
                </a:lnTo>
                <a:lnTo>
                  <a:pt x="2236884" y="1331980"/>
                </a:lnTo>
                <a:close/>
              </a:path>
            </a:pathLst>
          </a:custGeom>
          <a:ln w="10470">
            <a:solidFill>
              <a:srgbClr val="754B23"/>
            </a:solidFill>
          </a:ln>
        </p:spPr>
        <p:txBody>
          <a:bodyPr wrap="square" lIns="0" tIns="0" rIns="0" bIns="0" rtlCol="0"/>
          <a:lstStyle/>
          <a:p>
            <a:endParaRPr spc="-15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90454" y="5829861"/>
            <a:ext cx="18455005" cy="2609215"/>
          </a:xfrm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410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RAG</a:t>
            </a:r>
            <a:r>
              <a:rPr sz="4100" b="1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4100" b="1" spc="-5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사용</a:t>
            </a:r>
            <a:r>
              <a:rPr sz="4100" b="1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4100" b="1" spc="-6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효과</a:t>
            </a:r>
            <a:endParaRPr sz="410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253365" marR="5080">
              <a:lnSpc>
                <a:spcPct val="101000"/>
              </a:lnSpc>
              <a:spcBef>
                <a:spcPts val="1285"/>
              </a:spcBef>
            </a:pPr>
            <a:r>
              <a:rPr sz="2450" b="0" spc="-1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RAG를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사용하면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언어모델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답변의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정확성을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높일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수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있다.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이는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언어모델의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입력에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제공하여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해당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내에서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적절한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답변을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찾는</a:t>
            </a:r>
            <a:r>
              <a:rPr sz="2450" b="0" spc="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기계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독해 </a:t>
            </a:r>
            <a:r>
              <a:rPr sz="24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(Machine</a:t>
            </a:r>
            <a:r>
              <a:rPr sz="2450" b="0" spc="-1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Reading</a:t>
            </a:r>
            <a:r>
              <a:rPr sz="2450" b="0" spc="-1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Comprehension)</a:t>
            </a:r>
            <a:r>
              <a:rPr sz="24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문제로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추론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파이프라인을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변환하였기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때문이다.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459740">
              <a:lnSpc>
                <a:spcPct val="100000"/>
              </a:lnSpc>
              <a:spcBef>
                <a:spcPts val="3450"/>
              </a:spcBef>
              <a:tabLst>
                <a:tab pos="9691370" algn="l"/>
              </a:tabLst>
            </a:pPr>
            <a:r>
              <a:rPr sz="2150" b="1" spc="-80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Response</a:t>
            </a:r>
            <a:r>
              <a:rPr sz="2150" b="1" spc="-140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150" b="1" spc="-10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Generation</a:t>
            </a:r>
            <a:r>
              <a:rPr sz="2150" b="1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	</a:t>
            </a:r>
            <a:r>
              <a:rPr sz="2150" b="1" spc="-105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Machine</a:t>
            </a:r>
            <a:r>
              <a:rPr sz="2150" b="1" spc="-145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150" b="1" spc="-105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Reading</a:t>
            </a:r>
            <a:r>
              <a:rPr sz="2150" b="1" spc="-140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150" b="1" spc="-20" dirty="0">
                <a:solidFill>
                  <a:srgbClr val="A86B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Comprehension</a:t>
            </a:r>
            <a:endParaRPr sz="21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990663" cy="831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4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5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64871" y="2627930"/>
            <a:ext cx="18155920" cy="7435850"/>
            <a:chOff x="964871" y="2627930"/>
            <a:chExt cx="18155920" cy="7435850"/>
          </a:xfrm>
        </p:grpSpPr>
        <p:sp>
          <p:nvSpPr>
            <p:cNvPr id="5" name="object 5"/>
            <p:cNvSpPr/>
            <p:nvPr/>
          </p:nvSpPr>
          <p:spPr>
            <a:xfrm>
              <a:off x="964871" y="2627930"/>
              <a:ext cx="3044190" cy="7435850"/>
            </a:xfrm>
            <a:custGeom>
              <a:avLst/>
              <a:gdLst/>
              <a:ahLst/>
              <a:cxnLst/>
              <a:rect l="l" t="t" r="r" b="b"/>
              <a:pathLst>
                <a:path w="3044190" h="7435850">
                  <a:moveTo>
                    <a:pt x="3043718" y="0"/>
                  </a:moveTo>
                  <a:lnTo>
                    <a:pt x="0" y="0"/>
                  </a:lnTo>
                  <a:lnTo>
                    <a:pt x="0" y="7435585"/>
                  </a:lnTo>
                  <a:lnTo>
                    <a:pt x="3043718" y="7435585"/>
                  </a:lnTo>
                  <a:lnTo>
                    <a:pt x="3043718" y="0"/>
                  </a:lnTo>
                  <a:close/>
                </a:path>
              </a:pathLst>
            </a:custGeom>
            <a:solidFill>
              <a:srgbClr val="F4E4D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234916" y="2627940"/>
              <a:ext cx="14886305" cy="7435850"/>
            </a:xfrm>
            <a:custGeom>
              <a:avLst/>
              <a:gdLst/>
              <a:ahLst/>
              <a:cxnLst/>
              <a:rect l="l" t="t" r="r" b="b"/>
              <a:pathLst>
                <a:path w="14886305" h="7435850">
                  <a:moveTo>
                    <a:pt x="11086960" y="0"/>
                  </a:moveTo>
                  <a:lnTo>
                    <a:pt x="0" y="0"/>
                  </a:lnTo>
                  <a:lnTo>
                    <a:pt x="0" y="7435583"/>
                  </a:lnTo>
                  <a:lnTo>
                    <a:pt x="11086960" y="7435583"/>
                  </a:lnTo>
                  <a:lnTo>
                    <a:pt x="11086960" y="0"/>
                  </a:lnTo>
                  <a:close/>
                </a:path>
                <a:path w="14886305" h="7435850">
                  <a:moveTo>
                    <a:pt x="14885835" y="0"/>
                  </a:moveTo>
                  <a:lnTo>
                    <a:pt x="11354600" y="0"/>
                  </a:lnTo>
                  <a:lnTo>
                    <a:pt x="11354600" y="7435583"/>
                  </a:lnTo>
                  <a:lnTo>
                    <a:pt x="14885835" y="7435583"/>
                  </a:lnTo>
                  <a:lnTo>
                    <a:pt x="14885835" y="0"/>
                  </a:lnTo>
                  <a:close/>
                </a:path>
              </a:pathLst>
            </a:custGeom>
            <a:solidFill>
              <a:srgbClr val="EAE9E8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363003" y="3864285"/>
              <a:ext cx="3774440" cy="0"/>
            </a:xfrm>
            <a:custGeom>
              <a:avLst/>
              <a:gdLst/>
              <a:ahLst/>
              <a:cxnLst/>
              <a:rect l="l" t="t" r="r" b="b"/>
              <a:pathLst>
                <a:path w="3774440">
                  <a:moveTo>
                    <a:pt x="0" y="0"/>
                  </a:moveTo>
                  <a:lnTo>
                    <a:pt x="3774073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4465" y="3764707"/>
              <a:ext cx="178999" cy="1991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103878" y="3864285"/>
              <a:ext cx="1146810" cy="0"/>
            </a:xfrm>
            <a:custGeom>
              <a:avLst/>
              <a:gdLst/>
              <a:ahLst/>
              <a:cxnLst/>
              <a:rect l="l" t="t" r="r" b="b"/>
              <a:pathLst>
                <a:path w="1146809">
                  <a:moveTo>
                    <a:pt x="0" y="0"/>
                  </a:moveTo>
                  <a:lnTo>
                    <a:pt x="114677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98032" y="3764707"/>
              <a:ext cx="178999" cy="1991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015978" y="4365928"/>
              <a:ext cx="0" cy="479425"/>
            </a:xfrm>
            <a:custGeom>
              <a:avLst/>
              <a:gdLst/>
              <a:ahLst/>
              <a:cxnLst/>
              <a:rect l="l" t="t" r="r" b="b"/>
              <a:pathLst>
                <a:path h="479425">
                  <a:moveTo>
                    <a:pt x="0" y="0"/>
                  </a:moveTo>
                  <a:lnTo>
                    <a:pt x="0" y="479001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16379" y="4792321"/>
              <a:ext cx="199177" cy="17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015978" y="6027041"/>
              <a:ext cx="0" cy="479425"/>
            </a:xfrm>
            <a:custGeom>
              <a:avLst/>
              <a:gdLst/>
              <a:ahLst/>
              <a:cxnLst/>
              <a:rect l="l" t="t" r="r" b="b"/>
              <a:pathLst>
                <a:path h="479425">
                  <a:moveTo>
                    <a:pt x="0" y="0"/>
                  </a:moveTo>
                  <a:lnTo>
                    <a:pt x="0" y="479001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16379" y="6453433"/>
              <a:ext cx="199177" cy="17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57013" y="3520276"/>
              <a:ext cx="2309495" cy="689610"/>
            </a:xfrm>
            <a:custGeom>
              <a:avLst/>
              <a:gdLst/>
              <a:ahLst/>
              <a:cxnLst/>
              <a:rect l="l" t="t" r="r" b="b"/>
              <a:pathLst>
                <a:path w="2309495" h="689610">
                  <a:moveTo>
                    <a:pt x="2309311" y="0"/>
                  </a:moveTo>
                  <a:lnTo>
                    <a:pt x="314126" y="0"/>
                  </a:lnTo>
                  <a:lnTo>
                    <a:pt x="0" y="689486"/>
                  </a:lnTo>
                  <a:lnTo>
                    <a:pt x="1995185" y="689486"/>
                  </a:lnTo>
                  <a:lnTo>
                    <a:pt x="2309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357013" y="3520276"/>
              <a:ext cx="2309495" cy="689610"/>
            </a:xfrm>
            <a:custGeom>
              <a:avLst/>
              <a:gdLst/>
              <a:ahLst/>
              <a:cxnLst/>
              <a:rect l="l" t="t" r="r" b="b"/>
              <a:pathLst>
                <a:path w="2309495" h="689610">
                  <a:moveTo>
                    <a:pt x="1995185" y="689486"/>
                  </a:moveTo>
                  <a:lnTo>
                    <a:pt x="0" y="689486"/>
                  </a:lnTo>
                  <a:lnTo>
                    <a:pt x="314126" y="0"/>
                  </a:lnTo>
                  <a:lnTo>
                    <a:pt x="2309311" y="0"/>
                  </a:lnTo>
                  <a:lnTo>
                    <a:pt x="1995185" y="689486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74938" y="3653224"/>
            <a:ext cx="1040512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46535" y="7516626"/>
            <a:ext cx="2330450" cy="710565"/>
            <a:chOff x="1346535" y="7516626"/>
            <a:chExt cx="2330450" cy="710565"/>
          </a:xfrm>
        </p:grpSpPr>
        <p:sp>
          <p:nvSpPr>
            <p:cNvPr id="19" name="object 19"/>
            <p:cNvSpPr/>
            <p:nvPr/>
          </p:nvSpPr>
          <p:spPr>
            <a:xfrm>
              <a:off x="1357013" y="7527103"/>
              <a:ext cx="2309495" cy="689610"/>
            </a:xfrm>
            <a:custGeom>
              <a:avLst/>
              <a:gdLst/>
              <a:ahLst/>
              <a:cxnLst/>
              <a:rect l="l" t="t" r="r" b="b"/>
              <a:pathLst>
                <a:path w="2309495" h="689609">
                  <a:moveTo>
                    <a:pt x="2309311" y="0"/>
                  </a:moveTo>
                  <a:lnTo>
                    <a:pt x="314126" y="0"/>
                  </a:lnTo>
                  <a:lnTo>
                    <a:pt x="0" y="689486"/>
                  </a:lnTo>
                  <a:lnTo>
                    <a:pt x="1995185" y="689486"/>
                  </a:lnTo>
                  <a:lnTo>
                    <a:pt x="2309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357013" y="7527103"/>
              <a:ext cx="2309495" cy="689610"/>
            </a:xfrm>
            <a:custGeom>
              <a:avLst/>
              <a:gdLst/>
              <a:ahLst/>
              <a:cxnLst/>
              <a:rect l="l" t="t" r="r" b="b"/>
              <a:pathLst>
                <a:path w="2309495" h="689609">
                  <a:moveTo>
                    <a:pt x="1995185" y="689486"/>
                  </a:moveTo>
                  <a:lnTo>
                    <a:pt x="0" y="689486"/>
                  </a:lnTo>
                  <a:lnTo>
                    <a:pt x="314126" y="0"/>
                  </a:lnTo>
                  <a:lnTo>
                    <a:pt x="2309311" y="0"/>
                  </a:lnTo>
                  <a:lnTo>
                    <a:pt x="1995185" y="689486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27884" y="7633909"/>
            <a:ext cx="1514958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Response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139237"/>
              </p:ext>
            </p:extLst>
          </p:nvPr>
        </p:nvGraphicFramePr>
        <p:xfrm>
          <a:off x="11580338" y="3750105"/>
          <a:ext cx="2628263" cy="433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3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7252992" y="3520788"/>
            <a:ext cx="7198995" cy="5927090"/>
            <a:chOff x="7252992" y="3520788"/>
            <a:chExt cx="7198995" cy="5927090"/>
          </a:xfrm>
        </p:grpSpPr>
        <p:sp>
          <p:nvSpPr>
            <p:cNvPr id="24" name="object 24"/>
            <p:cNvSpPr/>
            <p:nvPr/>
          </p:nvSpPr>
          <p:spPr>
            <a:xfrm>
              <a:off x="7457950" y="8747474"/>
              <a:ext cx="2793365" cy="689610"/>
            </a:xfrm>
            <a:custGeom>
              <a:avLst/>
              <a:gdLst/>
              <a:ahLst/>
              <a:cxnLst/>
              <a:rect l="l" t="t" r="r" b="b"/>
              <a:pathLst>
                <a:path w="2793365" h="689609">
                  <a:moveTo>
                    <a:pt x="2631982" y="0"/>
                  </a:moveTo>
                  <a:lnTo>
                    <a:pt x="160822" y="0"/>
                  </a:lnTo>
                  <a:lnTo>
                    <a:pt x="118067" y="5745"/>
                  </a:lnTo>
                  <a:lnTo>
                    <a:pt x="79650" y="21958"/>
                  </a:lnTo>
                  <a:lnTo>
                    <a:pt x="47101" y="47105"/>
                  </a:lnTo>
                  <a:lnTo>
                    <a:pt x="21955" y="79654"/>
                  </a:lnTo>
                  <a:lnTo>
                    <a:pt x="5744" y="118071"/>
                  </a:lnTo>
                  <a:lnTo>
                    <a:pt x="0" y="160822"/>
                  </a:lnTo>
                  <a:lnTo>
                    <a:pt x="0" y="528664"/>
                  </a:lnTo>
                  <a:lnTo>
                    <a:pt x="5744" y="571419"/>
                  </a:lnTo>
                  <a:lnTo>
                    <a:pt x="21955" y="609836"/>
                  </a:lnTo>
                  <a:lnTo>
                    <a:pt x="47101" y="642384"/>
                  </a:lnTo>
                  <a:lnTo>
                    <a:pt x="79650" y="667530"/>
                  </a:lnTo>
                  <a:lnTo>
                    <a:pt x="118067" y="683742"/>
                  </a:lnTo>
                  <a:lnTo>
                    <a:pt x="160822" y="689486"/>
                  </a:lnTo>
                  <a:lnTo>
                    <a:pt x="2631982" y="689486"/>
                  </a:lnTo>
                  <a:lnTo>
                    <a:pt x="2674737" y="683742"/>
                  </a:lnTo>
                  <a:lnTo>
                    <a:pt x="2713154" y="667530"/>
                  </a:lnTo>
                  <a:lnTo>
                    <a:pt x="2745703" y="642384"/>
                  </a:lnTo>
                  <a:lnTo>
                    <a:pt x="2770849" y="609836"/>
                  </a:lnTo>
                  <a:lnTo>
                    <a:pt x="2787060" y="571419"/>
                  </a:lnTo>
                  <a:lnTo>
                    <a:pt x="2792805" y="528664"/>
                  </a:lnTo>
                  <a:lnTo>
                    <a:pt x="2792805" y="160822"/>
                  </a:lnTo>
                  <a:lnTo>
                    <a:pt x="2787060" y="118071"/>
                  </a:lnTo>
                  <a:lnTo>
                    <a:pt x="2770849" y="79654"/>
                  </a:lnTo>
                  <a:lnTo>
                    <a:pt x="2745703" y="47105"/>
                  </a:lnTo>
                  <a:lnTo>
                    <a:pt x="2713154" y="21958"/>
                  </a:lnTo>
                  <a:lnTo>
                    <a:pt x="2674737" y="5745"/>
                  </a:lnTo>
                  <a:lnTo>
                    <a:pt x="2631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457950" y="8747474"/>
              <a:ext cx="2793365" cy="689610"/>
            </a:xfrm>
            <a:custGeom>
              <a:avLst/>
              <a:gdLst/>
              <a:ahLst/>
              <a:cxnLst/>
              <a:rect l="l" t="t" r="r" b="b"/>
              <a:pathLst>
                <a:path w="2793365" h="689609">
                  <a:moveTo>
                    <a:pt x="2631982" y="689486"/>
                  </a:moveTo>
                  <a:lnTo>
                    <a:pt x="160822" y="689486"/>
                  </a:lnTo>
                  <a:lnTo>
                    <a:pt x="118067" y="683742"/>
                  </a:lnTo>
                  <a:lnTo>
                    <a:pt x="79650" y="667530"/>
                  </a:lnTo>
                  <a:lnTo>
                    <a:pt x="47101" y="642384"/>
                  </a:lnTo>
                  <a:lnTo>
                    <a:pt x="21955" y="609836"/>
                  </a:lnTo>
                  <a:lnTo>
                    <a:pt x="5744" y="571419"/>
                  </a:lnTo>
                  <a:lnTo>
                    <a:pt x="0" y="528664"/>
                  </a:lnTo>
                  <a:lnTo>
                    <a:pt x="0" y="160822"/>
                  </a:lnTo>
                  <a:lnTo>
                    <a:pt x="5744" y="118071"/>
                  </a:lnTo>
                  <a:lnTo>
                    <a:pt x="21955" y="79654"/>
                  </a:lnTo>
                  <a:lnTo>
                    <a:pt x="47101" y="47105"/>
                  </a:lnTo>
                  <a:lnTo>
                    <a:pt x="79650" y="21958"/>
                  </a:lnTo>
                  <a:lnTo>
                    <a:pt x="118067" y="5745"/>
                  </a:lnTo>
                  <a:lnTo>
                    <a:pt x="160822" y="0"/>
                  </a:lnTo>
                  <a:lnTo>
                    <a:pt x="2631982" y="0"/>
                  </a:lnTo>
                  <a:lnTo>
                    <a:pt x="2674737" y="5745"/>
                  </a:lnTo>
                  <a:lnTo>
                    <a:pt x="2713154" y="21958"/>
                  </a:lnTo>
                  <a:lnTo>
                    <a:pt x="2745703" y="47105"/>
                  </a:lnTo>
                  <a:lnTo>
                    <a:pt x="2770849" y="79654"/>
                  </a:lnTo>
                  <a:lnTo>
                    <a:pt x="2787060" y="118071"/>
                  </a:lnTo>
                  <a:lnTo>
                    <a:pt x="2792805" y="160822"/>
                  </a:lnTo>
                  <a:lnTo>
                    <a:pt x="2792805" y="528664"/>
                  </a:lnTo>
                  <a:lnTo>
                    <a:pt x="2787060" y="571419"/>
                  </a:lnTo>
                  <a:lnTo>
                    <a:pt x="2770849" y="609836"/>
                  </a:lnTo>
                  <a:lnTo>
                    <a:pt x="2745703" y="642384"/>
                  </a:lnTo>
                  <a:lnTo>
                    <a:pt x="2713154" y="667530"/>
                  </a:lnTo>
                  <a:lnTo>
                    <a:pt x="2674737" y="683742"/>
                  </a:lnTo>
                  <a:lnTo>
                    <a:pt x="2631982" y="689486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7263469" y="3541218"/>
              <a:ext cx="2838450" cy="668655"/>
            </a:xfrm>
            <a:custGeom>
              <a:avLst/>
              <a:gdLst/>
              <a:ahLst/>
              <a:cxnLst/>
              <a:rect l="l" t="t" r="r" b="b"/>
              <a:pathLst>
                <a:path w="2838450" h="668654">
                  <a:moveTo>
                    <a:pt x="2712440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542894"/>
                  </a:lnTo>
                  <a:lnTo>
                    <a:pt x="9914" y="591682"/>
                  </a:lnTo>
                  <a:lnTo>
                    <a:pt x="36909" y="631635"/>
                  </a:lnTo>
                  <a:lnTo>
                    <a:pt x="76862" y="658630"/>
                  </a:lnTo>
                  <a:lnTo>
                    <a:pt x="125650" y="668545"/>
                  </a:lnTo>
                  <a:lnTo>
                    <a:pt x="2712440" y="668545"/>
                  </a:lnTo>
                  <a:lnTo>
                    <a:pt x="2761228" y="658630"/>
                  </a:lnTo>
                  <a:lnTo>
                    <a:pt x="2801181" y="631635"/>
                  </a:lnTo>
                  <a:lnTo>
                    <a:pt x="2828176" y="591682"/>
                  </a:lnTo>
                  <a:lnTo>
                    <a:pt x="2838091" y="542894"/>
                  </a:lnTo>
                  <a:lnTo>
                    <a:pt x="2838091" y="125650"/>
                  </a:lnTo>
                  <a:lnTo>
                    <a:pt x="2828176" y="76862"/>
                  </a:lnTo>
                  <a:lnTo>
                    <a:pt x="2801181" y="36909"/>
                  </a:lnTo>
                  <a:lnTo>
                    <a:pt x="2761228" y="9914"/>
                  </a:lnTo>
                  <a:lnTo>
                    <a:pt x="27124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263469" y="3541218"/>
              <a:ext cx="2838450" cy="668655"/>
            </a:xfrm>
            <a:custGeom>
              <a:avLst/>
              <a:gdLst/>
              <a:ahLst/>
              <a:cxnLst/>
              <a:rect l="l" t="t" r="r" b="b"/>
              <a:pathLst>
                <a:path w="2838450" h="668654">
                  <a:moveTo>
                    <a:pt x="2712440" y="668545"/>
                  </a:moveTo>
                  <a:lnTo>
                    <a:pt x="125650" y="668545"/>
                  </a:lnTo>
                  <a:lnTo>
                    <a:pt x="76862" y="658630"/>
                  </a:lnTo>
                  <a:lnTo>
                    <a:pt x="36909" y="631635"/>
                  </a:lnTo>
                  <a:lnTo>
                    <a:pt x="9914" y="591682"/>
                  </a:lnTo>
                  <a:lnTo>
                    <a:pt x="0" y="542894"/>
                  </a:lnTo>
                  <a:lnTo>
                    <a:pt x="0" y="125650"/>
                  </a:lnTo>
                  <a:lnTo>
                    <a:pt x="9914" y="76862"/>
                  </a:lnTo>
                  <a:lnTo>
                    <a:pt x="36909" y="36909"/>
                  </a:lnTo>
                  <a:lnTo>
                    <a:pt x="76862" y="9914"/>
                  </a:lnTo>
                  <a:lnTo>
                    <a:pt x="125650" y="0"/>
                  </a:lnTo>
                  <a:lnTo>
                    <a:pt x="2712440" y="0"/>
                  </a:lnTo>
                  <a:lnTo>
                    <a:pt x="2761228" y="9914"/>
                  </a:lnTo>
                  <a:lnTo>
                    <a:pt x="2801181" y="36909"/>
                  </a:lnTo>
                  <a:lnTo>
                    <a:pt x="2828176" y="76862"/>
                  </a:lnTo>
                  <a:lnTo>
                    <a:pt x="2838091" y="125650"/>
                  </a:lnTo>
                  <a:lnTo>
                    <a:pt x="2838091" y="542894"/>
                  </a:lnTo>
                  <a:lnTo>
                    <a:pt x="2828176" y="591682"/>
                  </a:lnTo>
                  <a:lnTo>
                    <a:pt x="2801181" y="631635"/>
                  </a:lnTo>
                  <a:lnTo>
                    <a:pt x="2761228" y="658630"/>
                  </a:lnTo>
                  <a:lnTo>
                    <a:pt x="2712440" y="668545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4239048" y="3547067"/>
              <a:ext cx="202565" cy="633095"/>
            </a:xfrm>
            <a:custGeom>
              <a:avLst/>
              <a:gdLst/>
              <a:ahLst/>
              <a:cxnLst/>
              <a:rect l="l" t="t" r="r" b="b"/>
              <a:pathLst>
                <a:path w="202565" h="633095">
                  <a:moveTo>
                    <a:pt x="202088" y="0"/>
                  </a:moveTo>
                  <a:lnTo>
                    <a:pt x="0" y="219103"/>
                  </a:lnTo>
                  <a:lnTo>
                    <a:pt x="0" y="632923"/>
                  </a:lnTo>
                  <a:lnTo>
                    <a:pt x="197480" y="413882"/>
                  </a:lnTo>
                  <a:lnTo>
                    <a:pt x="202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4239048" y="3547067"/>
              <a:ext cx="202565" cy="633095"/>
            </a:xfrm>
            <a:custGeom>
              <a:avLst/>
              <a:gdLst/>
              <a:ahLst/>
              <a:cxnLst/>
              <a:rect l="l" t="t" r="r" b="b"/>
              <a:pathLst>
                <a:path w="202565" h="633095">
                  <a:moveTo>
                    <a:pt x="197480" y="413882"/>
                  </a:moveTo>
                  <a:lnTo>
                    <a:pt x="0" y="632923"/>
                  </a:lnTo>
                  <a:lnTo>
                    <a:pt x="0" y="219103"/>
                  </a:lnTo>
                  <a:lnTo>
                    <a:pt x="202088" y="0"/>
                  </a:lnTo>
                  <a:lnTo>
                    <a:pt x="197480" y="413882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1601282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643624" y="0"/>
                  </a:moveTo>
                  <a:lnTo>
                    <a:pt x="209417" y="0"/>
                  </a:lnTo>
                  <a:lnTo>
                    <a:pt x="0" y="224788"/>
                  </a:lnTo>
                  <a:lnTo>
                    <a:pt x="434206" y="224788"/>
                  </a:lnTo>
                  <a:lnTo>
                    <a:pt x="64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1601282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434206" y="224788"/>
                  </a:moveTo>
                  <a:lnTo>
                    <a:pt x="0" y="224788"/>
                  </a:lnTo>
                  <a:lnTo>
                    <a:pt x="209417" y="0"/>
                  </a:lnTo>
                  <a:lnTo>
                    <a:pt x="643624" y="0"/>
                  </a:lnTo>
                  <a:lnTo>
                    <a:pt x="434206" y="22478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2039508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643624" y="0"/>
                  </a:moveTo>
                  <a:lnTo>
                    <a:pt x="209417" y="0"/>
                  </a:lnTo>
                  <a:lnTo>
                    <a:pt x="0" y="224788"/>
                  </a:lnTo>
                  <a:lnTo>
                    <a:pt x="434206" y="224788"/>
                  </a:lnTo>
                  <a:lnTo>
                    <a:pt x="64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2039508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434206" y="224788"/>
                  </a:moveTo>
                  <a:lnTo>
                    <a:pt x="0" y="224788"/>
                  </a:lnTo>
                  <a:lnTo>
                    <a:pt x="209417" y="0"/>
                  </a:lnTo>
                  <a:lnTo>
                    <a:pt x="643624" y="0"/>
                  </a:lnTo>
                  <a:lnTo>
                    <a:pt x="434206" y="22478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2908873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643624" y="0"/>
                  </a:moveTo>
                  <a:lnTo>
                    <a:pt x="209417" y="0"/>
                  </a:lnTo>
                  <a:lnTo>
                    <a:pt x="0" y="224788"/>
                  </a:lnTo>
                  <a:lnTo>
                    <a:pt x="434206" y="224788"/>
                  </a:lnTo>
                  <a:lnTo>
                    <a:pt x="64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2908873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434206" y="224788"/>
                  </a:moveTo>
                  <a:lnTo>
                    <a:pt x="0" y="224788"/>
                  </a:lnTo>
                  <a:lnTo>
                    <a:pt x="209417" y="0"/>
                  </a:lnTo>
                  <a:lnTo>
                    <a:pt x="643624" y="0"/>
                  </a:lnTo>
                  <a:lnTo>
                    <a:pt x="434206" y="22478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3347605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643624" y="0"/>
                  </a:moveTo>
                  <a:lnTo>
                    <a:pt x="209417" y="0"/>
                  </a:lnTo>
                  <a:lnTo>
                    <a:pt x="0" y="224788"/>
                  </a:lnTo>
                  <a:lnTo>
                    <a:pt x="434206" y="224788"/>
                  </a:lnTo>
                  <a:lnTo>
                    <a:pt x="64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3347605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434206" y="224788"/>
                  </a:moveTo>
                  <a:lnTo>
                    <a:pt x="0" y="224788"/>
                  </a:lnTo>
                  <a:lnTo>
                    <a:pt x="209417" y="0"/>
                  </a:lnTo>
                  <a:lnTo>
                    <a:pt x="643624" y="0"/>
                  </a:lnTo>
                  <a:lnTo>
                    <a:pt x="434206" y="22478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2474104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643624" y="0"/>
                  </a:moveTo>
                  <a:lnTo>
                    <a:pt x="209417" y="0"/>
                  </a:lnTo>
                  <a:lnTo>
                    <a:pt x="0" y="224788"/>
                  </a:lnTo>
                  <a:lnTo>
                    <a:pt x="434206" y="224788"/>
                  </a:lnTo>
                  <a:lnTo>
                    <a:pt x="64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2474104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434206" y="224788"/>
                  </a:moveTo>
                  <a:lnTo>
                    <a:pt x="0" y="224788"/>
                  </a:lnTo>
                  <a:lnTo>
                    <a:pt x="209417" y="0"/>
                  </a:lnTo>
                  <a:lnTo>
                    <a:pt x="643624" y="0"/>
                  </a:lnTo>
                  <a:lnTo>
                    <a:pt x="434206" y="22478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3785408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643624" y="0"/>
                  </a:moveTo>
                  <a:lnTo>
                    <a:pt x="209417" y="0"/>
                  </a:lnTo>
                  <a:lnTo>
                    <a:pt x="0" y="224788"/>
                  </a:lnTo>
                  <a:lnTo>
                    <a:pt x="434206" y="224788"/>
                  </a:lnTo>
                  <a:lnTo>
                    <a:pt x="643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3785408" y="3531266"/>
              <a:ext cx="643890" cy="224790"/>
            </a:xfrm>
            <a:custGeom>
              <a:avLst/>
              <a:gdLst/>
              <a:ahLst/>
              <a:cxnLst/>
              <a:rect l="l" t="t" r="r" b="b"/>
              <a:pathLst>
                <a:path w="643890" h="224789">
                  <a:moveTo>
                    <a:pt x="434206" y="224788"/>
                  </a:moveTo>
                  <a:lnTo>
                    <a:pt x="0" y="224788"/>
                  </a:lnTo>
                  <a:lnTo>
                    <a:pt x="209417" y="0"/>
                  </a:lnTo>
                  <a:lnTo>
                    <a:pt x="643624" y="0"/>
                  </a:lnTo>
                  <a:lnTo>
                    <a:pt x="434206" y="22478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667235" y="3705578"/>
            <a:ext cx="2233336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r>
              <a:rPr sz="2050" b="1" spc="-1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Embedder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1586457" y="5112311"/>
            <a:ext cx="2859405" cy="689610"/>
            <a:chOff x="11586457" y="5112311"/>
            <a:chExt cx="2859405" cy="689610"/>
          </a:xfrm>
        </p:grpSpPr>
        <p:sp>
          <p:nvSpPr>
            <p:cNvPr id="44" name="object 44"/>
            <p:cNvSpPr/>
            <p:nvPr/>
          </p:nvSpPr>
          <p:spPr>
            <a:xfrm>
              <a:off x="11596934" y="5122788"/>
              <a:ext cx="2838450" cy="668655"/>
            </a:xfrm>
            <a:custGeom>
              <a:avLst/>
              <a:gdLst/>
              <a:ahLst/>
              <a:cxnLst/>
              <a:rect l="l" t="t" r="r" b="b"/>
              <a:pathLst>
                <a:path w="2838450" h="668654">
                  <a:moveTo>
                    <a:pt x="2712440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542894"/>
                  </a:lnTo>
                  <a:lnTo>
                    <a:pt x="9914" y="591682"/>
                  </a:lnTo>
                  <a:lnTo>
                    <a:pt x="36909" y="631635"/>
                  </a:lnTo>
                  <a:lnTo>
                    <a:pt x="76862" y="658630"/>
                  </a:lnTo>
                  <a:lnTo>
                    <a:pt x="125650" y="668545"/>
                  </a:lnTo>
                  <a:lnTo>
                    <a:pt x="2712440" y="668545"/>
                  </a:lnTo>
                  <a:lnTo>
                    <a:pt x="2761228" y="658630"/>
                  </a:lnTo>
                  <a:lnTo>
                    <a:pt x="2801181" y="631635"/>
                  </a:lnTo>
                  <a:lnTo>
                    <a:pt x="2828176" y="591682"/>
                  </a:lnTo>
                  <a:lnTo>
                    <a:pt x="2838091" y="542894"/>
                  </a:lnTo>
                  <a:lnTo>
                    <a:pt x="2838091" y="125650"/>
                  </a:lnTo>
                  <a:lnTo>
                    <a:pt x="2828176" y="76862"/>
                  </a:lnTo>
                  <a:lnTo>
                    <a:pt x="2801181" y="36909"/>
                  </a:lnTo>
                  <a:lnTo>
                    <a:pt x="2761228" y="9914"/>
                  </a:lnTo>
                  <a:lnTo>
                    <a:pt x="271244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11596934" y="5122788"/>
              <a:ext cx="2838450" cy="668655"/>
            </a:xfrm>
            <a:custGeom>
              <a:avLst/>
              <a:gdLst/>
              <a:ahLst/>
              <a:cxnLst/>
              <a:rect l="l" t="t" r="r" b="b"/>
              <a:pathLst>
                <a:path w="2838450" h="668654">
                  <a:moveTo>
                    <a:pt x="2712440" y="668545"/>
                  </a:moveTo>
                  <a:lnTo>
                    <a:pt x="125650" y="668545"/>
                  </a:lnTo>
                  <a:lnTo>
                    <a:pt x="76862" y="658630"/>
                  </a:lnTo>
                  <a:lnTo>
                    <a:pt x="36909" y="631635"/>
                  </a:lnTo>
                  <a:lnTo>
                    <a:pt x="9914" y="591682"/>
                  </a:lnTo>
                  <a:lnTo>
                    <a:pt x="0" y="542894"/>
                  </a:lnTo>
                  <a:lnTo>
                    <a:pt x="0" y="125650"/>
                  </a:lnTo>
                  <a:lnTo>
                    <a:pt x="9914" y="76862"/>
                  </a:lnTo>
                  <a:lnTo>
                    <a:pt x="36909" y="36909"/>
                  </a:lnTo>
                  <a:lnTo>
                    <a:pt x="76862" y="9914"/>
                  </a:lnTo>
                  <a:lnTo>
                    <a:pt x="125650" y="0"/>
                  </a:lnTo>
                  <a:lnTo>
                    <a:pt x="2712440" y="0"/>
                  </a:lnTo>
                  <a:lnTo>
                    <a:pt x="2761228" y="9914"/>
                  </a:lnTo>
                  <a:lnTo>
                    <a:pt x="2801181" y="36909"/>
                  </a:lnTo>
                  <a:lnTo>
                    <a:pt x="2828176" y="76862"/>
                  </a:lnTo>
                  <a:lnTo>
                    <a:pt x="2838091" y="125650"/>
                  </a:lnTo>
                  <a:lnTo>
                    <a:pt x="2838091" y="542894"/>
                  </a:lnTo>
                  <a:lnTo>
                    <a:pt x="2828176" y="591682"/>
                  </a:lnTo>
                  <a:lnTo>
                    <a:pt x="2801181" y="631635"/>
                  </a:lnTo>
                  <a:lnTo>
                    <a:pt x="2761228" y="658630"/>
                  </a:lnTo>
                  <a:lnTo>
                    <a:pt x="2712440" y="668545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1836838" y="5287142"/>
            <a:ext cx="2750831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Similarity</a:t>
            </a:r>
            <a:r>
              <a:rPr sz="2050" b="1" spc="-1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Calculator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31208" y="1948739"/>
            <a:ext cx="17256125" cy="149528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더욱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구체적인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RAG의</a:t>
            </a:r>
            <a:r>
              <a:rPr sz="24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작동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과정을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살펴보면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다음과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같다.</a:t>
            </a:r>
            <a:r>
              <a:rPr sz="24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회색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음영은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모듈(module),</a:t>
            </a:r>
            <a:r>
              <a:rPr sz="2450" b="0" spc="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나머지는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데이터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혹은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결괏값을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나타낸다.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796290">
              <a:lnSpc>
                <a:spcPts val="2665"/>
              </a:lnSpc>
              <a:spcBef>
                <a:spcPts val="3165"/>
              </a:spcBef>
              <a:tabLst>
                <a:tab pos="7908290" algn="l"/>
                <a:tab pos="15601950" algn="l"/>
              </a:tabLst>
            </a:pPr>
            <a:r>
              <a:rPr sz="2450" b="1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Chatbot</a:t>
            </a:r>
            <a:r>
              <a:rPr sz="2450" b="1" spc="-1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UI</a:t>
            </a:r>
            <a:r>
              <a:rPr sz="2450" b="1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	</a:t>
            </a:r>
            <a:r>
              <a:rPr sz="24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Model</a:t>
            </a:r>
            <a:r>
              <a:rPr sz="2450" b="1" spc="-1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Server</a:t>
            </a:r>
            <a:r>
              <a:rPr sz="2450" b="1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	</a:t>
            </a:r>
            <a:r>
              <a:rPr sz="2450" b="1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Data</a:t>
            </a:r>
            <a:r>
              <a:rPr sz="2450" b="1" spc="-1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Server</a:t>
            </a:r>
            <a:endParaRPr lang="ko-KR" altLang="en-US" sz="2450" b="1" spc="-2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6045141" y="3486052"/>
            <a:ext cx="2632710" cy="2512060"/>
            <a:chOff x="16045141" y="3486052"/>
            <a:chExt cx="2632710" cy="2512060"/>
          </a:xfrm>
        </p:grpSpPr>
        <p:sp>
          <p:nvSpPr>
            <p:cNvPr id="49" name="object 49"/>
            <p:cNvSpPr/>
            <p:nvPr/>
          </p:nvSpPr>
          <p:spPr>
            <a:xfrm>
              <a:off x="16055619" y="5506804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1305750" y="0"/>
                  </a:moveTo>
                  <a:lnTo>
                    <a:pt x="1231655" y="380"/>
                  </a:lnTo>
                  <a:lnTo>
                    <a:pt x="1158644" y="1507"/>
                  </a:lnTo>
                  <a:lnTo>
                    <a:pt x="1086827" y="3362"/>
                  </a:lnTo>
                  <a:lnTo>
                    <a:pt x="1016316" y="5923"/>
                  </a:lnTo>
                  <a:lnTo>
                    <a:pt x="947219" y="9170"/>
                  </a:lnTo>
                  <a:lnTo>
                    <a:pt x="879647" y="13083"/>
                  </a:lnTo>
                  <a:lnTo>
                    <a:pt x="813711" y="17642"/>
                  </a:lnTo>
                  <a:lnTo>
                    <a:pt x="749521" y="22826"/>
                  </a:lnTo>
                  <a:lnTo>
                    <a:pt x="687186" y="28616"/>
                  </a:lnTo>
                  <a:lnTo>
                    <a:pt x="626818" y="34990"/>
                  </a:lnTo>
                  <a:lnTo>
                    <a:pt x="568526" y="41929"/>
                  </a:lnTo>
                  <a:lnTo>
                    <a:pt x="512421" y="49413"/>
                  </a:lnTo>
                  <a:lnTo>
                    <a:pt x="458612" y="57420"/>
                  </a:lnTo>
                  <a:lnTo>
                    <a:pt x="407211" y="65931"/>
                  </a:lnTo>
                  <a:lnTo>
                    <a:pt x="358327" y="74926"/>
                  </a:lnTo>
                  <a:lnTo>
                    <a:pt x="312070" y="84383"/>
                  </a:lnTo>
                  <a:lnTo>
                    <a:pt x="268552" y="94284"/>
                  </a:lnTo>
                  <a:lnTo>
                    <a:pt x="227881" y="104607"/>
                  </a:lnTo>
                  <a:lnTo>
                    <a:pt x="190168" y="115333"/>
                  </a:lnTo>
                  <a:lnTo>
                    <a:pt x="124059" y="137910"/>
                  </a:lnTo>
                  <a:lnTo>
                    <a:pt x="71106" y="161853"/>
                  </a:lnTo>
                  <a:lnTo>
                    <a:pt x="32190" y="186999"/>
                  </a:lnTo>
                  <a:lnTo>
                    <a:pt x="2067" y="226621"/>
                  </a:lnTo>
                  <a:lnTo>
                    <a:pt x="0" y="240254"/>
                  </a:lnTo>
                  <a:lnTo>
                    <a:pt x="2067" y="253887"/>
                  </a:lnTo>
                  <a:lnTo>
                    <a:pt x="32190" y="293509"/>
                  </a:lnTo>
                  <a:lnTo>
                    <a:pt x="71106" y="318655"/>
                  </a:lnTo>
                  <a:lnTo>
                    <a:pt x="124059" y="342598"/>
                  </a:lnTo>
                  <a:lnTo>
                    <a:pt x="190168" y="365175"/>
                  </a:lnTo>
                  <a:lnTo>
                    <a:pt x="227881" y="375901"/>
                  </a:lnTo>
                  <a:lnTo>
                    <a:pt x="268552" y="386224"/>
                  </a:lnTo>
                  <a:lnTo>
                    <a:pt x="312070" y="396125"/>
                  </a:lnTo>
                  <a:lnTo>
                    <a:pt x="358327" y="405582"/>
                  </a:lnTo>
                  <a:lnTo>
                    <a:pt x="407211" y="414577"/>
                  </a:lnTo>
                  <a:lnTo>
                    <a:pt x="458612" y="423088"/>
                  </a:lnTo>
                  <a:lnTo>
                    <a:pt x="512421" y="431095"/>
                  </a:lnTo>
                  <a:lnTo>
                    <a:pt x="568526" y="438579"/>
                  </a:lnTo>
                  <a:lnTo>
                    <a:pt x="626818" y="445518"/>
                  </a:lnTo>
                  <a:lnTo>
                    <a:pt x="687186" y="451892"/>
                  </a:lnTo>
                  <a:lnTo>
                    <a:pt x="749521" y="457682"/>
                  </a:lnTo>
                  <a:lnTo>
                    <a:pt x="813711" y="462866"/>
                  </a:lnTo>
                  <a:lnTo>
                    <a:pt x="879647" y="467425"/>
                  </a:lnTo>
                  <a:lnTo>
                    <a:pt x="947219" y="471338"/>
                  </a:lnTo>
                  <a:lnTo>
                    <a:pt x="1016316" y="474585"/>
                  </a:lnTo>
                  <a:lnTo>
                    <a:pt x="1086827" y="477146"/>
                  </a:lnTo>
                  <a:lnTo>
                    <a:pt x="1158644" y="479001"/>
                  </a:lnTo>
                  <a:lnTo>
                    <a:pt x="1231655" y="480128"/>
                  </a:lnTo>
                  <a:lnTo>
                    <a:pt x="1305750" y="480508"/>
                  </a:lnTo>
                  <a:lnTo>
                    <a:pt x="1379847" y="480128"/>
                  </a:lnTo>
                  <a:lnTo>
                    <a:pt x="1452859" y="479001"/>
                  </a:lnTo>
                  <a:lnTo>
                    <a:pt x="1524676" y="477146"/>
                  </a:lnTo>
                  <a:lnTo>
                    <a:pt x="1595188" y="474585"/>
                  </a:lnTo>
                  <a:lnTo>
                    <a:pt x="1664285" y="471338"/>
                  </a:lnTo>
                  <a:lnTo>
                    <a:pt x="1731857" y="467425"/>
                  </a:lnTo>
                  <a:lnTo>
                    <a:pt x="1797794" y="462866"/>
                  </a:lnTo>
                  <a:lnTo>
                    <a:pt x="1861984" y="457682"/>
                  </a:lnTo>
                  <a:lnTo>
                    <a:pt x="1924319" y="451892"/>
                  </a:lnTo>
                  <a:lnTo>
                    <a:pt x="1984687" y="445518"/>
                  </a:lnTo>
                  <a:lnTo>
                    <a:pt x="2042979" y="438579"/>
                  </a:lnTo>
                  <a:lnTo>
                    <a:pt x="2099084" y="431095"/>
                  </a:lnTo>
                  <a:lnTo>
                    <a:pt x="2152893" y="423088"/>
                  </a:lnTo>
                  <a:lnTo>
                    <a:pt x="2204294" y="414577"/>
                  </a:lnTo>
                  <a:lnTo>
                    <a:pt x="2253178" y="405582"/>
                  </a:lnTo>
                  <a:lnTo>
                    <a:pt x="2299434" y="396125"/>
                  </a:lnTo>
                  <a:lnTo>
                    <a:pt x="2342952" y="386224"/>
                  </a:lnTo>
                  <a:lnTo>
                    <a:pt x="2383623" y="375901"/>
                  </a:lnTo>
                  <a:lnTo>
                    <a:pt x="2421335" y="365175"/>
                  </a:lnTo>
                  <a:lnTo>
                    <a:pt x="2487443" y="342598"/>
                  </a:lnTo>
                  <a:lnTo>
                    <a:pt x="2540396" y="318655"/>
                  </a:lnTo>
                  <a:lnTo>
                    <a:pt x="2579311" y="293509"/>
                  </a:lnTo>
                  <a:lnTo>
                    <a:pt x="2609434" y="253887"/>
                  </a:lnTo>
                  <a:lnTo>
                    <a:pt x="2611501" y="240254"/>
                  </a:lnTo>
                  <a:lnTo>
                    <a:pt x="2609434" y="226621"/>
                  </a:lnTo>
                  <a:lnTo>
                    <a:pt x="2579311" y="186999"/>
                  </a:lnTo>
                  <a:lnTo>
                    <a:pt x="2540396" y="161853"/>
                  </a:lnTo>
                  <a:lnTo>
                    <a:pt x="2487443" y="137910"/>
                  </a:lnTo>
                  <a:lnTo>
                    <a:pt x="2421335" y="115333"/>
                  </a:lnTo>
                  <a:lnTo>
                    <a:pt x="2383623" y="104607"/>
                  </a:lnTo>
                  <a:lnTo>
                    <a:pt x="2342952" y="94284"/>
                  </a:lnTo>
                  <a:lnTo>
                    <a:pt x="2299434" y="84383"/>
                  </a:lnTo>
                  <a:lnTo>
                    <a:pt x="2253178" y="74926"/>
                  </a:lnTo>
                  <a:lnTo>
                    <a:pt x="2204294" y="65931"/>
                  </a:lnTo>
                  <a:lnTo>
                    <a:pt x="2152893" y="57420"/>
                  </a:lnTo>
                  <a:lnTo>
                    <a:pt x="2099084" y="49413"/>
                  </a:lnTo>
                  <a:lnTo>
                    <a:pt x="2042979" y="41929"/>
                  </a:lnTo>
                  <a:lnTo>
                    <a:pt x="1984687" y="34990"/>
                  </a:lnTo>
                  <a:lnTo>
                    <a:pt x="1924319" y="28616"/>
                  </a:lnTo>
                  <a:lnTo>
                    <a:pt x="1861984" y="22826"/>
                  </a:lnTo>
                  <a:lnTo>
                    <a:pt x="1797794" y="17642"/>
                  </a:lnTo>
                  <a:lnTo>
                    <a:pt x="1731857" y="13083"/>
                  </a:lnTo>
                  <a:lnTo>
                    <a:pt x="1664285" y="9170"/>
                  </a:lnTo>
                  <a:lnTo>
                    <a:pt x="1595188" y="5923"/>
                  </a:lnTo>
                  <a:lnTo>
                    <a:pt x="1524676" y="3362"/>
                  </a:lnTo>
                  <a:lnTo>
                    <a:pt x="1452859" y="1507"/>
                  </a:lnTo>
                  <a:lnTo>
                    <a:pt x="1379847" y="380"/>
                  </a:lnTo>
                  <a:lnTo>
                    <a:pt x="13057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16055619" y="5506804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2611501" y="240254"/>
                  </a:moveTo>
                  <a:lnTo>
                    <a:pt x="2593229" y="280535"/>
                  </a:lnTo>
                  <a:lnTo>
                    <a:pt x="2561663" y="306222"/>
                  </a:lnTo>
                  <a:lnTo>
                    <a:pt x="2515619" y="330787"/>
                  </a:lnTo>
                  <a:lnTo>
                    <a:pt x="2455978" y="354068"/>
                  </a:lnTo>
                  <a:lnTo>
                    <a:pt x="2383623" y="375901"/>
                  </a:lnTo>
                  <a:lnTo>
                    <a:pt x="2342952" y="386224"/>
                  </a:lnTo>
                  <a:lnTo>
                    <a:pt x="2299434" y="396125"/>
                  </a:lnTo>
                  <a:lnTo>
                    <a:pt x="2253178" y="405582"/>
                  </a:lnTo>
                  <a:lnTo>
                    <a:pt x="2204294" y="414577"/>
                  </a:lnTo>
                  <a:lnTo>
                    <a:pt x="2152893" y="423088"/>
                  </a:lnTo>
                  <a:lnTo>
                    <a:pt x="2099084" y="431095"/>
                  </a:lnTo>
                  <a:lnTo>
                    <a:pt x="2042979" y="438579"/>
                  </a:lnTo>
                  <a:lnTo>
                    <a:pt x="1984687" y="445518"/>
                  </a:lnTo>
                  <a:lnTo>
                    <a:pt x="1924319" y="451892"/>
                  </a:lnTo>
                  <a:lnTo>
                    <a:pt x="1861984" y="457682"/>
                  </a:lnTo>
                  <a:lnTo>
                    <a:pt x="1797794" y="462866"/>
                  </a:lnTo>
                  <a:lnTo>
                    <a:pt x="1731857" y="467425"/>
                  </a:lnTo>
                  <a:lnTo>
                    <a:pt x="1664285" y="471338"/>
                  </a:lnTo>
                  <a:lnTo>
                    <a:pt x="1595188" y="474585"/>
                  </a:lnTo>
                  <a:lnTo>
                    <a:pt x="1524676" y="477146"/>
                  </a:lnTo>
                  <a:lnTo>
                    <a:pt x="1452859" y="479001"/>
                  </a:lnTo>
                  <a:lnTo>
                    <a:pt x="1379847" y="480128"/>
                  </a:lnTo>
                  <a:lnTo>
                    <a:pt x="1305750" y="480508"/>
                  </a:lnTo>
                  <a:lnTo>
                    <a:pt x="1231655" y="480128"/>
                  </a:lnTo>
                  <a:lnTo>
                    <a:pt x="1158644" y="479001"/>
                  </a:lnTo>
                  <a:lnTo>
                    <a:pt x="1086827" y="477146"/>
                  </a:lnTo>
                  <a:lnTo>
                    <a:pt x="1016316" y="474585"/>
                  </a:lnTo>
                  <a:lnTo>
                    <a:pt x="947219" y="471338"/>
                  </a:lnTo>
                  <a:lnTo>
                    <a:pt x="879647" y="467425"/>
                  </a:lnTo>
                  <a:lnTo>
                    <a:pt x="813711" y="462866"/>
                  </a:lnTo>
                  <a:lnTo>
                    <a:pt x="749521" y="457682"/>
                  </a:lnTo>
                  <a:lnTo>
                    <a:pt x="687186" y="451892"/>
                  </a:lnTo>
                  <a:lnTo>
                    <a:pt x="626818" y="445518"/>
                  </a:lnTo>
                  <a:lnTo>
                    <a:pt x="568526" y="438579"/>
                  </a:lnTo>
                  <a:lnTo>
                    <a:pt x="512421" y="431095"/>
                  </a:lnTo>
                  <a:lnTo>
                    <a:pt x="458612" y="423088"/>
                  </a:lnTo>
                  <a:lnTo>
                    <a:pt x="407211" y="414577"/>
                  </a:lnTo>
                  <a:lnTo>
                    <a:pt x="358327" y="405582"/>
                  </a:lnTo>
                  <a:lnTo>
                    <a:pt x="312070" y="396125"/>
                  </a:lnTo>
                  <a:lnTo>
                    <a:pt x="268552" y="386224"/>
                  </a:lnTo>
                  <a:lnTo>
                    <a:pt x="227881" y="375901"/>
                  </a:lnTo>
                  <a:lnTo>
                    <a:pt x="190168" y="365175"/>
                  </a:lnTo>
                  <a:lnTo>
                    <a:pt x="124059" y="342598"/>
                  </a:lnTo>
                  <a:lnTo>
                    <a:pt x="71106" y="318655"/>
                  </a:lnTo>
                  <a:lnTo>
                    <a:pt x="32190" y="293509"/>
                  </a:lnTo>
                  <a:lnTo>
                    <a:pt x="2067" y="253887"/>
                  </a:lnTo>
                  <a:lnTo>
                    <a:pt x="0" y="240254"/>
                  </a:lnTo>
                  <a:lnTo>
                    <a:pt x="2067" y="226621"/>
                  </a:lnTo>
                  <a:lnTo>
                    <a:pt x="32190" y="186999"/>
                  </a:lnTo>
                  <a:lnTo>
                    <a:pt x="71106" y="161853"/>
                  </a:lnTo>
                  <a:lnTo>
                    <a:pt x="124059" y="137910"/>
                  </a:lnTo>
                  <a:lnTo>
                    <a:pt x="190168" y="115333"/>
                  </a:lnTo>
                  <a:lnTo>
                    <a:pt x="227881" y="104607"/>
                  </a:lnTo>
                  <a:lnTo>
                    <a:pt x="268552" y="94284"/>
                  </a:lnTo>
                  <a:lnTo>
                    <a:pt x="312070" y="84383"/>
                  </a:lnTo>
                  <a:lnTo>
                    <a:pt x="358327" y="74926"/>
                  </a:lnTo>
                  <a:lnTo>
                    <a:pt x="407211" y="65931"/>
                  </a:lnTo>
                  <a:lnTo>
                    <a:pt x="458612" y="57420"/>
                  </a:lnTo>
                  <a:lnTo>
                    <a:pt x="512421" y="49413"/>
                  </a:lnTo>
                  <a:lnTo>
                    <a:pt x="568526" y="41929"/>
                  </a:lnTo>
                  <a:lnTo>
                    <a:pt x="626818" y="34990"/>
                  </a:lnTo>
                  <a:lnTo>
                    <a:pt x="687186" y="28616"/>
                  </a:lnTo>
                  <a:lnTo>
                    <a:pt x="749521" y="22826"/>
                  </a:lnTo>
                  <a:lnTo>
                    <a:pt x="813711" y="17642"/>
                  </a:lnTo>
                  <a:lnTo>
                    <a:pt x="879647" y="13083"/>
                  </a:lnTo>
                  <a:lnTo>
                    <a:pt x="947219" y="9170"/>
                  </a:lnTo>
                  <a:lnTo>
                    <a:pt x="1016316" y="5923"/>
                  </a:lnTo>
                  <a:lnTo>
                    <a:pt x="1086827" y="3362"/>
                  </a:lnTo>
                  <a:lnTo>
                    <a:pt x="1158644" y="1507"/>
                  </a:lnTo>
                  <a:lnTo>
                    <a:pt x="1231655" y="380"/>
                  </a:lnTo>
                  <a:lnTo>
                    <a:pt x="1305750" y="0"/>
                  </a:lnTo>
                  <a:lnTo>
                    <a:pt x="1379847" y="380"/>
                  </a:lnTo>
                  <a:lnTo>
                    <a:pt x="1452859" y="1507"/>
                  </a:lnTo>
                  <a:lnTo>
                    <a:pt x="1524676" y="3362"/>
                  </a:lnTo>
                  <a:lnTo>
                    <a:pt x="1595188" y="5923"/>
                  </a:lnTo>
                  <a:lnTo>
                    <a:pt x="1664285" y="9170"/>
                  </a:lnTo>
                  <a:lnTo>
                    <a:pt x="1731857" y="13083"/>
                  </a:lnTo>
                  <a:lnTo>
                    <a:pt x="1797794" y="17642"/>
                  </a:lnTo>
                  <a:lnTo>
                    <a:pt x="1861984" y="22826"/>
                  </a:lnTo>
                  <a:lnTo>
                    <a:pt x="1924319" y="28616"/>
                  </a:lnTo>
                  <a:lnTo>
                    <a:pt x="1984687" y="34990"/>
                  </a:lnTo>
                  <a:lnTo>
                    <a:pt x="2042979" y="41929"/>
                  </a:lnTo>
                  <a:lnTo>
                    <a:pt x="2099084" y="49413"/>
                  </a:lnTo>
                  <a:lnTo>
                    <a:pt x="2152893" y="57420"/>
                  </a:lnTo>
                  <a:lnTo>
                    <a:pt x="2204294" y="65931"/>
                  </a:lnTo>
                  <a:lnTo>
                    <a:pt x="2253178" y="74926"/>
                  </a:lnTo>
                  <a:lnTo>
                    <a:pt x="2299434" y="84383"/>
                  </a:lnTo>
                  <a:lnTo>
                    <a:pt x="2342952" y="94284"/>
                  </a:lnTo>
                  <a:lnTo>
                    <a:pt x="2383623" y="104607"/>
                  </a:lnTo>
                  <a:lnTo>
                    <a:pt x="2421335" y="115333"/>
                  </a:lnTo>
                  <a:lnTo>
                    <a:pt x="2487443" y="137910"/>
                  </a:lnTo>
                  <a:lnTo>
                    <a:pt x="2540396" y="161853"/>
                  </a:lnTo>
                  <a:lnTo>
                    <a:pt x="2579311" y="186999"/>
                  </a:lnTo>
                  <a:lnTo>
                    <a:pt x="2609434" y="226621"/>
                  </a:lnTo>
                  <a:lnTo>
                    <a:pt x="2611501" y="24025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16055619" y="3736785"/>
              <a:ext cx="2611755" cy="1993900"/>
            </a:xfrm>
            <a:custGeom>
              <a:avLst/>
              <a:gdLst/>
              <a:ahLst/>
              <a:cxnLst/>
              <a:rect l="l" t="t" r="r" b="b"/>
              <a:pathLst>
                <a:path w="2611755" h="1993900">
                  <a:moveTo>
                    <a:pt x="2611501" y="0"/>
                  </a:moveTo>
                  <a:lnTo>
                    <a:pt x="0" y="0"/>
                  </a:lnTo>
                  <a:lnTo>
                    <a:pt x="0" y="1993897"/>
                  </a:lnTo>
                  <a:lnTo>
                    <a:pt x="1305750" y="1770019"/>
                  </a:lnTo>
                  <a:lnTo>
                    <a:pt x="2611501" y="1993897"/>
                  </a:lnTo>
                  <a:lnTo>
                    <a:pt x="261150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16055619" y="3736785"/>
              <a:ext cx="2611755" cy="1993900"/>
            </a:xfrm>
            <a:custGeom>
              <a:avLst/>
              <a:gdLst/>
              <a:ahLst/>
              <a:cxnLst/>
              <a:rect l="l" t="t" r="r" b="b"/>
              <a:pathLst>
                <a:path w="2611755" h="1993900">
                  <a:moveTo>
                    <a:pt x="2611501" y="1993897"/>
                  </a:moveTo>
                  <a:lnTo>
                    <a:pt x="1305750" y="1770019"/>
                  </a:lnTo>
                  <a:lnTo>
                    <a:pt x="0" y="1993897"/>
                  </a:lnTo>
                  <a:lnTo>
                    <a:pt x="0" y="0"/>
                  </a:lnTo>
                  <a:lnTo>
                    <a:pt x="2611501" y="0"/>
                  </a:lnTo>
                  <a:lnTo>
                    <a:pt x="2611501" y="199389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16055619" y="3496530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1305750" y="0"/>
                  </a:moveTo>
                  <a:lnTo>
                    <a:pt x="1231655" y="380"/>
                  </a:lnTo>
                  <a:lnTo>
                    <a:pt x="1158644" y="1507"/>
                  </a:lnTo>
                  <a:lnTo>
                    <a:pt x="1086827" y="3362"/>
                  </a:lnTo>
                  <a:lnTo>
                    <a:pt x="1016316" y="5923"/>
                  </a:lnTo>
                  <a:lnTo>
                    <a:pt x="947219" y="9170"/>
                  </a:lnTo>
                  <a:lnTo>
                    <a:pt x="879647" y="13083"/>
                  </a:lnTo>
                  <a:lnTo>
                    <a:pt x="813711" y="17642"/>
                  </a:lnTo>
                  <a:lnTo>
                    <a:pt x="749521" y="22826"/>
                  </a:lnTo>
                  <a:lnTo>
                    <a:pt x="687186" y="28616"/>
                  </a:lnTo>
                  <a:lnTo>
                    <a:pt x="626818" y="34990"/>
                  </a:lnTo>
                  <a:lnTo>
                    <a:pt x="568526" y="41929"/>
                  </a:lnTo>
                  <a:lnTo>
                    <a:pt x="512421" y="49413"/>
                  </a:lnTo>
                  <a:lnTo>
                    <a:pt x="458612" y="57420"/>
                  </a:lnTo>
                  <a:lnTo>
                    <a:pt x="407211" y="65931"/>
                  </a:lnTo>
                  <a:lnTo>
                    <a:pt x="358327" y="74926"/>
                  </a:lnTo>
                  <a:lnTo>
                    <a:pt x="312070" y="84383"/>
                  </a:lnTo>
                  <a:lnTo>
                    <a:pt x="268552" y="94284"/>
                  </a:lnTo>
                  <a:lnTo>
                    <a:pt x="227881" y="104607"/>
                  </a:lnTo>
                  <a:lnTo>
                    <a:pt x="190168" y="115333"/>
                  </a:lnTo>
                  <a:lnTo>
                    <a:pt x="124059" y="137910"/>
                  </a:lnTo>
                  <a:lnTo>
                    <a:pt x="71106" y="161853"/>
                  </a:lnTo>
                  <a:lnTo>
                    <a:pt x="32190" y="186999"/>
                  </a:lnTo>
                  <a:lnTo>
                    <a:pt x="2067" y="226621"/>
                  </a:lnTo>
                  <a:lnTo>
                    <a:pt x="0" y="240254"/>
                  </a:lnTo>
                  <a:lnTo>
                    <a:pt x="2067" y="253887"/>
                  </a:lnTo>
                  <a:lnTo>
                    <a:pt x="32190" y="293509"/>
                  </a:lnTo>
                  <a:lnTo>
                    <a:pt x="71106" y="318655"/>
                  </a:lnTo>
                  <a:lnTo>
                    <a:pt x="124059" y="342598"/>
                  </a:lnTo>
                  <a:lnTo>
                    <a:pt x="190168" y="365175"/>
                  </a:lnTo>
                  <a:lnTo>
                    <a:pt x="227881" y="375901"/>
                  </a:lnTo>
                  <a:lnTo>
                    <a:pt x="268552" y="386224"/>
                  </a:lnTo>
                  <a:lnTo>
                    <a:pt x="312070" y="396125"/>
                  </a:lnTo>
                  <a:lnTo>
                    <a:pt x="358327" y="405582"/>
                  </a:lnTo>
                  <a:lnTo>
                    <a:pt x="407211" y="414577"/>
                  </a:lnTo>
                  <a:lnTo>
                    <a:pt x="458612" y="423088"/>
                  </a:lnTo>
                  <a:lnTo>
                    <a:pt x="512421" y="431095"/>
                  </a:lnTo>
                  <a:lnTo>
                    <a:pt x="568526" y="438579"/>
                  </a:lnTo>
                  <a:lnTo>
                    <a:pt x="626818" y="445518"/>
                  </a:lnTo>
                  <a:lnTo>
                    <a:pt x="687186" y="451892"/>
                  </a:lnTo>
                  <a:lnTo>
                    <a:pt x="749521" y="457682"/>
                  </a:lnTo>
                  <a:lnTo>
                    <a:pt x="813711" y="462866"/>
                  </a:lnTo>
                  <a:lnTo>
                    <a:pt x="879647" y="467425"/>
                  </a:lnTo>
                  <a:lnTo>
                    <a:pt x="947219" y="471338"/>
                  </a:lnTo>
                  <a:lnTo>
                    <a:pt x="1016316" y="474585"/>
                  </a:lnTo>
                  <a:lnTo>
                    <a:pt x="1086827" y="477146"/>
                  </a:lnTo>
                  <a:lnTo>
                    <a:pt x="1158644" y="479001"/>
                  </a:lnTo>
                  <a:lnTo>
                    <a:pt x="1231655" y="480128"/>
                  </a:lnTo>
                  <a:lnTo>
                    <a:pt x="1305750" y="480508"/>
                  </a:lnTo>
                  <a:lnTo>
                    <a:pt x="1379847" y="480128"/>
                  </a:lnTo>
                  <a:lnTo>
                    <a:pt x="1452859" y="479001"/>
                  </a:lnTo>
                  <a:lnTo>
                    <a:pt x="1524676" y="477146"/>
                  </a:lnTo>
                  <a:lnTo>
                    <a:pt x="1595188" y="474585"/>
                  </a:lnTo>
                  <a:lnTo>
                    <a:pt x="1664285" y="471338"/>
                  </a:lnTo>
                  <a:lnTo>
                    <a:pt x="1731857" y="467425"/>
                  </a:lnTo>
                  <a:lnTo>
                    <a:pt x="1797794" y="462866"/>
                  </a:lnTo>
                  <a:lnTo>
                    <a:pt x="1861984" y="457682"/>
                  </a:lnTo>
                  <a:lnTo>
                    <a:pt x="1924319" y="451892"/>
                  </a:lnTo>
                  <a:lnTo>
                    <a:pt x="1984687" y="445518"/>
                  </a:lnTo>
                  <a:lnTo>
                    <a:pt x="2042979" y="438579"/>
                  </a:lnTo>
                  <a:lnTo>
                    <a:pt x="2099084" y="431095"/>
                  </a:lnTo>
                  <a:lnTo>
                    <a:pt x="2152893" y="423088"/>
                  </a:lnTo>
                  <a:lnTo>
                    <a:pt x="2204294" y="414577"/>
                  </a:lnTo>
                  <a:lnTo>
                    <a:pt x="2253178" y="405582"/>
                  </a:lnTo>
                  <a:lnTo>
                    <a:pt x="2299434" y="396125"/>
                  </a:lnTo>
                  <a:lnTo>
                    <a:pt x="2342952" y="386224"/>
                  </a:lnTo>
                  <a:lnTo>
                    <a:pt x="2383623" y="375901"/>
                  </a:lnTo>
                  <a:lnTo>
                    <a:pt x="2421335" y="365175"/>
                  </a:lnTo>
                  <a:lnTo>
                    <a:pt x="2487443" y="342598"/>
                  </a:lnTo>
                  <a:lnTo>
                    <a:pt x="2540396" y="318655"/>
                  </a:lnTo>
                  <a:lnTo>
                    <a:pt x="2579311" y="293509"/>
                  </a:lnTo>
                  <a:lnTo>
                    <a:pt x="2609434" y="253887"/>
                  </a:lnTo>
                  <a:lnTo>
                    <a:pt x="2611501" y="240254"/>
                  </a:lnTo>
                  <a:lnTo>
                    <a:pt x="2609434" y="226621"/>
                  </a:lnTo>
                  <a:lnTo>
                    <a:pt x="2579311" y="186999"/>
                  </a:lnTo>
                  <a:lnTo>
                    <a:pt x="2540396" y="161853"/>
                  </a:lnTo>
                  <a:lnTo>
                    <a:pt x="2487443" y="137910"/>
                  </a:lnTo>
                  <a:lnTo>
                    <a:pt x="2421335" y="115333"/>
                  </a:lnTo>
                  <a:lnTo>
                    <a:pt x="2383623" y="104607"/>
                  </a:lnTo>
                  <a:lnTo>
                    <a:pt x="2342952" y="94284"/>
                  </a:lnTo>
                  <a:lnTo>
                    <a:pt x="2299434" y="84383"/>
                  </a:lnTo>
                  <a:lnTo>
                    <a:pt x="2253178" y="74926"/>
                  </a:lnTo>
                  <a:lnTo>
                    <a:pt x="2204294" y="65931"/>
                  </a:lnTo>
                  <a:lnTo>
                    <a:pt x="2152893" y="57420"/>
                  </a:lnTo>
                  <a:lnTo>
                    <a:pt x="2099084" y="49413"/>
                  </a:lnTo>
                  <a:lnTo>
                    <a:pt x="2042979" y="41929"/>
                  </a:lnTo>
                  <a:lnTo>
                    <a:pt x="1984687" y="34990"/>
                  </a:lnTo>
                  <a:lnTo>
                    <a:pt x="1924319" y="28616"/>
                  </a:lnTo>
                  <a:lnTo>
                    <a:pt x="1861984" y="22826"/>
                  </a:lnTo>
                  <a:lnTo>
                    <a:pt x="1797794" y="17642"/>
                  </a:lnTo>
                  <a:lnTo>
                    <a:pt x="1731857" y="13083"/>
                  </a:lnTo>
                  <a:lnTo>
                    <a:pt x="1664285" y="9170"/>
                  </a:lnTo>
                  <a:lnTo>
                    <a:pt x="1595188" y="5923"/>
                  </a:lnTo>
                  <a:lnTo>
                    <a:pt x="1524676" y="3362"/>
                  </a:lnTo>
                  <a:lnTo>
                    <a:pt x="1452859" y="1507"/>
                  </a:lnTo>
                  <a:lnTo>
                    <a:pt x="1379847" y="380"/>
                  </a:lnTo>
                  <a:lnTo>
                    <a:pt x="13057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16055619" y="3496530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2611501" y="240254"/>
                  </a:moveTo>
                  <a:lnTo>
                    <a:pt x="2593229" y="280535"/>
                  </a:lnTo>
                  <a:lnTo>
                    <a:pt x="2561663" y="306222"/>
                  </a:lnTo>
                  <a:lnTo>
                    <a:pt x="2515619" y="330787"/>
                  </a:lnTo>
                  <a:lnTo>
                    <a:pt x="2455978" y="354068"/>
                  </a:lnTo>
                  <a:lnTo>
                    <a:pt x="2383623" y="375901"/>
                  </a:lnTo>
                  <a:lnTo>
                    <a:pt x="2342952" y="386224"/>
                  </a:lnTo>
                  <a:lnTo>
                    <a:pt x="2299434" y="396125"/>
                  </a:lnTo>
                  <a:lnTo>
                    <a:pt x="2253178" y="405582"/>
                  </a:lnTo>
                  <a:lnTo>
                    <a:pt x="2204294" y="414577"/>
                  </a:lnTo>
                  <a:lnTo>
                    <a:pt x="2152893" y="423088"/>
                  </a:lnTo>
                  <a:lnTo>
                    <a:pt x="2099084" y="431095"/>
                  </a:lnTo>
                  <a:lnTo>
                    <a:pt x="2042979" y="438579"/>
                  </a:lnTo>
                  <a:lnTo>
                    <a:pt x="1984687" y="445518"/>
                  </a:lnTo>
                  <a:lnTo>
                    <a:pt x="1924319" y="451892"/>
                  </a:lnTo>
                  <a:lnTo>
                    <a:pt x="1861984" y="457682"/>
                  </a:lnTo>
                  <a:lnTo>
                    <a:pt x="1797794" y="462866"/>
                  </a:lnTo>
                  <a:lnTo>
                    <a:pt x="1731857" y="467425"/>
                  </a:lnTo>
                  <a:lnTo>
                    <a:pt x="1664285" y="471338"/>
                  </a:lnTo>
                  <a:lnTo>
                    <a:pt x="1595188" y="474585"/>
                  </a:lnTo>
                  <a:lnTo>
                    <a:pt x="1524676" y="477146"/>
                  </a:lnTo>
                  <a:lnTo>
                    <a:pt x="1452859" y="479001"/>
                  </a:lnTo>
                  <a:lnTo>
                    <a:pt x="1379847" y="480128"/>
                  </a:lnTo>
                  <a:lnTo>
                    <a:pt x="1305750" y="480508"/>
                  </a:lnTo>
                  <a:lnTo>
                    <a:pt x="1231655" y="480128"/>
                  </a:lnTo>
                  <a:lnTo>
                    <a:pt x="1158644" y="479001"/>
                  </a:lnTo>
                  <a:lnTo>
                    <a:pt x="1086827" y="477146"/>
                  </a:lnTo>
                  <a:lnTo>
                    <a:pt x="1016316" y="474585"/>
                  </a:lnTo>
                  <a:lnTo>
                    <a:pt x="947219" y="471338"/>
                  </a:lnTo>
                  <a:lnTo>
                    <a:pt x="879647" y="467425"/>
                  </a:lnTo>
                  <a:lnTo>
                    <a:pt x="813711" y="462866"/>
                  </a:lnTo>
                  <a:lnTo>
                    <a:pt x="749521" y="457682"/>
                  </a:lnTo>
                  <a:lnTo>
                    <a:pt x="687186" y="451892"/>
                  </a:lnTo>
                  <a:lnTo>
                    <a:pt x="626818" y="445518"/>
                  </a:lnTo>
                  <a:lnTo>
                    <a:pt x="568526" y="438579"/>
                  </a:lnTo>
                  <a:lnTo>
                    <a:pt x="512421" y="431095"/>
                  </a:lnTo>
                  <a:lnTo>
                    <a:pt x="458612" y="423088"/>
                  </a:lnTo>
                  <a:lnTo>
                    <a:pt x="407211" y="414577"/>
                  </a:lnTo>
                  <a:lnTo>
                    <a:pt x="358327" y="405582"/>
                  </a:lnTo>
                  <a:lnTo>
                    <a:pt x="312070" y="396125"/>
                  </a:lnTo>
                  <a:lnTo>
                    <a:pt x="268552" y="386224"/>
                  </a:lnTo>
                  <a:lnTo>
                    <a:pt x="227881" y="375901"/>
                  </a:lnTo>
                  <a:lnTo>
                    <a:pt x="190168" y="365175"/>
                  </a:lnTo>
                  <a:lnTo>
                    <a:pt x="124059" y="342598"/>
                  </a:lnTo>
                  <a:lnTo>
                    <a:pt x="71106" y="318655"/>
                  </a:lnTo>
                  <a:lnTo>
                    <a:pt x="32190" y="293509"/>
                  </a:lnTo>
                  <a:lnTo>
                    <a:pt x="2067" y="253887"/>
                  </a:lnTo>
                  <a:lnTo>
                    <a:pt x="0" y="240254"/>
                  </a:lnTo>
                  <a:lnTo>
                    <a:pt x="2067" y="226621"/>
                  </a:lnTo>
                  <a:lnTo>
                    <a:pt x="32190" y="186999"/>
                  </a:lnTo>
                  <a:lnTo>
                    <a:pt x="71106" y="161853"/>
                  </a:lnTo>
                  <a:lnTo>
                    <a:pt x="124059" y="137910"/>
                  </a:lnTo>
                  <a:lnTo>
                    <a:pt x="190168" y="115333"/>
                  </a:lnTo>
                  <a:lnTo>
                    <a:pt x="227881" y="104607"/>
                  </a:lnTo>
                  <a:lnTo>
                    <a:pt x="268552" y="94284"/>
                  </a:lnTo>
                  <a:lnTo>
                    <a:pt x="312070" y="84383"/>
                  </a:lnTo>
                  <a:lnTo>
                    <a:pt x="358327" y="74926"/>
                  </a:lnTo>
                  <a:lnTo>
                    <a:pt x="407211" y="65931"/>
                  </a:lnTo>
                  <a:lnTo>
                    <a:pt x="458612" y="57420"/>
                  </a:lnTo>
                  <a:lnTo>
                    <a:pt x="512421" y="49413"/>
                  </a:lnTo>
                  <a:lnTo>
                    <a:pt x="568526" y="41929"/>
                  </a:lnTo>
                  <a:lnTo>
                    <a:pt x="626818" y="34990"/>
                  </a:lnTo>
                  <a:lnTo>
                    <a:pt x="687186" y="28616"/>
                  </a:lnTo>
                  <a:lnTo>
                    <a:pt x="749521" y="22826"/>
                  </a:lnTo>
                  <a:lnTo>
                    <a:pt x="813711" y="17642"/>
                  </a:lnTo>
                  <a:lnTo>
                    <a:pt x="879647" y="13083"/>
                  </a:lnTo>
                  <a:lnTo>
                    <a:pt x="947219" y="9170"/>
                  </a:lnTo>
                  <a:lnTo>
                    <a:pt x="1016316" y="5923"/>
                  </a:lnTo>
                  <a:lnTo>
                    <a:pt x="1086827" y="3362"/>
                  </a:lnTo>
                  <a:lnTo>
                    <a:pt x="1158644" y="1507"/>
                  </a:lnTo>
                  <a:lnTo>
                    <a:pt x="1231655" y="380"/>
                  </a:lnTo>
                  <a:lnTo>
                    <a:pt x="1305750" y="0"/>
                  </a:lnTo>
                  <a:lnTo>
                    <a:pt x="1379847" y="380"/>
                  </a:lnTo>
                  <a:lnTo>
                    <a:pt x="1452859" y="1507"/>
                  </a:lnTo>
                  <a:lnTo>
                    <a:pt x="1524676" y="3362"/>
                  </a:lnTo>
                  <a:lnTo>
                    <a:pt x="1595188" y="5923"/>
                  </a:lnTo>
                  <a:lnTo>
                    <a:pt x="1664285" y="9170"/>
                  </a:lnTo>
                  <a:lnTo>
                    <a:pt x="1731857" y="13083"/>
                  </a:lnTo>
                  <a:lnTo>
                    <a:pt x="1797794" y="17642"/>
                  </a:lnTo>
                  <a:lnTo>
                    <a:pt x="1861984" y="22826"/>
                  </a:lnTo>
                  <a:lnTo>
                    <a:pt x="1924319" y="28616"/>
                  </a:lnTo>
                  <a:lnTo>
                    <a:pt x="1984687" y="34990"/>
                  </a:lnTo>
                  <a:lnTo>
                    <a:pt x="2042979" y="41929"/>
                  </a:lnTo>
                  <a:lnTo>
                    <a:pt x="2099084" y="49413"/>
                  </a:lnTo>
                  <a:lnTo>
                    <a:pt x="2152893" y="57420"/>
                  </a:lnTo>
                  <a:lnTo>
                    <a:pt x="2204294" y="65931"/>
                  </a:lnTo>
                  <a:lnTo>
                    <a:pt x="2253178" y="74926"/>
                  </a:lnTo>
                  <a:lnTo>
                    <a:pt x="2299434" y="84383"/>
                  </a:lnTo>
                  <a:lnTo>
                    <a:pt x="2342952" y="94284"/>
                  </a:lnTo>
                  <a:lnTo>
                    <a:pt x="2383623" y="104607"/>
                  </a:lnTo>
                  <a:lnTo>
                    <a:pt x="2421335" y="115333"/>
                  </a:lnTo>
                  <a:lnTo>
                    <a:pt x="2487443" y="137910"/>
                  </a:lnTo>
                  <a:lnTo>
                    <a:pt x="2540396" y="161853"/>
                  </a:lnTo>
                  <a:lnTo>
                    <a:pt x="2579311" y="186999"/>
                  </a:lnTo>
                  <a:lnTo>
                    <a:pt x="2609434" y="226621"/>
                  </a:lnTo>
                  <a:lnTo>
                    <a:pt x="2611501" y="24025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16068474" y="5448075"/>
              <a:ext cx="2586355" cy="288925"/>
            </a:xfrm>
            <a:custGeom>
              <a:avLst/>
              <a:gdLst/>
              <a:ahLst/>
              <a:cxnLst/>
              <a:rect l="l" t="t" r="r" b="b"/>
              <a:pathLst>
                <a:path w="2586355" h="288925">
                  <a:moveTo>
                    <a:pt x="2585785" y="0"/>
                  </a:moveTo>
                  <a:lnTo>
                    <a:pt x="0" y="0"/>
                  </a:lnTo>
                  <a:lnTo>
                    <a:pt x="0" y="288504"/>
                  </a:lnTo>
                  <a:lnTo>
                    <a:pt x="2585785" y="288504"/>
                  </a:lnTo>
                  <a:lnTo>
                    <a:pt x="258578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6613624" y="4644880"/>
            <a:ext cx="2201426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Vector</a:t>
            </a:r>
            <a:r>
              <a:rPr sz="20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Store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6045141" y="6819569"/>
            <a:ext cx="2632710" cy="2512060"/>
            <a:chOff x="16045141" y="6819569"/>
            <a:chExt cx="2632710" cy="2512060"/>
          </a:xfrm>
        </p:grpSpPr>
        <p:sp>
          <p:nvSpPr>
            <p:cNvPr id="58" name="object 58"/>
            <p:cNvSpPr/>
            <p:nvPr/>
          </p:nvSpPr>
          <p:spPr>
            <a:xfrm>
              <a:off x="16055619" y="8840321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1305750" y="0"/>
                  </a:moveTo>
                  <a:lnTo>
                    <a:pt x="1231655" y="380"/>
                  </a:lnTo>
                  <a:lnTo>
                    <a:pt x="1158644" y="1507"/>
                  </a:lnTo>
                  <a:lnTo>
                    <a:pt x="1086827" y="3362"/>
                  </a:lnTo>
                  <a:lnTo>
                    <a:pt x="1016316" y="5923"/>
                  </a:lnTo>
                  <a:lnTo>
                    <a:pt x="947219" y="9170"/>
                  </a:lnTo>
                  <a:lnTo>
                    <a:pt x="879647" y="13083"/>
                  </a:lnTo>
                  <a:lnTo>
                    <a:pt x="813711" y="17642"/>
                  </a:lnTo>
                  <a:lnTo>
                    <a:pt x="749521" y="22826"/>
                  </a:lnTo>
                  <a:lnTo>
                    <a:pt x="687186" y="28616"/>
                  </a:lnTo>
                  <a:lnTo>
                    <a:pt x="626818" y="34990"/>
                  </a:lnTo>
                  <a:lnTo>
                    <a:pt x="568526" y="41929"/>
                  </a:lnTo>
                  <a:lnTo>
                    <a:pt x="512421" y="49413"/>
                  </a:lnTo>
                  <a:lnTo>
                    <a:pt x="458612" y="57420"/>
                  </a:lnTo>
                  <a:lnTo>
                    <a:pt x="407211" y="65931"/>
                  </a:lnTo>
                  <a:lnTo>
                    <a:pt x="358327" y="74926"/>
                  </a:lnTo>
                  <a:lnTo>
                    <a:pt x="312070" y="84383"/>
                  </a:lnTo>
                  <a:lnTo>
                    <a:pt x="268552" y="94284"/>
                  </a:lnTo>
                  <a:lnTo>
                    <a:pt x="227881" y="104607"/>
                  </a:lnTo>
                  <a:lnTo>
                    <a:pt x="190168" y="115333"/>
                  </a:lnTo>
                  <a:lnTo>
                    <a:pt x="124059" y="137910"/>
                  </a:lnTo>
                  <a:lnTo>
                    <a:pt x="71106" y="161853"/>
                  </a:lnTo>
                  <a:lnTo>
                    <a:pt x="32190" y="186999"/>
                  </a:lnTo>
                  <a:lnTo>
                    <a:pt x="2067" y="226621"/>
                  </a:lnTo>
                  <a:lnTo>
                    <a:pt x="0" y="240254"/>
                  </a:lnTo>
                  <a:lnTo>
                    <a:pt x="2067" y="253887"/>
                  </a:lnTo>
                  <a:lnTo>
                    <a:pt x="32190" y="293509"/>
                  </a:lnTo>
                  <a:lnTo>
                    <a:pt x="71106" y="318655"/>
                  </a:lnTo>
                  <a:lnTo>
                    <a:pt x="124059" y="342598"/>
                  </a:lnTo>
                  <a:lnTo>
                    <a:pt x="190168" y="365175"/>
                  </a:lnTo>
                  <a:lnTo>
                    <a:pt x="227881" y="375901"/>
                  </a:lnTo>
                  <a:lnTo>
                    <a:pt x="268552" y="386224"/>
                  </a:lnTo>
                  <a:lnTo>
                    <a:pt x="312070" y="396125"/>
                  </a:lnTo>
                  <a:lnTo>
                    <a:pt x="358327" y="405582"/>
                  </a:lnTo>
                  <a:lnTo>
                    <a:pt x="407211" y="414577"/>
                  </a:lnTo>
                  <a:lnTo>
                    <a:pt x="458612" y="423088"/>
                  </a:lnTo>
                  <a:lnTo>
                    <a:pt x="512421" y="431095"/>
                  </a:lnTo>
                  <a:lnTo>
                    <a:pt x="568526" y="438579"/>
                  </a:lnTo>
                  <a:lnTo>
                    <a:pt x="626818" y="445518"/>
                  </a:lnTo>
                  <a:lnTo>
                    <a:pt x="687186" y="451892"/>
                  </a:lnTo>
                  <a:lnTo>
                    <a:pt x="749521" y="457682"/>
                  </a:lnTo>
                  <a:lnTo>
                    <a:pt x="813711" y="462866"/>
                  </a:lnTo>
                  <a:lnTo>
                    <a:pt x="879647" y="467425"/>
                  </a:lnTo>
                  <a:lnTo>
                    <a:pt x="947219" y="471338"/>
                  </a:lnTo>
                  <a:lnTo>
                    <a:pt x="1016316" y="474585"/>
                  </a:lnTo>
                  <a:lnTo>
                    <a:pt x="1086827" y="477146"/>
                  </a:lnTo>
                  <a:lnTo>
                    <a:pt x="1158644" y="479001"/>
                  </a:lnTo>
                  <a:lnTo>
                    <a:pt x="1231655" y="480128"/>
                  </a:lnTo>
                  <a:lnTo>
                    <a:pt x="1305750" y="480508"/>
                  </a:lnTo>
                  <a:lnTo>
                    <a:pt x="1379847" y="480128"/>
                  </a:lnTo>
                  <a:lnTo>
                    <a:pt x="1452859" y="479001"/>
                  </a:lnTo>
                  <a:lnTo>
                    <a:pt x="1524676" y="477146"/>
                  </a:lnTo>
                  <a:lnTo>
                    <a:pt x="1595188" y="474585"/>
                  </a:lnTo>
                  <a:lnTo>
                    <a:pt x="1664285" y="471338"/>
                  </a:lnTo>
                  <a:lnTo>
                    <a:pt x="1731857" y="467425"/>
                  </a:lnTo>
                  <a:lnTo>
                    <a:pt x="1797794" y="462866"/>
                  </a:lnTo>
                  <a:lnTo>
                    <a:pt x="1861984" y="457682"/>
                  </a:lnTo>
                  <a:lnTo>
                    <a:pt x="1924319" y="451892"/>
                  </a:lnTo>
                  <a:lnTo>
                    <a:pt x="1984687" y="445518"/>
                  </a:lnTo>
                  <a:lnTo>
                    <a:pt x="2042979" y="438579"/>
                  </a:lnTo>
                  <a:lnTo>
                    <a:pt x="2099084" y="431095"/>
                  </a:lnTo>
                  <a:lnTo>
                    <a:pt x="2152893" y="423088"/>
                  </a:lnTo>
                  <a:lnTo>
                    <a:pt x="2204294" y="414577"/>
                  </a:lnTo>
                  <a:lnTo>
                    <a:pt x="2253178" y="405582"/>
                  </a:lnTo>
                  <a:lnTo>
                    <a:pt x="2299434" y="396125"/>
                  </a:lnTo>
                  <a:lnTo>
                    <a:pt x="2342952" y="386224"/>
                  </a:lnTo>
                  <a:lnTo>
                    <a:pt x="2383623" y="375901"/>
                  </a:lnTo>
                  <a:lnTo>
                    <a:pt x="2421335" y="365175"/>
                  </a:lnTo>
                  <a:lnTo>
                    <a:pt x="2487443" y="342598"/>
                  </a:lnTo>
                  <a:lnTo>
                    <a:pt x="2540396" y="318655"/>
                  </a:lnTo>
                  <a:lnTo>
                    <a:pt x="2579311" y="293509"/>
                  </a:lnTo>
                  <a:lnTo>
                    <a:pt x="2609434" y="253887"/>
                  </a:lnTo>
                  <a:lnTo>
                    <a:pt x="2611501" y="240254"/>
                  </a:lnTo>
                  <a:lnTo>
                    <a:pt x="2609434" y="226621"/>
                  </a:lnTo>
                  <a:lnTo>
                    <a:pt x="2579311" y="186999"/>
                  </a:lnTo>
                  <a:lnTo>
                    <a:pt x="2540396" y="161853"/>
                  </a:lnTo>
                  <a:lnTo>
                    <a:pt x="2487443" y="137910"/>
                  </a:lnTo>
                  <a:lnTo>
                    <a:pt x="2421335" y="115333"/>
                  </a:lnTo>
                  <a:lnTo>
                    <a:pt x="2383623" y="104607"/>
                  </a:lnTo>
                  <a:lnTo>
                    <a:pt x="2342952" y="94284"/>
                  </a:lnTo>
                  <a:lnTo>
                    <a:pt x="2299434" y="84383"/>
                  </a:lnTo>
                  <a:lnTo>
                    <a:pt x="2253178" y="74926"/>
                  </a:lnTo>
                  <a:lnTo>
                    <a:pt x="2204294" y="65931"/>
                  </a:lnTo>
                  <a:lnTo>
                    <a:pt x="2152893" y="57420"/>
                  </a:lnTo>
                  <a:lnTo>
                    <a:pt x="2099084" y="49413"/>
                  </a:lnTo>
                  <a:lnTo>
                    <a:pt x="2042979" y="41929"/>
                  </a:lnTo>
                  <a:lnTo>
                    <a:pt x="1984687" y="34990"/>
                  </a:lnTo>
                  <a:lnTo>
                    <a:pt x="1924319" y="28616"/>
                  </a:lnTo>
                  <a:lnTo>
                    <a:pt x="1861984" y="22826"/>
                  </a:lnTo>
                  <a:lnTo>
                    <a:pt x="1797794" y="17642"/>
                  </a:lnTo>
                  <a:lnTo>
                    <a:pt x="1731857" y="13083"/>
                  </a:lnTo>
                  <a:lnTo>
                    <a:pt x="1664285" y="9170"/>
                  </a:lnTo>
                  <a:lnTo>
                    <a:pt x="1595188" y="5923"/>
                  </a:lnTo>
                  <a:lnTo>
                    <a:pt x="1524676" y="3362"/>
                  </a:lnTo>
                  <a:lnTo>
                    <a:pt x="1452859" y="1507"/>
                  </a:lnTo>
                  <a:lnTo>
                    <a:pt x="1379847" y="380"/>
                  </a:lnTo>
                  <a:lnTo>
                    <a:pt x="13057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16055619" y="8840321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2611501" y="240254"/>
                  </a:moveTo>
                  <a:lnTo>
                    <a:pt x="2593229" y="280535"/>
                  </a:lnTo>
                  <a:lnTo>
                    <a:pt x="2561663" y="306222"/>
                  </a:lnTo>
                  <a:lnTo>
                    <a:pt x="2515619" y="330787"/>
                  </a:lnTo>
                  <a:lnTo>
                    <a:pt x="2455978" y="354068"/>
                  </a:lnTo>
                  <a:lnTo>
                    <a:pt x="2383623" y="375901"/>
                  </a:lnTo>
                  <a:lnTo>
                    <a:pt x="2342952" y="386224"/>
                  </a:lnTo>
                  <a:lnTo>
                    <a:pt x="2299434" y="396125"/>
                  </a:lnTo>
                  <a:lnTo>
                    <a:pt x="2253178" y="405582"/>
                  </a:lnTo>
                  <a:lnTo>
                    <a:pt x="2204294" y="414577"/>
                  </a:lnTo>
                  <a:lnTo>
                    <a:pt x="2152893" y="423088"/>
                  </a:lnTo>
                  <a:lnTo>
                    <a:pt x="2099084" y="431095"/>
                  </a:lnTo>
                  <a:lnTo>
                    <a:pt x="2042979" y="438579"/>
                  </a:lnTo>
                  <a:lnTo>
                    <a:pt x="1984687" y="445518"/>
                  </a:lnTo>
                  <a:lnTo>
                    <a:pt x="1924319" y="451892"/>
                  </a:lnTo>
                  <a:lnTo>
                    <a:pt x="1861984" y="457682"/>
                  </a:lnTo>
                  <a:lnTo>
                    <a:pt x="1797794" y="462866"/>
                  </a:lnTo>
                  <a:lnTo>
                    <a:pt x="1731857" y="467425"/>
                  </a:lnTo>
                  <a:lnTo>
                    <a:pt x="1664285" y="471338"/>
                  </a:lnTo>
                  <a:lnTo>
                    <a:pt x="1595188" y="474585"/>
                  </a:lnTo>
                  <a:lnTo>
                    <a:pt x="1524676" y="477146"/>
                  </a:lnTo>
                  <a:lnTo>
                    <a:pt x="1452859" y="479001"/>
                  </a:lnTo>
                  <a:lnTo>
                    <a:pt x="1379847" y="480128"/>
                  </a:lnTo>
                  <a:lnTo>
                    <a:pt x="1305750" y="480508"/>
                  </a:lnTo>
                  <a:lnTo>
                    <a:pt x="1231655" y="480128"/>
                  </a:lnTo>
                  <a:lnTo>
                    <a:pt x="1158644" y="479001"/>
                  </a:lnTo>
                  <a:lnTo>
                    <a:pt x="1086827" y="477146"/>
                  </a:lnTo>
                  <a:lnTo>
                    <a:pt x="1016316" y="474585"/>
                  </a:lnTo>
                  <a:lnTo>
                    <a:pt x="947219" y="471338"/>
                  </a:lnTo>
                  <a:lnTo>
                    <a:pt x="879647" y="467425"/>
                  </a:lnTo>
                  <a:lnTo>
                    <a:pt x="813711" y="462866"/>
                  </a:lnTo>
                  <a:lnTo>
                    <a:pt x="749521" y="457682"/>
                  </a:lnTo>
                  <a:lnTo>
                    <a:pt x="687186" y="451892"/>
                  </a:lnTo>
                  <a:lnTo>
                    <a:pt x="626818" y="445518"/>
                  </a:lnTo>
                  <a:lnTo>
                    <a:pt x="568526" y="438579"/>
                  </a:lnTo>
                  <a:lnTo>
                    <a:pt x="512421" y="431095"/>
                  </a:lnTo>
                  <a:lnTo>
                    <a:pt x="458612" y="423088"/>
                  </a:lnTo>
                  <a:lnTo>
                    <a:pt x="407211" y="414577"/>
                  </a:lnTo>
                  <a:lnTo>
                    <a:pt x="358327" y="405582"/>
                  </a:lnTo>
                  <a:lnTo>
                    <a:pt x="312070" y="396125"/>
                  </a:lnTo>
                  <a:lnTo>
                    <a:pt x="268552" y="386224"/>
                  </a:lnTo>
                  <a:lnTo>
                    <a:pt x="227881" y="375901"/>
                  </a:lnTo>
                  <a:lnTo>
                    <a:pt x="190168" y="365175"/>
                  </a:lnTo>
                  <a:lnTo>
                    <a:pt x="124059" y="342598"/>
                  </a:lnTo>
                  <a:lnTo>
                    <a:pt x="71106" y="318655"/>
                  </a:lnTo>
                  <a:lnTo>
                    <a:pt x="32190" y="293509"/>
                  </a:lnTo>
                  <a:lnTo>
                    <a:pt x="2067" y="253887"/>
                  </a:lnTo>
                  <a:lnTo>
                    <a:pt x="0" y="240254"/>
                  </a:lnTo>
                  <a:lnTo>
                    <a:pt x="2067" y="226621"/>
                  </a:lnTo>
                  <a:lnTo>
                    <a:pt x="32190" y="186999"/>
                  </a:lnTo>
                  <a:lnTo>
                    <a:pt x="71106" y="161853"/>
                  </a:lnTo>
                  <a:lnTo>
                    <a:pt x="124059" y="137910"/>
                  </a:lnTo>
                  <a:lnTo>
                    <a:pt x="190168" y="115333"/>
                  </a:lnTo>
                  <a:lnTo>
                    <a:pt x="227881" y="104607"/>
                  </a:lnTo>
                  <a:lnTo>
                    <a:pt x="268552" y="94284"/>
                  </a:lnTo>
                  <a:lnTo>
                    <a:pt x="312070" y="84383"/>
                  </a:lnTo>
                  <a:lnTo>
                    <a:pt x="358327" y="74926"/>
                  </a:lnTo>
                  <a:lnTo>
                    <a:pt x="407211" y="65931"/>
                  </a:lnTo>
                  <a:lnTo>
                    <a:pt x="458612" y="57420"/>
                  </a:lnTo>
                  <a:lnTo>
                    <a:pt x="512421" y="49413"/>
                  </a:lnTo>
                  <a:lnTo>
                    <a:pt x="568526" y="41929"/>
                  </a:lnTo>
                  <a:lnTo>
                    <a:pt x="626818" y="34990"/>
                  </a:lnTo>
                  <a:lnTo>
                    <a:pt x="687186" y="28616"/>
                  </a:lnTo>
                  <a:lnTo>
                    <a:pt x="749521" y="22826"/>
                  </a:lnTo>
                  <a:lnTo>
                    <a:pt x="813711" y="17642"/>
                  </a:lnTo>
                  <a:lnTo>
                    <a:pt x="879647" y="13083"/>
                  </a:lnTo>
                  <a:lnTo>
                    <a:pt x="947219" y="9170"/>
                  </a:lnTo>
                  <a:lnTo>
                    <a:pt x="1016316" y="5923"/>
                  </a:lnTo>
                  <a:lnTo>
                    <a:pt x="1086827" y="3362"/>
                  </a:lnTo>
                  <a:lnTo>
                    <a:pt x="1158644" y="1507"/>
                  </a:lnTo>
                  <a:lnTo>
                    <a:pt x="1231655" y="380"/>
                  </a:lnTo>
                  <a:lnTo>
                    <a:pt x="1305750" y="0"/>
                  </a:lnTo>
                  <a:lnTo>
                    <a:pt x="1379847" y="380"/>
                  </a:lnTo>
                  <a:lnTo>
                    <a:pt x="1452859" y="1507"/>
                  </a:lnTo>
                  <a:lnTo>
                    <a:pt x="1524676" y="3362"/>
                  </a:lnTo>
                  <a:lnTo>
                    <a:pt x="1595188" y="5923"/>
                  </a:lnTo>
                  <a:lnTo>
                    <a:pt x="1664285" y="9170"/>
                  </a:lnTo>
                  <a:lnTo>
                    <a:pt x="1731857" y="13083"/>
                  </a:lnTo>
                  <a:lnTo>
                    <a:pt x="1797794" y="17642"/>
                  </a:lnTo>
                  <a:lnTo>
                    <a:pt x="1861984" y="22826"/>
                  </a:lnTo>
                  <a:lnTo>
                    <a:pt x="1924319" y="28616"/>
                  </a:lnTo>
                  <a:lnTo>
                    <a:pt x="1984687" y="34990"/>
                  </a:lnTo>
                  <a:lnTo>
                    <a:pt x="2042979" y="41929"/>
                  </a:lnTo>
                  <a:lnTo>
                    <a:pt x="2099084" y="49413"/>
                  </a:lnTo>
                  <a:lnTo>
                    <a:pt x="2152893" y="57420"/>
                  </a:lnTo>
                  <a:lnTo>
                    <a:pt x="2204294" y="65931"/>
                  </a:lnTo>
                  <a:lnTo>
                    <a:pt x="2253178" y="74926"/>
                  </a:lnTo>
                  <a:lnTo>
                    <a:pt x="2299434" y="84383"/>
                  </a:lnTo>
                  <a:lnTo>
                    <a:pt x="2342952" y="94284"/>
                  </a:lnTo>
                  <a:lnTo>
                    <a:pt x="2383623" y="104607"/>
                  </a:lnTo>
                  <a:lnTo>
                    <a:pt x="2421335" y="115333"/>
                  </a:lnTo>
                  <a:lnTo>
                    <a:pt x="2487443" y="137910"/>
                  </a:lnTo>
                  <a:lnTo>
                    <a:pt x="2540396" y="161853"/>
                  </a:lnTo>
                  <a:lnTo>
                    <a:pt x="2579311" y="186999"/>
                  </a:lnTo>
                  <a:lnTo>
                    <a:pt x="2609434" y="226621"/>
                  </a:lnTo>
                  <a:lnTo>
                    <a:pt x="2611501" y="24025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16055619" y="7070302"/>
              <a:ext cx="2611755" cy="1993900"/>
            </a:xfrm>
            <a:custGeom>
              <a:avLst/>
              <a:gdLst/>
              <a:ahLst/>
              <a:cxnLst/>
              <a:rect l="l" t="t" r="r" b="b"/>
              <a:pathLst>
                <a:path w="2611755" h="1993900">
                  <a:moveTo>
                    <a:pt x="2611501" y="0"/>
                  </a:moveTo>
                  <a:lnTo>
                    <a:pt x="0" y="0"/>
                  </a:lnTo>
                  <a:lnTo>
                    <a:pt x="0" y="1993897"/>
                  </a:lnTo>
                  <a:lnTo>
                    <a:pt x="1305750" y="1770019"/>
                  </a:lnTo>
                  <a:lnTo>
                    <a:pt x="2611501" y="1993897"/>
                  </a:lnTo>
                  <a:lnTo>
                    <a:pt x="2611501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16055619" y="7070302"/>
              <a:ext cx="2611755" cy="1993900"/>
            </a:xfrm>
            <a:custGeom>
              <a:avLst/>
              <a:gdLst/>
              <a:ahLst/>
              <a:cxnLst/>
              <a:rect l="l" t="t" r="r" b="b"/>
              <a:pathLst>
                <a:path w="2611755" h="1993900">
                  <a:moveTo>
                    <a:pt x="2611501" y="1993897"/>
                  </a:moveTo>
                  <a:lnTo>
                    <a:pt x="1305750" y="1770019"/>
                  </a:lnTo>
                  <a:lnTo>
                    <a:pt x="0" y="1993897"/>
                  </a:lnTo>
                  <a:lnTo>
                    <a:pt x="0" y="0"/>
                  </a:lnTo>
                  <a:lnTo>
                    <a:pt x="2611501" y="0"/>
                  </a:lnTo>
                  <a:lnTo>
                    <a:pt x="2611501" y="199389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16055619" y="6830047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1305750" y="0"/>
                  </a:moveTo>
                  <a:lnTo>
                    <a:pt x="1231655" y="380"/>
                  </a:lnTo>
                  <a:lnTo>
                    <a:pt x="1158644" y="1507"/>
                  </a:lnTo>
                  <a:lnTo>
                    <a:pt x="1086827" y="3362"/>
                  </a:lnTo>
                  <a:lnTo>
                    <a:pt x="1016316" y="5923"/>
                  </a:lnTo>
                  <a:lnTo>
                    <a:pt x="947219" y="9170"/>
                  </a:lnTo>
                  <a:lnTo>
                    <a:pt x="879647" y="13083"/>
                  </a:lnTo>
                  <a:lnTo>
                    <a:pt x="813711" y="17642"/>
                  </a:lnTo>
                  <a:lnTo>
                    <a:pt x="749521" y="22826"/>
                  </a:lnTo>
                  <a:lnTo>
                    <a:pt x="687186" y="28616"/>
                  </a:lnTo>
                  <a:lnTo>
                    <a:pt x="626818" y="34990"/>
                  </a:lnTo>
                  <a:lnTo>
                    <a:pt x="568526" y="41929"/>
                  </a:lnTo>
                  <a:lnTo>
                    <a:pt x="512421" y="49413"/>
                  </a:lnTo>
                  <a:lnTo>
                    <a:pt x="458612" y="57420"/>
                  </a:lnTo>
                  <a:lnTo>
                    <a:pt x="407211" y="65931"/>
                  </a:lnTo>
                  <a:lnTo>
                    <a:pt x="358327" y="74926"/>
                  </a:lnTo>
                  <a:lnTo>
                    <a:pt x="312070" y="84383"/>
                  </a:lnTo>
                  <a:lnTo>
                    <a:pt x="268552" y="94284"/>
                  </a:lnTo>
                  <a:lnTo>
                    <a:pt x="227881" y="104607"/>
                  </a:lnTo>
                  <a:lnTo>
                    <a:pt x="190168" y="115333"/>
                  </a:lnTo>
                  <a:lnTo>
                    <a:pt x="124059" y="137910"/>
                  </a:lnTo>
                  <a:lnTo>
                    <a:pt x="71106" y="161853"/>
                  </a:lnTo>
                  <a:lnTo>
                    <a:pt x="32190" y="186999"/>
                  </a:lnTo>
                  <a:lnTo>
                    <a:pt x="2067" y="226621"/>
                  </a:lnTo>
                  <a:lnTo>
                    <a:pt x="0" y="240254"/>
                  </a:lnTo>
                  <a:lnTo>
                    <a:pt x="2067" y="253887"/>
                  </a:lnTo>
                  <a:lnTo>
                    <a:pt x="32190" y="293509"/>
                  </a:lnTo>
                  <a:lnTo>
                    <a:pt x="71106" y="318655"/>
                  </a:lnTo>
                  <a:lnTo>
                    <a:pt x="124059" y="342598"/>
                  </a:lnTo>
                  <a:lnTo>
                    <a:pt x="190168" y="365175"/>
                  </a:lnTo>
                  <a:lnTo>
                    <a:pt x="227881" y="375901"/>
                  </a:lnTo>
                  <a:lnTo>
                    <a:pt x="268552" y="386224"/>
                  </a:lnTo>
                  <a:lnTo>
                    <a:pt x="312070" y="396125"/>
                  </a:lnTo>
                  <a:lnTo>
                    <a:pt x="358327" y="405582"/>
                  </a:lnTo>
                  <a:lnTo>
                    <a:pt x="407211" y="414577"/>
                  </a:lnTo>
                  <a:lnTo>
                    <a:pt x="458612" y="423088"/>
                  </a:lnTo>
                  <a:lnTo>
                    <a:pt x="512421" y="431095"/>
                  </a:lnTo>
                  <a:lnTo>
                    <a:pt x="568526" y="438579"/>
                  </a:lnTo>
                  <a:lnTo>
                    <a:pt x="626818" y="445518"/>
                  </a:lnTo>
                  <a:lnTo>
                    <a:pt x="687186" y="451892"/>
                  </a:lnTo>
                  <a:lnTo>
                    <a:pt x="749521" y="457682"/>
                  </a:lnTo>
                  <a:lnTo>
                    <a:pt x="813711" y="462866"/>
                  </a:lnTo>
                  <a:lnTo>
                    <a:pt x="879647" y="467425"/>
                  </a:lnTo>
                  <a:lnTo>
                    <a:pt x="947219" y="471338"/>
                  </a:lnTo>
                  <a:lnTo>
                    <a:pt x="1016316" y="474585"/>
                  </a:lnTo>
                  <a:lnTo>
                    <a:pt x="1086827" y="477146"/>
                  </a:lnTo>
                  <a:lnTo>
                    <a:pt x="1158644" y="479001"/>
                  </a:lnTo>
                  <a:lnTo>
                    <a:pt x="1231655" y="480128"/>
                  </a:lnTo>
                  <a:lnTo>
                    <a:pt x="1305750" y="480508"/>
                  </a:lnTo>
                  <a:lnTo>
                    <a:pt x="1379847" y="480128"/>
                  </a:lnTo>
                  <a:lnTo>
                    <a:pt x="1452859" y="479001"/>
                  </a:lnTo>
                  <a:lnTo>
                    <a:pt x="1524676" y="477146"/>
                  </a:lnTo>
                  <a:lnTo>
                    <a:pt x="1595188" y="474585"/>
                  </a:lnTo>
                  <a:lnTo>
                    <a:pt x="1664285" y="471338"/>
                  </a:lnTo>
                  <a:lnTo>
                    <a:pt x="1731857" y="467425"/>
                  </a:lnTo>
                  <a:lnTo>
                    <a:pt x="1797794" y="462866"/>
                  </a:lnTo>
                  <a:lnTo>
                    <a:pt x="1861984" y="457682"/>
                  </a:lnTo>
                  <a:lnTo>
                    <a:pt x="1924319" y="451892"/>
                  </a:lnTo>
                  <a:lnTo>
                    <a:pt x="1984687" y="445518"/>
                  </a:lnTo>
                  <a:lnTo>
                    <a:pt x="2042979" y="438579"/>
                  </a:lnTo>
                  <a:lnTo>
                    <a:pt x="2099084" y="431095"/>
                  </a:lnTo>
                  <a:lnTo>
                    <a:pt x="2152893" y="423088"/>
                  </a:lnTo>
                  <a:lnTo>
                    <a:pt x="2204294" y="414577"/>
                  </a:lnTo>
                  <a:lnTo>
                    <a:pt x="2253178" y="405582"/>
                  </a:lnTo>
                  <a:lnTo>
                    <a:pt x="2299434" y="396125"/>
                  </a:lnTo>
                  <a:lnTo>
                    <a:pt x="2342952" y="386224"/>
                  </a:lnTo>
                  <a:lnTo>
                    <a:pt x="2383623" y="375901"/>
                  </a:lnTo>
                  <a:lnTo>
                    <a:pt x="2421335" y="365175"/>
                  </a:lnTo>
                  <a:lnTo>
                    <a:pt x="2487443" y="342598"/>
                  </a:lnTo>
                  <a:lnTo>
                    <a:pt x="2540396" y="318655"/>
                  </a:lnTo>
                  <a:lnTo>
                    <a:pt x="2579311" y="293509"/>
                  </a:lnTo>
                  <a:lnTo>
                    <a:pt x="2609434" y="253887"/>
                  </a:lnTo>
                  <a:lnTo>
                    <a:pt x="2611501" y="240254"/>
                  </a:lnTo>
                  <a:lnTo>
                    <a:pt x="2609434" y="226621"/>
                  </a:lnTo>
                  <a:lnTo>
                    <a:pt x="2579311" y="186999"/>
                  </a:lnTo>
                  <a:lnTo>
                    <a:pt x="2540396" y="161853"/>
                  </a:lnTo>
                  <a:lnTo>
                    <a:pt x="2487443" y="137910"/>
                  </a:lnTo>
                  <a:lnTo>
                    <a:pt x="2421335" y="115333"/>
                  </a:lnTo>
                  <a:lnTo>
                    <a:pt x="2383623" y="104607"/>
                  </a:lnTo>
                  <a:lnTo>
                    <a:pt x="2342952" y="94284"/>
                  </a:lnTo>
                  <a:lnTo>
                    <a:pt x="2299434" y="84383"/>
                  </a:lnTo>
                  <a:lnTo>
                    <a:pt x="2253178" y="74926"/>
                  </a:lnTo>
                  <a:lnTo>
                    <a:pt x="2204294" y="65931"/>
                  </a:lnTo>
                  <a:lnTo>
                    <a:pt x="2152893" y="57420"/>
                  </a:lnTo>
                  <a:lnTo>
                    <a:pt x="2099084" y="49413"/>
                  </a:lnTo>
                  <a:lnTo>
                    <a:pt x="2042979" y="41929"/>
                  </a:lnTo>
                  <a:lnTo>
                    <a:pt x="1984687" y="34990"/>
                  </a:lnTo>
                  <a:lnTo>
                    <a:pt x="1924319" y="28616"/>
                  </a:lnTo>
                  <a:lnTo>
                    <a:pt x="1861984" y="22826"/>
                  </a:lnTo>
                  <a:lnTo>
                    <a:pt x="1797794" y="17642"/>
                  </a:lnTo>
                  <a:lnTo>
                    <a:pt x="1731857" y="13083"/>
                  </a:lnTo>
                  <a:lnTo>
                    <a:pt x="1664285" y="9170"/>
                  </a:lnTo>
                  <a:lnTo>
                    <a:pt x="1595188" y="5923"/>
                  </a:lnTo>
                  <a:lnTo>
                    <a:pt x="1524676" y="3362"/>
                  </a:lnTo>
                  <a:lnTo>
                    <a:pt x="1452859" y="1507"/>
                  </a:lnTo>
                  <a:lnTo>
                    <a:pt x="1379847" y="380"/>
                  </a:lnTo>
                  <a:lnTo>
                    <a:pt x="13057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6055619" y="6830047"/>
              <a:ext cx="2611755" cy="480695"/>
            </a:xfrm>
            <a:custGeom>
              <a:avLst/>
              <a:gdLst/>
              <a:ahLst/>
              <a:cxnLst/>
              <a:rect l="l" t="t" r="r" b="b"/>
              <a:pathLst>
                <a:path w="2611755" h="480695">
                  <a:moveTo>
                    <a:pt x="2611501" y="240254"/>
                  </a:moveTo>
                  <a:lnTo>
                    <a:pt x="2593229" y="280535"/>
                  </a:lnTo>
                  <a:lnTo>
                    <a:pt x="2561663" y="306222"/>
                  </a:lnTo>
                  <a:lnTo>
                    <a:pt x="2515619" y="330787"/>
                  </a:lnTo>
                  <a:lnTo>
                    <a:pt x="2455978" y="354068"/>
                  </a:lnTo>
                  <a:lnTo>
                    <a:pt x="2383623" y="375901"/>
                  </a:lnTo>
                  <a:lnTo>
                    <a:pt x="2342952" y="386224"/>
                  </a:lnTo>
                  <a:lnTo>
                    <a:pt x="2299434" y="396125"/>
                  </a:lnTo>
                  <a:lnTo>
                    <a:pt x="2253178" y="405582"/>
                  </a:lnTo>
                  <a:lnTo>
                    <a:pt x="2204294" y="414577"/>
                  </a:lnTo>
                  <a:lnTo>
                    <a:pt x="2152893" y="423088"/>
                  </a:lnTo>
                  <a:lnTo>
                    <a:pt x="2099084" y="431095"/>
                  </a:lnTo>
                  <a:lnTo>
                    <a:pt x="2042979" y="438579"/>
                  </a:lnTo>
                  <a:lnTo>
                    <a:pt x="1984687" y="445518"/>
                  </a:lnTo>
                  <a:lnTo>
                    <a:pt x="1924319" y="451892"/>
                  </a:lnTo>
                  <a:lnTo>
                    <a:pt x="1861984" y="457682"/>
                  </a:lnTo>
                  <a:lnTo>
                    <a:pt x="1797794" y="462866"/>
                  </a:lnTo>
                  <a:lnTo>
                    <a:pt x="1731857" y="467425"/>
                  </a:lnTo>
                  <a:lnTo>
                    <a:pt x="1664285" y="471338"/>
                  </a:lnTo>
                  <a:lnTo>
                    <a:pt x="1595188" y="474585"/>
                  </a:lnTo>
                  <a:lnTo>
                    <a:pt x="1524676" y="477146"/>
                  </a:lnTo>
                  <a:lnTo>
                    <a:pt x="1452859" y="479001"/>
                  </a:lnTo>
                  <a:lnTo>
                    <a:pt x="1379847" y="480128"/>
                  </a:lnTo>
                  <a:lnTo>
                    <a:pt x="1305750" y="480508"/>
                  </a:lnTo>
                  <a:lnTo>
                    <a:pt x="1231655" y="480128"/>
                  </a:lnTo>
                  <a:lnTo>
                    <a:pt x="1158644" y="479001"/>
                  </a:lnTo>
                  <a:lnTo>
                    <a:pt x="1086827" y="477146"/>
                  </a:lnTo>
                  <a:lnTo>
                    <a:pt x="1016316" y="474585"/>
                  </a:lnTo>
                  <a:lnTo>
                    <a:pt x="947219" y="471338"/>
                  </a:lnTo>
                  <a:lnTo>
                    <a:pt x="879647" y="467425"/>
                  </a:lnTo>
                  <a:lnTo>
                    <a:pt x="813711" y="462866"/>
                  </a:lnTo>
                  <a:lnTo>
                    <a:pt x="749521" y="457682"/>
                  </a:lnTo>
                  <a:lnTo>
                    <a:pt x="687186" y="451892"/>
                  </a:lnTo>
                  <a:lnTo>
                    <a:pt x="626818" y="445518"/>
                  </a:lnTo>
                  <a:lnTo>
                    <a:pt x="568526" y="438579"/>
                  </a:lnTo>
                  <a:lnTo>
                    <a:pt x="512421" y="431095"/>
                  </a:lnTo>
                  <a:lnTo>
                    <a:pt x="458612" y="423088"/>
                  </a:lnTo>
                  <a:lnTo>
                    <a:pt x="407211" y="414577"/>
                  </a:lnTo>
                  <a:lnTo>
                    <a:pt x="358327" y="405582"/>
                  </a:lnTo>
                  <a:lnTo>
                    <a:pt x="312070" y="396125"/>
                  </a:lnTo>
                  <a:lnTo>
                    <a:pt x="268552" y="386224"/>
                  </a:lnTo>
                  <a:lnTo>
                    <a:pt x="227881" y="375901"/>
                  </a:lnTo>
                  <a:lnTo>
                    <a:pt x="190168" y="365175"/>
                  </a:lnTo>
                  <a:lnTo>
                    <a:pt x="124059" y="342598"/>
                  </a:lnTo>
                  <a:lnTo>
                    <a:pt x="71106" y="318655"/>
                  </a:lnTo>
                  <a:lnTo>
                    <a:pt x="32190" y="293509"/>
                  </a:lnTo>
                  <a:lnTo>
                    <a:pt x="2067" y="253887"/>
                  </a:lnTo>
                  <a:lnTo>
                    <a:pt x="0" y="240254"/>
                  </a:lnTo>
                  <a:lnTo>
                    <a:pt x="2067" y="226621"/>
                  </a:lnTo>
                  <a:lnTo>
                    <a:pt x="32190" y="186999"/>
                  </a:lnTo>
                  <a:lnTo>
                    <a:pt x="71106" y="161853"/>
                  </a:lnTo>
                  <a:lnTo>
                    <a:pt x="124059" y="137910"/>
                  </a:lnTo>
                  <a:lnTo>
                    <a:pt x="190168" y="115333"/>
                  </a:lnTo>
                  <a:lnTo>
                    <a:pt x="227881" y="104607"/>
                  </a:lnTo>
                  <a:lnTo>
                    <a:pt x="268552" y="94284"/>
                  </a:lnTo>
                  <a:lnTo>
                    <a:pt x="312070" y="84383"/>
                  </a:lnTo>
                  <a:lnTo>
                    <a:pt x="358327" y="74926"/>
                  </a:lnTo>
                  <a:lnTo>
                    <a:pt x="407211" y="65931"/>
                  </a:lnTo>
                  <a:lnTo>
                    <a:pt x="458612" y="57420"/>
                  </a:lnTo>
                  <a:lnTo>
                    <a:pt x="512421" y="49413"/>
                  </a:lnTo>
                  <a:lnTo>
                    <a:pt x="568526" y="41929"/>
                  </a:lnTo>
                  <a:lnTo>
                    <a:pt x="626818" y="34990"/>
                  </a:lnTo>
                  <a:lnTo>
                    <a:pt x="687186" y="28616"/>
                  </a:lnTo>
                  <a:lnTo>
                    <a:pt x="749521" y="22826"/>
                  </a:lnTo>
                  <a:lnTo>
                    <a:pt x="813711" y="17642"/>
                  </a:lnTo>
                  <a:lnTo>
                    <a:pt x="879647" y="13083"/>
                  </a:lnTo>
                  <a:lnTo>
                    <a:pt x="947219" y="9170"/>
                  </a:lnTo>
                  <a:lnTo>
                    <a:pt x="1016316" y="5923"/>
                  </a:lnTo>
                  <a:lnTo>
                    <a:pt x="1086827" y="3362"/>
                  </a:lnTo>
                  <a:lnTo>
                    <a:pt x="1158644" y="1507"/>
                  </a:lnTo>
                  <a:lnTo>
                    <a:pt x="1231655" y="380"/>
                  </a:lnTo>
                  <a:lnTo>
                    <a:pt x="1305750" y="0"/>
                  </a:lnTo>
                  <a:lnTo>
                    <a:pt x="1379847" y="380"/>
                  </a:lnTo>
                  <a:lnTo>
                    <a:pt x="1452859" y="1507"/>
                  </a:lnTo>
                  <a:lnTo>
                    <a:pt x="1524676" y="3362"/>
                  </a:lnTo>
                  <a:lnTo>
                    <a:pt x="1595188" y="5923"/>
                  </a:lnTo>
                  <a:lnTo>
                    <a:pt x="1664285" y="9170"/>
                  </a:lnTo>
                  <a:lnTo>
                    <a:pt x="1731857" y="13083"/>
                  </a:lnTo>
                  <a:lnTo>
                    <a:pt x="1797794" y="17642"/>
                  </a:lnTo>
                  <a:lnTo>
                    <a:pt x="1861984" y="22826"/>
                  </a:lnTo>
                  <a:lnTo>
                    <a:pt x="1924319" y="28616"/>
                  </a:lnTo>
                  <a:lnTo>
                    <a:pt x="1984687" y="34990"/>
                  </a:lnTo>
                  <a:lnTo>
                    <a:pt x="2042979" y="41929"/>
                  </a:lnTo>
                  <a:lnTo>
                    <a:pt x="2099084" y="49413"/>
                  </a:lnTo>
                  <a:lnTo>
                    <a:pt x="2152893" y="57420"/>
                  </a:lnTo>
                  <a:lnTo>
                    <a:pt x="2204294" y="65931"/>
                  </a:lnTo>
                  <a:lnTo>
                    <a:pt x="2253178" y="74926"/>
                  </a:lnTo>
                  <a:lnTo>
                    <a:pt x="2299434" y="84383"/>
                  </a:lnTo>
                  <a:lnTo>
                    <a:pt x="2342952" y="94284"/>
                  </a:lnTo>
                  <a:lnTo>
                    <a:pt x="2383623" y="104607"/>
                  </a:lnTo>
                  <a:lnTo>
                    <a:pt x="2421335" y="115333"/>
                  </a:lnTo>
                  <a:lnTo>
                    <a:pt x="2487443" y="137910"/>
                  </a:lnTo>
                  <a:lnTo>
                    <a:pt x="2540396" y="161853"/>
                  </a:lnTo>
                  <a:lnTo>
                    <a:pt x="2579311" y="186999"/>
                  </a:lnTo>
                  <a:lnTo>
                    <a:pt x="2609434" y="226621"/>
                  </a:lnTo>
                  <a:lnTo>
                    <a:pt x="2611501" y="24025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6068474" y="8781596"/>
              <a:ext cx="2586355" cy="288925"/>
            </a:xfrm>
            <a:custGeom>
              <a:avLst/>
              <a:gdLst/>
              <a:ahLst/>
              <a:cxnLst/>
              <a:rect l="l" t="t" r="r" b="b"/>
              <a:pathLst>
                <a:path w="2586355" h="288925">
                  <a:moveTo>
                    <a:pt x="2585785" y="0"/>
                  </a:moveTo>
                  <a:lnTo>
                    <a:pt x="0" y="0"/>
                  </a:lnTo>
                  <a:lnTo>
                    <a:pt x="0" y="288504"/>
                  </a:lnTo>
                  <a:lnTo>
                    <a:pt x="2585785" y="288504"/>
                  </a:lnTo>
                  <a:lnTo>
                    <a:pt x="258578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6513884" y="8041221"/>
            <a:ext cx="2072565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Text</a:t>
            </a:r>
            <a:r>
              <a:rPr sz="20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Database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4569355" y="4814639"/>
            <a:ext cx="1507490" cy="4076700"/>
            <a:chOff x="14569355" y="4814639"/>
            <a:chExt cx="1507490" cy="4076700"/>
          </a:xfrm>
        </p:grpSpPr>
        <p:sp>
          <p:nvSpPr>
            <p:cNvPr id="67" name="object 67"/>
            <p:cNvSpPr/>
            <p:nvPr/>
          </p:nvSpPr>
          <p:spPr>
            <a:xfrm>
              <a:off x="14735346" y="4825116"/>
              <a:ext cx="1330960" cy="623570"/>
            </a:xfrm>
            <a:custGeom>
              <a:avLst/>
              <a:gdLst/>
              <a:ahLst/>
              <a:cxnLst/>
              <a:rect l="l" t="t" r="r" b="b"/>
              <a:pathLst>
                <a:path w="1330959" h="623570">
                  <a:moveTo>
                    <a:pt x="1330744" y="0"/>
                  </a:moveTo>
                  <a:lnTo>
                    <a:pt x="818090" y="0"/>
                  </a:lnTo>
                  <a:lnTo>
                    <a:pt x="778749" y="7941"/>
                  </a:lnTo>
                  <a:lnTo>
                    <a:pt x="746625" y="29598"/>
                  </a:lnTo>
                  <a:lnTo>
                    <a:pt x="724966" y="61719"/>
                  </a:lnTo>
                  <a:lnTo>
                    <a:pt x="717025" y="101054"/>
                  </a:lnTo>
                  <a:lnTo>
                    <a:pt x="717025" y="521900"/>
                  </a:lnTo>
                  <a:lnTo>
                    <a:pt x="709083" y="561240"/>
                  </a:lnTo>
                  <a:lnTo>
                    <a:pt x="687426" y="593365"/>
                  </a:lnTo>
                  <a:lnTo>
                    <a:pt x="655305" y="615023"/>
                  </a:lnTo>
                  <a:lnTo>
                    <a:pt x="615970" y="622965"/>
                  </a:lnTo>
                  <a:lnTo>
                    <a:pt x="0" y="622965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08964" y="5348479"/>
              <a:ext cx="178999" cy="19917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4579833" y="7047437"/>
              <a:ext cx="1353185" cy="1003300"/>
            </a:xfrm>
            <a:custGeom>
              <a:avLst/>
              <a:gdLst/>
              <a:ahLst/>
              <a:cxnLst/>
              <a:rect l="l" t="t" r="r" b="b"/>
              <a:pathLst>
                <a:path w="1353184" h="1003300">
                  <a:moveTo>
                    <a:pt x="1352608" y="1002880"/>
                  </a:moveTo>
                  <a:lnTo>
                    <a:pt x="973593" y="1002880"/>
                  </a:lnTo>
                  <a:lnTo>
                    <a:pt x="934258" y="994938"/>
                  </a:lnTo>
                  <a:lnTo>
                    <a:pt x="902137" y="973280"/>
                  </a:lnTo>
                  <a:lnTo>
                    <a:pt x="880480" y="941156"/>
                  </a:lnTo>
                  <a:lnTo>
                    <a:pt x="872538" y="901815"/>
                  </a:lnTo>
                  <a:lnTo>
                    <a:pt x="872538" y="101054"/>
                  </a:lnTo>
                  <a:lnTo>
                    <a:pt x="864597" y="61719"/>
                  </a:lnTo>
                  <a:lnTo>
                    <a:pt x="842940" y="29598"/>
                  </a:lnTo>
                  <a:lnTo>
                    <a:pt x="810818" y="7941"/>
                  </a:lnTo>
                  <a:lnTo>
                    <a:pt x="771484" y="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79829" y="7950719"/>
              <a:ext cx="178999" cy="19917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4706220" y="8354443"/>
              <a:ext cx="1342390" cy="437515"/>
            </a:xfrm>
            <a:custGeom>
              <a:avLst/>
              <a:gdLst/>
              <a:ahLst/>
              <a:cxnLst/>
              <a:rect l="l" t="t" r="r" b="b"/>
              <a:pathLst>
                <a:path w="1342390" h="437515">
                  <a:moveTo>
                    <a:pt x="1342137" y="0"/>
                  </a:moveTo>
                  <a:lnTo>
                    <a:pt x="847209" y="0"/>
                  </a:lnTo>
                  <a:lnTo>
                    <a:pt x="807875" y="7941"/>
                  </a:lnTo>
                  <a:lnTo>
                    <a:pt x="775753" y="29598"/>
                  </a:lnTo>
                  <a:lnTo>
                    <a:pt x="754096" y="61719"/>
                  </a:lnTo>
                  <a:lnTo>
                    <a:pt x="746155" y="101054"/>
                  </a:lnTo>
                  <a:lnTo>
                    <a:pt x="746155" y="336178"/>
                  </a:lnTo>
                  <a:lnTo>
                    <a:pt x="738212" y="375512"/>
                  </a:lnTo>
                  <a:lnTo>
                    <a:pt x="716551" y="407634"/>
                  </a:lnTo>
                  <a:lnTo>
                    <a:pt x="684426" y="429291"/>
                  </a:lnTo>
                  <a:lnTo>
                    <a:pt x="645090" y="437232"/>
                  </a:lnTo>
                  <a:lnTo>
                    <a:pt x="0" y="437232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79834" y="8692081"/>
              <a:ext cx="178999" cy="199177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7919025" y="8317809"/>
            <a:ext cx="1903730" cy="25327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위</a:t>
            </a:r>
            <a:r>
              <a:rPr sz="15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문맥을</a:t>
            </a:r>
            <a:r>
              <a:rPr sz="15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바탕으로</a:t>
            </a:r>
            <a:r>
              <a:rPr sz="15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질문</a:t>
            </a:r>
            <a:endParaRPr sz="15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158593" y="8880416"/>
            <a:ext cx="1418590" cy="915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Message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72390">
              <a:lnSpc>
                <a:spcPct val="100000"/>
              </a:lnSpc>
              <a:spcBef>
                <a:spcPts val="2175"/>
              </a:spcBef>
            </a:pPr>
            <a:r>
              <a:rPr sz="155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에</a:t>
            </a:r>
            <a:r>
              <a:rPr sz="15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1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답하면?</a:t>
            </a:r>
            <a:r>
              <a:rPr sz="15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답변:</a:t>
            </a:r>
            <a:endParaRPr sz="15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509420" y="6880813"/>
            <a:ext cx="3225926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top-</a:t>
            </a:r>
            <a:r>
              <a:rPr sz="2050" b="1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k</a:t>
            </a:r>
            <a:r>
              <a:rPr sz="2050" b="1" spc="-1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index</a:t>
            </a:r>
            <a:r>
              <a:rPr sz="205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[</a:t>
            </a:r>
            <a:r>
              <a:rPr sz="2050" b="1" spc="1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075" b="1" i="1" spc="-44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</a:t>
            </a:r>
            <a:r>
              <a:rPr sz="3075" b="1" i="1" spc="-367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,</a:t>
            </a:r>
            <a:r>
              <a:rPr sz="3075" b="1" i="1" spc="509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spc="172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b,</a:t>
            </a:r>
            <a:r>
              <a:rPr sz="3075" b="1" i="1" spc="359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spc="165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a,</a:t>
            </a:r>
            <a:r>
              <a:rPr sz="3075" b="1" i="1" spc="-172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...</a:t>
            </a:r>
            <a:r>
              <a:rPr sz="3075" b="1" i="1" spc="135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]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1501502" y="7787860"/>
            <a:ext cx="3029585" cy="1844675"/>
            <a:chOff x="11501502" y="7787860"/>
            <a:chExt cx="3029585" cy="1844675"/>
          </a:xfrm>
        </p:grpSpPr>
        <p:sp>
          <p:nvSpPr>
            <p:cNvPr id="77" name="object 77"/>
            <p:cNvSpPr/>
            <p:nvPr/>
          </p:nvSpPr>
          <p:spPr>
            <a:xfrm>
              <a:off x="11962476" y="7798337"/>
              <a:ext cx="2558415" cy="1348740"/>
            </a:xfrm>
            <a:custGeom>
              <a:avLst/>
              <a:gdLst/>
              <a:ahLst/>
              <a:cxnLst/>
              <a:rect l="l" t="t" r="r" b="b"/>
              <a:pathLst>
                <a:path w="2558415" h="1348740">
                  <a:moveTo>
                    <a:pt x="2447506" y="0"/>
                  </a:moveTo>
                  <a:lnTo>
                    <a:pt x="110436" y="0"/>
                  </a:lnTo>
                  <a:lnTo>
                    <a:pt x="67559" y="8713"/>
                  </a:lnTo>
                  <a:lnTo>
                    <a:pt x="32444" y="32440"/>
                  </a:lnTo>
                  <a:lnTo>
                    <a:pt x="8715" y="67555"/>
                  </a:lnTo>
                  <a:lnTo>
                    <a:pt x="0" y="110436"/>
                  </a:lnTo>
                  <a:lnTo>
                    <a:pt x="0" y="1207041"/>
                  </a:lnTo>
                  <a:lnTo>
                    <a:pt x="96598" y="1248044"/>
                  </a:lnTo>
                  <a:lnTo>
                    <a:pt x="364176" y="1316381"/>
                  </a:lnTo>
                  <a:lnTo>
                    <a:pt x="769410" y="1330048"/>
                  </a:lnTo>
                  <a:lnTo>
                    <a:pt x="1278976" y="1207041"/>
                  </a:lnTo>
                  <a:lnTo>
                    <a:pt x="1721918" y="1041268"/>
                  </a:lnTo>
                  <a:lnTo>
                    <a:pt x="2002791" y="1000756"/>
                  </a:lnTo>
                  <a:lnTo>
                    <a:pt x="2241498" y="1098775"/>
                  </a:lnTo>
                  <a:lnTo>
                    <a:pt x="2557943" y="1348597"/>
                  </a:lnTo>
                  <a:lnTo>
                    <a:pt x="2557943" y="110436"/>
                  </a:lnTo>
                  <a:lnTo>
                    <a:pt x="2549229" y="67555"/>
                  </a:lnTo>
                  <a:lnTo>
                    <a:pt x="2525502" y="32440"/>
                  </a:lnTo>
                  <a:lnTo>
                    <a:pt x="2490387" y="8713"/>
                  </a:lnTo>
                  <a:lnTo>
                    <a:pt x="2447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11962476" y="7798337"/>
              <a:ext cx="2558415" cy="1348740"/>
            </a:xfrm>
            <a:custGeom>
              <a:avLst/>
              <a:gdLst/>
              <a:ahLst/>
              <a:cxnLst/>
              <a:rect l="l" t="t" r="r" b="b"/>
              <a:pathLst>
                <a:path w="2558415" h="1348740">
                  <a:moveTo>
                    <a:pt x="2557943" y="1348597"/>
                  </a:moveTo>
                  <a:lnTo>
                    <a:pt x="2241498" y="1098775"/>
                  </a:lnTo>
                  <a:lnTo>
                    <a:pt x="2002791" y="1000756"/>
                  </a:lnTo>
                  <a:lnTo>
                    <a:pt x="1721918" y="1041268"/>
                  </a:lnTo>
                  <a:lnTo>
                    <a:pt x="1278976" y="1207041"/>
                  </a:lnTo>
                  <a:lnTo>
                    <a:pt x="769410" y="1330048"/>
                  </a:lnTo>
                  <a:lnTo>
                    <a:pt x="364176" y="1316381"/>
                  </a:lnTo>
                  <a:lnTo>
                    <a:pt x="96598" y="1248044"/>
                  </a:lnTo>
                  <a:lnTo>
                    <a:pt x="0" y="1207041"/>
                  </a:lnTo>
                  <a:lnTo>
                    <a:pt x="0" y="110436"/>
                  </a:lnTo>
                  <a:lnTo>
                    <a:pt x="8715" y="67555"/>
                  </a:lnTo>
                  <a:lnTo>
                    <a:pt x="32444" y="32440"/>
                  </a:lnTo>
                  <a:lnTo>
                    <a:pt x="67559" y="8713"/>
                  </a:lnTo>
                  <a:lnTo>
                    <a:pt x="110436" y="0"/>
                  </a:lnTo>
                  <a:lnTo>
                    <a:pt x="2447506" y="0"/>
                  </a:lnTo>
                  <a:lnTo>
                    <a:pt x="2490387" y="8713"/>
                  </a:lnTo>
                  <a:lnTo>
                    <a:pt x="2525502" y="32440"/>
                  </a:lnTo>
                  <a:lnTo>
                    <a:pt x="2549229" y="67555"/>
                  </a:lnTo>
                  <a:lnTo>
                    <a:pt x="2557943" y="110436"/>
                  </a:lnTo>
                  <a:lnTo>
                    <a:pt x="2557943" y="134859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11747577" y="8018826"/>
              <a:ext cx="2558415" cy="1348740"/>
            </a:xfrm>
            <a:custGeom>
              <a:avLst/>
              <a:gdLst/>
              <a:ahLst/>
              <a:cxnLst/>
              <a:rect l="l" t="t" r="r" b="b"/>
              <a:pathLst>
                <a:path w="2558415" h="1348740">
                  <a:moveTo>
                    <a:pt x="2447506" y="0"/>
                  </a:moveTo>
                  <a:lnTo>
                    <a:pt x="110436" y="0"/>
                  </a:lnTo>
                  <a:lnTo>
                    <a:pt x="67555" y="8713"/>
                  </a:lnTo>
                  <a:lnTo>
                    <a:pt x="32440" y="32440"/>
                  </a:lnTo>
                  <a:lnTo>
                    <a:pt x="8713" y="67555"/>
                  </a:lnTo>
                  <a:lnTo>
                    <a:pt x="0" y="110436"/>
                  </a:lnTo>
                  <a:lnTo>
                    <a:pt x="0" y="1207041"/>
                  </a:lnTo>
                  <a:lnTo>
                    <a:pt x="96598" y="1248044"/>
                  </a:lnTo>
                  <a:lnTo>
                    <a:pt x="364176" y="1316381"/>
                  </a:lnTo>
                  <a:lnTo>
                    <a:pt x="769410" y="1330048"/>
                  </a:lnTo>
                  <a:lnTo>
                    <a:pt x="1278976" y="1207041"/>
                  </a:lnTo>
                  <a:lnTo>
                    <a:pt x="1721918" y="1041268"/>
                  </a:lnTo>
                  <a:lnTo>
                    <a:pt x="2002791" y="1000756"/>
                  </a:lnTo>
                  <a:lnTo>
                    <a:pt x="2241498" y="1098775"/>
                  </a:lnTo>
                  <a:lnTo>
                    <a:pt x="2557943" y="1348597"/>
                  </a:lnTo>
                  <a:lnTo>
                    <a:pt x="2557943" y="110436"/>
                  </a:lnTo>
                  <a:lnTo>
                    <a:pt x="2549229" y="67555"/>
                  </a:lnTo>
                  <a:lnTo>
                    <a:pt x="2525502" y="32440"/>
                  </a:lnTo>
                  <a:lnTo>
                    <a:pt x="2490387" y="8713"/>
                  </a:lnTo>
                  <a:lnTo>
                    <a:pt x="2447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11747577" y="8018826"/>
              <a:ext cx="2558415" cy="1348740"/>
            </a:xfrm>
            <a:custGeom>
              <a:avLst/>
              <a:gdLst/>
              <a:ahLst/>
              <a:cxnLst/>
              <a:rect l="l" t="t" r="r" b="b"/>
              <a:pathLst>
                <a:path w="2558415" h="1348740">
                  <a:moveTo>
                    <a:pt x="2557943" y="1348597"/>
                  </a:moveTo>
                  <a:lnTo>
                    <a:pt x="2241498" y="1098775"/>
                  </a:lnTo>
                  <a:lnTo>
                    <a:pt x="2002791" y="1000756"/>
                  </a:lnTo>
                  <a:lnTo>
                    <a:pt x="1721918" y="1041268"/>
                  </a:lnTo>
                  <a:lnTo>
                    <a:pt x="1278976" y="1207041"/>
                  </a:lnTo>
                  <a:lnTo>
                    <a:pt x="769410" y="1330048"/>
                  </a:lnTo>
                  <a:lnTo>
                    <a:pt x="364176" y="1316381"/>
                  </a:lnTo>
                  <a:lnTo>
                    <a:pt x="96598" y="1248044"/>
                  </a:lnTo>
                  <a:lnTo>
                    <a:pt x="0" y="1207041"/>
                  </a:lnTo>
                  <a:lnTo>
                    <a:pt x="0" y="110436"/>
                  </a:lnTo>
                  <a:lnTo>
                    <a:pt x="8713" y="67555"/>
                  </a:lnTo>
                  <a:lnTo>
                    <a:pt x="32440" y="32440"/>
                  </a:lnTo>
                  <a:lnTo>
                    <a:pt x="67555" y="8713"/>
                  </a:lnTo>
                  <a:lnTo>
                    <a:pt x="110436" y="0"/>
                  </a:lnTo>
                  <a:lnTo>
                    <a:pt x="2447506" y="0"/>
                  </a:lnTo>
                  <a:lnTo>
                    <a:pt x="2490387" y="8713"/>
                  </a:lnTo>
                  <a:lnTo>
                    <a:pt x="2525502" y="32440"/>
                  </a:lnTo>
                  <a:lnTo>
                    <a:pt x="2549229" y="67555"/>
                  </a:lnTo>
                  <a:lnTo>
                    <a:pt x="2557943" y="110436"/>
                  </a:lnTo>
                  <a:lnTo>
                    <a:pt x="2557943" y="134859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11511980" y="8273281"/>
              <a:ext cx="2558415" cy="1348740"/>
            </a:xfrm>
            <a:custGeom>
              <a:avLst/>
              <a:gdLst/>
              <a:ahLst/>
              <a:cxnLst/>
              <a:rect l="l" t="t" r="r" b="b"/>
              <a:pathLst>
                <a:path w="2558415" h="1348740">
                  <a:moveTo>
                    <a:pt x="2447506" y="0"/>
                  </a:moveTo>
                  <a:lnTo>
                    <a:pt x="110436" y="0"/>
                  </a:lnTo>
                  <a:lnTo>
                    <a:pt x="67559" y="8713"/>
                  </a:lnTo>
                  <a:lnTo>
                    <a:pt x="32444" y="32440"/>
                  </a:lnTo>
                  <a:lnTo>
                    <a:pt x="8715" y="67555"/>
                  </a:lnTo>
                  <a:lnTo>
                    <a:pt x="0" y="110436"/>
                  </a:lnTo>
                  <a:lnTo>
                    <a:pt x="0" y="1207041"/>
                  </a:lnTo>
                  <a:lnTo>
                    <a:pt x="96598" y="1248044"/>
                  </a:lnTo>
                  <a:lnTo>
                    <a:pt x="364176" y="1316381"/>
                  </a:lnTo>
                  <a:lnTo>
                    <a:pt x="769410" y="1330048"/>
                  </a:lnTo>
                  <a:lnTo>
                    <a:pt x="1278976" y="1207041"/>
                  </a:lnTo>
                  <a:lnTo>
                    <a:pt x="1721918" y="1041268"/>
                  </a:lnTo>
                  <a:lnTo>
                    <a:pt x="2002791" y="1000756"/>
                  </a:lnTo>
                  <a:lnTo>
                    <a:pt x="2241498" y="1098775"/>
                  </a:lnTo>
                  <a:lnTo>
                    <a:pt x="2557943" y="1348597"/>
                  </a:lnTo>
                  <a:lnTo>
                    <a:pt x="2557943" y="110436"/>
                  </a:lnTo>
                  <a:lnTo>
                    <a:pt x="2549229" y="67555"/>
                  </a:lnTo>
                  <a:lnTo>
                    <a:pt x="2525502" y="32440"/>
                  </a:lnTo>
                  <a:lnTo>
                    <a:pt x="2490387" y="8713"/>
                  </a:lnTo>
                  <a:lnTo>
                    <a:pt x="2447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1511980" y="8273281"/>
              <a:ext cx="2558415" cy="1348740"/>
            </a:xfrm>
            <a:custGeom>
              <a:avLst/>
              <a:gdLst/>
              <a:ahLst/>
              <a:cxnLst/>
              <a:rect l="l" t="t" r="r" b="b"/>
              <a:pathLst>
                <a:path w="2558415" h="1348740">
                  <a:moveTo>
                    <a:pt x="2557943" y="1348597"/>
                  </a:moveTo>
                  <a:lnTo>
                    <a:pt x="2241498" y="1098775"/>
                  </a:lnTo>
                  <a:lnTo>
                    <a:pt x="2002791" y="1000756"/>
                  </a:lnTo>
                  <a:lnTo>
                    <a:pt x="1721918" y="1041268"/>
                  </a:lnTo>
                  <a:lnTo>
                    <a:pt x="1278976" y="1207041"/>
                  </a:lnTo>
                  <a:lnTo>
                    <a:pt x="769410" y="1330048"/>
                  </a:lnTo>
                  <a:lnTo>
                    <a:pt x="364176" y="1316381"/>
                  </a:lnTo>
                  <a:lnTo>
                    <a:pt x="96598" y="1248044"/>
                  </a:lnTo>
                  <a:lnTo>
                    <a:pt x="0" y="1207041"/>
                  </a:lnTo>
                  <a:lnTo>
                    <a:pt x="0" y="110436"/>
                  </a:lnTo>
                  <a:lnTo>
                    <a:pt x="8715" y="67555"/>
                  </a:lnTo>
                  <a:lnTo>
                    <a:pt x="32444" y="32440"/>
                  </a:lnTo>
                  <a:lnTo>
                    <a:pt x="67559" y="8713"/>
                  </a:lnTo>
                  <a:lnTo>
                    <a:pt x="110436" y="0"/>
                  </a:lnTo>
                  <a:lnTo>
                    <a:pt x="2447506" y="0"/>
                  </a:lnTo>
                  <a:lnTo>
                    <a:pt x="2490387" y="8713"/>
                  </a:lnTo>
                  <a:lnTo>
                    <a:pt x="2525502" y="32440"/>
                  </a:lnTo>
                  <a:lnTo>
                    <a:pt x="2549229" y="67555"/>
                  </a:lnTo>
                  <a:lnTo>
                    <a:pt x="2557943" y="110436"/>
                  </a:lnTo>
                  <a:lnTo>
                    <a:pt x="2557943" y="134859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11569597" y="7738522"/>
            <a:ext cx="1983166" cy="772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079" marR="5080" indent="264795">
              <a:lnSpc>
                <a:spcPct val="123700"/>
              </a:lnSpc>
              <a:spcBef>
                <a:spcPts val="95"/>
              </a:spcBef>
            </a:pPr>
            <a:r>
              <a:rPr sz="13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a-th</a:t>
            </a:r>
            <a:r>
              <a:rPr sz="1300" b="1" i="1" spc="114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1300" b="1" i="1" spc="6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 </a:t>
            </a:r>
            <a:r>
              <a:rPr sz="13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b-th</a:t>
            </a:r>
            <a:r>
              <a:rPr sz="1300" b="1" i="1" spc="114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1300" b="1" i="1" spc="6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g-th</a:t>
            </a:r>
            <a:r>
              <a:rPr sz="1300" b="1" i="1" spc="55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1300" b="1" i="1" spc="6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181614" y="3853050"/>
            <a:ext cx="4713605" cy="5320030"/>
            <a:chOff x="6181614" y="3853050"/>
            <a:chExt cx="4713605" cy="5320030"/>
          </a:xfrm>
        </p:grpSpPr>
        <p:sp>
          <p:nvSpPr>
            <p:cNvPr id="85" name="object 85"/>
            <p:cNvSpPr/>
            <p:nvPr/>
          </p:nvSpPr>
          <p:spPr>
            <a:xfrm>
              <a:off x="6192092" y="3863528"/>
              <a:ext cx="4692650" cy="5210175"/>
            </a:xfrm>
            <a:custGeom>
              <a:avLst/>
              <a:gdLst/>
              <a:ahLst/>
              <a:cxnLst/>
              <a:rect l="l" t="t" r="r" b="b"/>
              <a:pathLst>
                <a:path w="4692650" h="5210175">
                  <a:moveTo>
                    <a:pt x="4275744" y="5209705"/>
                  </a:moveTo>
                  <a:lnTo>
                    <a:pt x="4498281" y="5209705"/>
                  </a:lnTo>
                  <a:lnTo>
                    <a:pt x="4542826" y="5204574"/>
                  </a:lnTo>
                  <a:lnTo>
                    <a:pt x="4583717" y="5189960"/>
                  </a:lnTo>
                  <a:lnTo>
                    <a:pt x="4619787" y="5167028"/>
                  </a:lnTo>
                  <a:lnTo>
                    <a:pt x="4649871" y="5136944"/>
                  </a:lnTo>
                  <a:lnTo>
                    <a:pt x="4672803" y="5100874"/>
                  </a:lnTo>
                  <a:lnTo>
                    <a:pt x="4687417" y="5059983"/>
                  </a:lnTo>
                  <a:lnTo>
                    <a:pt x="4692548" y="5015438"/>
                  </a:lnTo>
                  <a:lnTo>
                    <a:pt x="4692548" y="1997541"/>
                  </a:lnTo>
                  <a:lnTo>
                    <a:pt x="4685854" y="1947720"/>
                  </a:lnTo>
                  <a:lnTo>
                    <a:pt x="4666962" y="1902951"/>
                  </a:lnTo>
                  <a:lnTo>
                    <a:pt x="4637659" y="1865023"/>
                  </a:lnTo>
                  <a:lnTo>
                    <a:pt x="4599732" y="1835719"/>
                  </a:lnTo>
                  <a:lnTo>
                    <a:pt x="4554967" y="1816827"/>
                  </a:lnTo>
                  <a:lnTo>
                    <a:pt x="4505150" y="1810133"/>
                  </a:lnTo>
                  <a:lnTo>
                    <a:pt x="632483" y="1810133"/>
                  </a:lnTo>
                  <a:lnTo>
                    <a:pt x="582666" y="1803439"/>
                  </a:lnTo>
                  <a:lnTo>
                    <a:pt x="537901" y="1784547"/>
                  </a:lnTo>
                  <a:lnTo>
                    <a:pt x="499974" y="1755244"/>
                  </a:lnTo>
                  <a:lnTo>
                    <a:pt x="470671" y="1717317"/>
                  </a:lnTo>
                  <a:lnTo>
                    <a:pt x="451780" y="1672552"/>
                  </a:lnTo>
                  <a:lnTo>
                    <a:pt x="445085" y="1622735"/>
                  </a:lnTo>
                  <a:lnTo>
                    <a:pt x="445085" y="204171"/>
                  </a:lnTo>
                  <a:lnTo>
                    <a:pt x="439693" y="157357"/>
                  </a:lnTo>
                  <a:lnTo>
                    <a:pt x="424331" y="114382"/>
                  </a:lnTo>
                  <a:lnTo>
                    <a:pt x="400227" y="76472"/>
                  </a:lnTo>
                  <a:lnTo>
                    <a:pt x="368606" y="44854"/>
                  </a:lnTo>
                  <a:lnTo>
                    <a:pt x="330695" y="20752"/>
                  </a:lnTo>
                  <a:lnTo>
                    <a:pt x="287718" y="5392"/>
                  </a:lnTo>
                  <a:lnTo>
                    <a:pt x="240903" y="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86" name="object 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1448" y="8973655"/>
              <a:ext cx="178999" cy="199177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7457953" y="6281003"/>
              <a:ext cx="2793365" cy="1860550"/>
            </a:xfrm>
            <a:custGeom>
              <a:avLst/>
              <a:gdLst/>
              <a:ahLst/>
              <a:cxnLst/>
              <a:rect l="l" t="t" r="r" b="b"/>
              <a:pathLst>
                <a:path w="2793365" h="1860550">
                  <a:moveTo>
                    <a:pt x="2610705" y="0"/>
                  </a:moveTo>
                  <a:lnTo>
                    <a:pt x="182088" y="0"/>
                  </a:lnTo>
                  <a:lnTo>
                    <a:pt x="133683" y="6504"/>
                  </a:lnTo>
                  <a:lnTo>
                    <a:pt x="90186" y="24861"/>
                  </a:lnTo>
                  <a:lnTo>
                    <a:pt x="53333" y="53334"/>
                  </a:lnTo>
                  <a:lnTo>
                    <a:pt x="24860" y="90189"/>
                  </a:lnTo>
                  <a:lnTo>
                    <a:pt x="6504" y="133689"/>
                  </a:lnTo>
                  <a:lnTo>
                    <a:pt x="0" y="182099"/>
                  </a:lnTo>
                  <a:lnTo>
                    <a:pt x="0" y="1678420"/>
                  </a:lnTo>
                  <a:lnTo>
                    <a:pt x="6504" y="1726830"/>
                  </a:lnTo>
                  <a:lnTo>
                    <a:pt x="24860" y="1770330"/>
                  </a:lnTo>
                  <a:lnTo>
                    <a:pt x="53333" y="1807184"/>
                  </a:lnTo>
                  <a:lnTo>
                    <a:pt x="90186" y="1835657"/>
                  </a:lnTo>
                  <a:lnTo>
                    <a:pt x="133683" y="1854014"/>
                  </a:lnTo>
                  <a:lnTo>
                    <a:pt x="182088" y="1860519"/>
                  </a:lnTo>
                  <a:lnTo>
                    <a:pt x="2610705" y="1860519"/>
                  </a:lnTo>
                  <a:lnTo>
                    <a:pt x="2659115" y="1854014"/>
                  </a:lnTo>
                  <a:lnTo>
                    <a:pt x="2702615" y="1835657"/>
                  </a:lnTo>
                  <a:lnTo>
                    <a:pt x="2739470" y="1807184"/>
                  </a:lnTo>
                  <a:lnTo>
                    <a:pt x="2767943" y="1770330"/>
                  </a:lnTo>
                  <a:lnTo>
                    <a:pt x="2786300" y="1726830"/>
                  </a:lnTo>
                  <a:lnTo>
                    <a:pt x="2792805" y="1678420"/>
                  </a:lnTo>
                  <a:lnTo>
                    <a:pt x="2792805" y="182099"/>
                  </a:lnTo>
                  <a:lnTo>
                    <a:pt x="2786300" y="133689"/>
                  </a:lnTo>
                  <a:lnTo>
                    <a:pt x="2767943" y="90189"/>
                  </a:lnTo>
                  <a:lnTo>
                    <a:pt x="2739470" y="53334"/>
                  </a:lnTo>
                  <a:lnTo>
                    <a:pt x="2702615" y="24861"/>
                  </a:lnTo>
                  <a:lnTo>
                    <a:pt x="2659115" y="6504"/>
                  </a:lnTo>
                  <a:lnTo>
                    <a:pt x="2610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7457953" y="6281003"/>
              <a:ext cx="2793365" cy="1860550"/>
            </a:xfrm>
            <a:custGeom>
              <a:avLst/>
              <a:gdLst/>
              <a:ahLst/>
              <a:cxnLst/>
              <a:rect l="l" t="t" r="r" b="b"/>
              <a:pathLst>
                <a:path w="2793365" h="1860550">
                  <a:moveTo>
                    <a:pt x="2610705" y="1860519"/>
                  </a:moveTo>
                  <a:lnTo>
                    <a:pt x="182088" y="1860519"/>
                  </a:lnTo>
                  <a:lnTo>
                    <a:pt x="133683" y="1854014"/>
                  </a:lnTo>
                  <a:lnTo>
                    <a:pt x="90186" y="1835657"/>
                  </a:lnTo>
                  <a:lnTo>
                    <a:pt x="53333" y="1807184"/>
                  </a:lnTo>
                  <a:lnTo>
                    <a:pt x="24860" y="1770330"/>
                  </a:lnTo>
                  <a:lnTo>
                    <a:pt x="6504" y="1726830"/>
                  </a:lnTo>
                  <a:lnTo>
                    <a:pt x="0" y="1678420"/>
                  </a:lnTo>
                  <a:lnTo>
                    <a:pt x="0" y="182099"/>
                  </a:lnTo>
                  <a:lnTo>
                    <a:pt x="6504" y="133689"/>
                  </a:lnTo>
                  <a:lnTo>
                    <a:pt x="24860" y="90189"/>
                  </a:lnTo>
                  <a:lnTo>
                    <a:pt x="53333" y="53334"/>
                  </a:lnTo>
                  <a:lnTo>
                    <a:pt x="90186" y="24861"/>
                  </a:lnTo>
                  <a:lnTo>
                    <a:pt x="133683" y="6504"/>
                  </a:lnTo>
                  <a:lnTo>
                    <a:pt x="182088" y="0"/>
                  </a:lnTo>
                  <a:lnTo>
                    <a:pt x="2610705" y="0"/>
                  </a:lnTo>
                  <a:lnTo>
                    <a:pt x="2659115" y="6504"/>
                  </a:lnTo>
                  <a:lnTo>
                    <a:pt x="2702615" y="24861"/>
                  </a:lnTo>
                  <a:lnTo>
                    <a:pt x="2739470" y="53334"/>
                  </a:lnTo>
                  <a:lnTo>
                    <a:pt x="2767943" y="90189"/>
                  </a:lnTo>
                  <a:lnTo>
                    <a:pt x="2786300" y="133689"/>
                  </a:lnTo>
                  <a:lnTo>
                    <a:pt x="2792805" y="182099"/>
                  </a:lnTo>
                  <a:lnTo>
                    <a:pt x="2792805" y="1678420"/>
                  </a:lnTo>
                  <a:lnTo>
                    <a:pt x="2786300" y="1726830"/>
                  </a:lnTo>
                  <a:lnTo>
                    <a:pt x="2767943" y="1770330"/>
                  </a:lnTo>
                  <a:lnTo>
                    <a:pt x="2739470" y="1807184"/>
                  </a:lnTo>
                  <a:lnTo>
                    <a:pt x="2702615" y="1835657"/>
                  </a:lnTo>
                  <a:lnTo>
                    <a:pt x="2659115" y="1854014"/>
                  </a:lnTo>
                  <a:lnTo>
                    <a:pt x="2610705" y="186051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7457949" y="6901388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>
                  <a:moveTo>
                    <a:pt x="0" y="0"/>
                  </a:moveTo>
                  <a:lnTo>
                    <a:pt x="2094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7521213" y="6901388"/>
              <a:ext cx="2687955" cy="0"/>
            </a:xfrm>
            <a:custGeom>
              <a:avLst/>
              <a:gdLst/>
              <a:ahLst/>
              <a:cxnLst/>
              <a:rect l="l" t="t" r="r" b="b"/>
              <a:pathLst>
                <a:path w="2687954">
                  <a:moveTo>
                    <a:pt x="0" y="0"/>
                  </a:moveTo>
                  <a:lnTo>
                    <a:pt x="2687436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10229815" y="6901388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>
                  <a:moveTo>
                    <a:pt x="0" y="0"/>
                  </a:moveTo>
                  <a:lnTo>
                    <a:pt x="2094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7457949" y="7520449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>
                  <a:moveTo>
                    <a:pt x="0" y="0"/>
                  </a:moveTo>
                  <a:lnTo>
                    <a:pt x="2094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7521213" y="7520449"/>
              <a:ext cx="2687955" cy="0"/>
            </a:xfrm>
            <a:custGeom>
              <a:avLst/>
              <a:gdLst/>
              <a:ahLst/>
              <a:cxnLst/>
              <a:rect l="l" t="t" r="r" b="b"/>
              <a:pathLst>
                <a:path w="2687954">
                  <a:moveTo>
                    <a:pt x="0" y="0"/>
                  </a:moveTo>
                  <a:lnTo>
                    <a:pt x="2687436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10229815" y="7520449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>
                  <a:moveTo>
                    <a:pt x="0" y="0"/>
                  </a:moveTo>
                  <a:lnTo>
                    <a:pt x="20941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792461" y="6406508"/>
            <a:ext cx="2259589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g-th</a:t>
            </a:r>
            <a:r>
              <a:rPr sz="2200" b="1" i="1" spc="7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200" b="1" i="1" spc="10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2200" dirty="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773681" y="7054323"/>
            <a:ext cx="2277622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i="1" spc="55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b-</a:t>
            </a:r>
            <a:r>
              <a:rPr sz="22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th</a:t>
            </a:r>
            <a:r>
              <a:rPr sz="2200" b="1" i="1" spc="8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200" b="1" i="1" spc="10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220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775363" y="7664856"/>
            <a:ext cx="2273702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i="1" spc="5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a-</a:t>
            </a:r>
            <a:r>
              <a:rPr sz="22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th</a:t>
            </a:r>
            <a:r>
              <a:rPr sz="2200" b="1" i="1" spc="65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200" b="1" i="1" spc="10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220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5043092" y="6283392"/>
            <a:ext cx="1542415" cy="3176905"/>
            <a:chOff x="5043092" y="6283392"/>
            <a:chExt cx="1542415" cy="3176905"/>
          </a:xfrm>
        </p:grpSpPr>
        <p:sp>
          <p:nvSpPr>
            <p:cNvPr id="99" name="object 99"/>
            <p:cNvSpPr/>
            <p:nvPr/>
          </p:nvSpPr>
          <p:spPr>
            <a:xfrm>
              <a:off x="5053569" y="6293870"/>
              <a:ext cx="1521460" cy="3155950"/>
            </a:xfrm>
            <a:custGeom>
              <a:avLst/>
              <a:gdLst/>
              <a:ahLst/>
              <a:cxnLst/>
              <a:rect l="l" t="t" r="r" b="b"/>
              <a:pathLst>
                <a:path w="1521459" h="3155950">
                  <a:moveTo>
                    <a:pt x="1284285" y="0"/>
                  </a:moveTo>
                  <a:lnTo>
                    <a:pt x="236746" y="0"/>
                  </a:lnTo>
                  <a:lnTo>
                    <a:pt x="189034" y="4809"/>
                  </a:lnTo>
                  <a:lnTo>
                    <a:pt x="144594" y="18603"/>
                  </a:lnTo>
                  <a:lnTo>
                    <a:pt x="104380" y="40429"/>
                  </a:lnTo>
                  <a:lnTo>
                    <a:pt x="69342" y="69336"/>
                  </a:lnTo>
                  <a:lnTo>
                    <a:pt x="40433" y="104372"/>
                  </a:lnTo>
                  <a:lnTo>
                    <a:pt x="18604" y="144586"/>
                  </a:lnTo>
                  <a:lnTo>
                    <a:pt x="4809" y="189024"/>
                  </a:lnTo>
                  <a:lnTo>
                    <a:pt x="0" y="236736"/>
                  </a:lnTo>
                  <a:lnTo>
                    <a:pt x="0" y="2919220"/>
                  </a:lnTo>
                  <a:lnTo>
                    <a:pt x="4809" y="2966928"/>
                  </a:lnTo>
                  <a:lnTo>
                    <a:pt x="18604" y="3011365"/>
                  </a:lnTo>
                  <a:lnTo>
                    <a:pt x="40433" y="3051578"/>
                  </a:lnTo>
                  <a:lnTo>
                    <a:pt x="69342" y="3086615"/>
                  </a:lnTo>
                  <a:lnTo>
                    <a:pt x="104380" y="3115523"/>
                  </a:lnTo>
                  <a:lnTo>
                    <a:pt x="144594" y="3137351"/>
                  </a:lnTo>
                  <a:lnTo>
                    <a:pt x="189034" y="3151146"/>
                  </a:lnTo>
                  <a:lnTo>
                    <a:pt x="236746" y="3155956"/>
                  </a:lnTo>
                  <a:lnTo>
                    <a:pt x="1284285" y="3155956"/>
                  </a:lnTo>
                  <a:lnTo>
                    <a:pt x="1331997" y="3151146"/>
                  </a:lnTo>
                  <a:lnTo>
                    <a:pt x="1376435" y="3137351"/>
                  </a:lnTo>
                  <a:lnTo>
                    <a:pt x="1416648" y="3115523"/>
                  </a:lnTo>
                  <a:lnTo>
                    <a:pt x="1451684" y="3086615"/>
                  </a:lnTo>
                  <a:lnTo>
                    <a:pt x="1480592" y="3051578"/>
                  </a:lnTo>
                  <a:lnTo>
                    <a:pt x="1502418" y="3011365"/>
                  </a:lnTo>
                  <a:lnTo>
                    <a:pt x="1516212" y="2966928"/>
                  </a:lnTo>
                  <a:lnTo>
                    <a:pt x="1521021" y="2919220"/>
                  </a:lnTo>
                  <a:lnTo>
                    <a:pt x="1521021" y="236736"/>
                  </a:lnTo>
                  <a:lnTo>
                    <a:pt x="1516212" y="189024"/>
                  </a:lnTo>
                  <a:lnTo>
                    <a:pt x="1502418" y="144586"/>
                  </a:lnTo>
                  <a:lnTo>
                    <a:pt x="1480592" y="104372"/>
                  </a:lnTo>
                  <a:lnTo>
                    <a:pt x="1451684" y="69336"/>
                  </a:lnTo>
                  <a:lnTo>
                    <a:pt x="1416648" y="40429"/>
                  </a:lnTo>
                  <a:lnTo>
                    <a:pt x="1376435" y="18603"/>
                  </a:lnTo>
                  <a:lnTo>
                    <a:pt x="1331997" y="4809"/>
                  </a:lnTo>
                  <a:lnTo>
                    <a:pt x="1284285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5053569" y="6293870"/>
              <a:ext cx="1521460" cy="3155950"/>
            </a:xfrm>
            <a:custGeom>
              <a:avLst/>
              <a:gdLst/>
              <a:ahLst/>
              <a:cxnLst/>
              <a:rect l="l" t="t" r="r" b="b"/>
              <a:pathLst>
                <a:path w="1521459" h="3155950">
                  <a:moveTo>
                    <a:pt x="1284285" y="3155956"/>
                  </a:moveTo>
                  <a:lnTo>
                    <a:pt x="236746" y="3155956"/>
                  </a:lnTo>
                  <a:lnTo>
                    <a:pt x="189034" y="3151146"/>
                  </a:lnTo>
                  <a:lnTo>
                    <a:pt x="144594" y="3137351"/>
                  </a:lnTo>
                  <a:lnTo>
                    <a:pt x="104380" y="3115523"/>
                  </a:lnTo>
                  <a:lnTo>
                    <a:pt x="69342" y="3086615"/>
                  </a:lnTo>
                  <a:lnTo>
                    <a:pt x="40433" y="3051578"/>
                  </a:lnTo>
                  <a:lnTo>
                    <a:pt x="18604" y="3011365"/>
                  </a:lnTo>
                  <a:lnTo>
                    <a:pt x="4809" y="2966928"/>
                  </a:lnTo>
                  <a:lnTo>
                    <a:pt x="0" y="2919220"/>
                  </a:lnTo>
                  <a:lnTo>
                    <a:pt x="0" y="236736"/>
                  </a:lnTo>
                  <a:lnTo>
                    <a:pt x="4809" y="189024"/>
                  </a:lnTo>
                  <a:lnTo>
                    <a:pt x="18604" y="144586"/>
                  </a:lnTo>
                  <a:lnTo>
                    <a:pt x="40433" y="104372"/>
                  </a:lnTo>
                  <a:lnTo>
                    <a:pt x="69342" y="69336"/>
                  </a:lnTo>
                  <a:lnTo>
                    <a:pt x="104380" y="40429"/>
                  </a:lnTo>
                  <a:lnTo>
                    <a:pt x="144594" y="18603"/>
                  </a:lnTo>
                  <a:lnTo>
                    <a:pt x="189034" y="4809"/>
                  </a:lnTo>
                  <a:lnTo>
                    <a:pt x="236746" y="0"/>
                  </a:lnTo>
                  <a:lnTo>
                    <a:pt x="1284285" y="0"/>
                  </a:lnTo>
                  <a:lnTo>
                    <a:pt x="1331997" y="4809"/>
                  </a:lnTo>
                  <a:lnTo>
                    <a:pt x="1376435" y="18603"/>
                  </a:lnTo>
                  <a:lnTo>
                    <a:pt x="1416648" y="40429"/>
                  </a:lnTo>
                  <a:lnTo>
                    <a:pt x="1451684" y="69336"/>
                  </a:lnTo>
                  <a:lnTo>
                    <a:pt x="1480592" y="104372"/>
                  </a:lnTo>
                  <a:lnTo>
                    <a:pt x="1502418" y="144586"/>
                  </a:lnTo>
                  <a:lnTo>
                    <a:pt x="1516212" y="189024"/>
                  </a:lnTo>
                  <a:lnTo>
                    <a:pt x="1521021" y="236736"/>
                  </a:lnTo>
                  <a:lnTo>
                    <a:pt x="1521021" y="2919220"/>
                  </a:lnTo>
                  <a:lnTo>
                    <a:pt x="1516212" y="2966928"/>
                  </a:lnTo>
                  <a:lnTo>
                    <a:pt x="1502418" y="3011365"/>
                  </a:lnTo>
                  <a:lnTo>
                    <a:pt x="1480592" y="3051578"/>
                  </a:lnTo>
                  <a:lnTo>
                    <a:pt x="1451684" y="3086615"/>
                  </a:lnTo>
                  <a:lnTo>
                    <a:pt x="1416648" y="3115523"/>
                  </a:lnTo>
                  <a:lnTo>
                    <a:pt x="1376435" y="3137351"/>
                  </a:lnTo>
                  <a:lnTo>
                    <a:pt x="1331997" y="3151146"/>
                  </a:lnTo>
                  <a:lnTo>
                    <a:pt x="1284285" y="3155956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5204188" y="7436504"/>
            <a:ext cx="1314450" cy="697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195" marR="5080" indent="-278130">
              <a:lnSpc>
                <a:spcPct val="129700"/>
              </a:lnSpc>
              <a:spcBef>
                <a:spcPts val="95"/>
              </a:spcBef>
            </a:pPr>
            <a:r>
              <a:rPr sz="1800" b="1" spc="-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Generation </a:t>
            </a:r>
            <a:r>
              <a:rPr sz="1800" b="1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Model</a:t>
            </a:r>
            <a:endParaRPr sz="18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612777" y="7111662"/>
            <a:ext cx="7767955" cy="1739264"/>
            <a:chOff x="3612777" y="7111662"/>
            <a:chExt cx="7767955" cy="1739264"/>
          </a:xfrm>
        </p:grpSpPr>
        <p:sp>
          <p:nvSpPr>
            <p:cNvPr id="103" name="object 103"/>
            <p:cNvSpPr/>
            <p:nvPr/>
          </p:nvSpPr>
          <p:spPr>
            <a:xfrm>
              <a:off x="6883948" y="7849954"/>
              <a:ext cx="379730" cy="0"/>
            </a:xfrm>
            <a:custGeom>
              <a:avLst/>
              <a:gdLst/>
              <a:ahLst/>
              <a:cxnLst/>
              <a:rect l="l" t="t" r="r" b="b"/>
              <a:pathLst>
                <a:path w="379729">
                  <a:moveTo>
                    <a:pt x="0" y="0"/>
                  </a:moveTo>
                  <a:lnTo>
                    <a:pt x="379517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4" name="object 10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57561" y="7750376"/>
              <a:ext cx="178999" cy="19917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739164" y="7871848"/>
              <a:ext cx="1314450" cy="0"/>
            </a:xfrm>
            <a:custGeom>
              <a:avLst/>
              <a:gdLst/>
              <a:ahLst/>
              <a:cxnLst/>
              <a:rect l="l" t="t" r="r" b="b"/>
              <a:pathLst>
                <a:path w="1314450">
                  <a:moveTo>
                    <a:pt x="1314410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6" name="object 10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2777" y="7772248"/>
              <a:ext cx="178999" cy="199177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10521253" y="7211257"/>
              <a:ext cx="848994" cy="1629410"/>
            </a:xfrm>
            <a:custGeom>
              <a:avLst/>
              <a:gdLst/>
              <a:ahLst/>
              <a:cxnLst/>
              <a:rect l="l" t="t" r="r" b="b"/>
              <a:pathLst>
                <a:path w="848995" h="1629409">
                  <a:moveTo>
                    <a:pt x="848571" y="1629060"/>
                  </a:moveTo>
                  <a:lnTo>
                    <a:pt x="698816" y="1629060"/>
                  </a:lnTo>
                  <a:lnTo>
                    <a:pt x="656557" y="1622243"/>
                  </a:lnTo>
                  <a:lnTo>
                    <a:pt x="619857" y="1603263"/>
                  </a:lnTo>
                  <a:lnTo>
                    <a:pt x="590917" y="1574320"/>
                  </a:lnTo>
                  <a:lnTo>
                    <a:pt x="571939" y="1537617"/>
                  </a:lnTo>
                  <a:lnTo>
                    <a:pt x="565124" y="1495357"/>
                  </a:lnTo>
                  <a:lnTo>
                    <a:pt x="565124" y="133702"/>
                  </a:lnTo>
                  <a:lnTo>
                    <a:pt x="558307" y="91442"/>
                  </a:lnTo>
                  <a:lnTo>
                    <a:pt x="539326" y="54740"/>
                  </a:lnTo>
                  <a:lnTo>
                    <a:pt x="510383" y="25797"/>
                  </a:lnTo>
                  <a:lnTo>
                    <a:pt x="473681" y="6816"/>
                  </a:lnTo>
                  <a:lnTo>
                    <a:pt x="431421" y="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8" name="object 10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94864" y="7111662"/>
              <a:ext cx="178999" cy="199177"/>
            </a:xfrm>
            <a:prstGeom prst="rect">
              <a:avLst/>
            </a:prstGeom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C5C6F493-5C91-4F24-B504-C856FE800C26}"/>
              </a:ext>
            </a:extLst>
          </p:cNvPr>
          <p:cNvSpPr txBox="1"/>
          <p:nvPr/>
        </p:nvSpPr>
        <p:spPr>
          <a:xfrm>
            <a:off x="12116201" y="3113271"/>
            <a:ext cx="1799532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r>
              <a:rPr lang="en-US" altLang="ko-KR" sz="2050" b="1" spc="-1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lang="en-US" altLang="ko-KR" sz="2050" b="1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Vector</a:t>
            </a:r>
            <a:endParaRPr lang="en-US" altLang="ko-KR"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4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5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5531" y="2251524"/>
            <a:ext cx="18913475" cy="8190230"/>
            <a:chOff x="585531" y="2251524"/>
            <a:chExt cx="18913475" cy="8190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531" y="2251524"/>
              <a:ext cx="18912931" cy="81899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7960" y="2628893"/>
              <a:ext cx="18156555" cy="7434580"/>
            </a:xfrm>
            <a:custGeom>
              <a:avLst/>
              <a:gdLst/>
              <a:ahLst/>
              <a:cxnLst/>
              <a:rect l="l" t="t" r="r" b="b"/>
              <a:pathLst>
                <a:path w="18156555" h="7434580">
                  <a:moveTo>
                    <a:pt x="18156515" y="0"/>
                  </a:moveTo>
                  <a:lnTo>
                    <a:pt x="0" y="0"/>
                  </a:lnTo>
                  <a:lnTo>
                    <a:pt x="0" y="7434328"/>
                  </a:lnTo>
                  <a:lnTo>
                    <a:pt x="18156515" y="7434328"/>
                  </a:lnTo>
                  <a:lnTo>
                    <a:pt x="18156515" y="0"/>
                  </a:lnTo>
                  <a:close/>
                </a:path>
              </a:pathLst>
            </a:custGeom>
            <a:solidFill>
              <a:srgbClr val="FFFFFF">
                <a:alpha val="9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963855" y="3017583"/>
              <a:ext cx="3047365" cy="1537970"/>
            </a:xfrm>
            <a:custGeom>
              <a:avLst/>
              <a:gdLst/>
              <a:ahLst/>
              <a:cxnLst/>
              <a:rect l="l" t="t" r="r" b="b"/>
              <a:pathLst>
                <a:path w="3047365" h="1537970">
                  <a:moveTo>
                    <a:pt x="3047027" y="0"/>
                  </a:moveTo>
                  <a:lnTo>
                    <a:pt x="326890" y="0"/>
                  </a:lnTo>
                  <a:lnTo>
                    <a:pt x="277895" y="3594"/>
                  </a:lnTo>
                  <a:lnTo>
                    <a:pt x="231131" y="14038"/>
                  </a:lnTo>
                  <a:lnTo>
                    <a:pt x="187113" y="30816"/>
                  </a:lnTo>
                  <a:lnTo>
                    <a:pt x="146352" y="53417"/>
                  </a:lnTo>
                  <a:lnTo>
                    <a:pt x="109362" y="81327"/>
                  </a:lnTo>
                  <a:lnTo>
                    <a:pt x="76656" y="114034"/>
                  </a:lnTo>
                  <a:lnTo>
                    <a:pt x="48746" y="151025"/>
                  </a:lnTo>
                  <a:lnTo>
                    <a:pt x="26146" y="191787"/>
                  </a:lnTo>
                  <a:lnTo>
                    <a:pt x="9368" y="235807"/>
                  </a:lnTo>
                  <a:lnTo>
                    <a:pt x="0" y="277758"/>
                  </a:lnTo>
                  <a:lnTo>
                    <a:pt x="0" y="1259678"/>
                  </a:lnTo>
                  <a:lnTo>
                    <a:pt x="9368" y="1301628"/>
                  </a:lnTo>
                  <a:lnTo>
                    <a:pt x="26146" y="1345648"/>
                  </a:lnTo>
                  <a:lnTo>
                    <a:pt x="48746" y="1386409"/>
                  </a:lnTo>
                  <a:lnTo>
                    <a:pt x="76656" y="1423401"/>
                  </a:lnTo>
                  <a:lnTo>
                    <a:pt x="109362" y="1456109"/>
                  </a:lnTo>
                  <a:lnTo>
                    <a:pt x="146352" y="1484020"/>
                  </a:lnTo>
                  <a:lnTo>
                    <a:pt x="187113" y="1506621"/>
                  </a:lnTo>
                  <a:lnTo>
                    <a:pt x="231131" y="1523401"/>
                  </a:lnTo>
                  <a:lnTo>
                    <a:pt x="277895" y="1533844"/>
                  </a:lnTo>
                  <a:lnTo>
                    <a:pt x="326890" y="1537440"/>
                  </a:lnTo>
                  <a:lnTo>
                    <a:pt x="3047027" y="1537440"/>
                  </a:lnTo>
                  <a:lnTo>
                    <a:pt x="3047027" y="0"/>
                  </a:lnTo>
                  <a:close/>
                </a:path>
              </a:pathLst>
            </a:custGeom>
            <a:solidFill>
              <a:srgbClr val="F4E4D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219818" y="3017583"/>
              <a:ext cx="11089005" cy="1537970"/>
            </a:xfrm>
            <a:custGeom>
              <a:avLst/>
              <a:gdLst/>
              <a:ahLst/>
              <a:cxnLst/>
              <a:rect l="l" t="t" r="r" b="b"/>
              <a:pathLst>
                <a:path w="11089005" h="1537970">
                  <a:moveTo>
                    <a:pt x="10768059" y="0"/>
                  </a:moveTo>
                  <a:lnTo>
                    <a:pt x="0" y="0"/>
                  </a:lnTo>
                  <a:lnTo>
                    <a:pt x="0" y="1537440"/>
                  </a:lnTo>
                  <a:lnTo>
                    <a:pt x="10768059" y="1537440"/>
                  </a:lnTo>
                  <a:lnTo>
                    <a:pt x="10817055" y="1533844"/>
                  </a:lnTo>
                  <a:lnTo>
                    <a:pt x="10863819" y="1523401"/>
                  </a:lnTo>
                  <a:lnTo>
                    <a:pt x="10907838" y="1506621"/>
                  </a:lnTo>
                  <a:lnTo>
                    <a:pt x="10948600" y="1484020"/>
                  </a:lnTo>
                  <a:lnTo>
                    <a:pt x="10985591" y="1456109"/>
                  </a:lnTo>
                  <a:lnTo>
                    <a:pt x="11018299" y="1423401"/>
                  </a:lnTo>
                  <a:lnTo>
                    <a:pt x="11046210" y="1386409"/>
                  </a:lnTo>
                  <a:lnTo>
                    <a:pt x="11068812" y="1345648"/>
                  </a:lnTo>
                  <a:lnTo>
                    <a:pt x="11085591" y="1301628"/>
                  </a:lnTo>
                  <a:lnTo>
                    <a:pt x="11088667" y="1287855"/>
                  </a:lnTo>
                  <a:lnTo>
                    <a:pt x="11088667" y="249581"/>
                  </a:lnTo>
                  <a:lnTo>
                    <a:pt x="11068812" y="191787"/>
                  </a:lnTo>
                  <a:lnTo>
                    <a:pt x="11046210" y="151025"/>
                  </a:lnTo>
                  <a:lnTo>
                    <a:pt x="11018299" y="114034"/>
                  </a:lnTo>
                  <a:lnTo>
                    <a:pt x="10985591" y="81327"/>
                  </a:lnTo>
                  <a:lnTo>
                    <a:pt x="10948600" y="53417"/>
                  </a:lnTo>
                  <a:lnTo>
                    <a:pt x="10907838" y="30816"/>
                  </a:lnTo>
                  <a:lnTo>
                    <a:pt x="10863819" y="14038"/>
                  </a:lnTo>
                  <a:lnTo>
                    <a:pt x="10817055" y="3594"/>
                  </a:lnTo>
                  <a:lnTo>
                    <a:pt x="10768059" y="0"/>
                  </a:lnTo>
                  <a:close/>
                </a:path>
              </a:pathLst>
            </a:custGeom>
            <a:solidFill>
              <a:srgbClr val="EAE9E8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61693" y="3806347"/>
              <a:ext cx="3780154" cy="20955"/>
            </a:xfrm>
            <a:custGeom>
              <a:avLst/>
              <a:gdLst/>
              <a:ahLst/>
              <a:cxnLst/>
              <a:rect l="l" t="t" r="r" b="b"/>
              <a:pathLst>
                <a:path w="3780154" h="20954">
                  <a:moveTo>
                    <a:pt x="3779989" y="0"/>
                  </a:moveTo>
                  <a:lnTo>
                    <a:pt x="0" y="0"/>
                  </a:lnTo>
                  <a:lnTo>
                    <a:pt x="0" y="20941"/>
                  </a:lnTo>
                  <a:lnTo>
                    <a:pt x="3779989" y="20941"/>
                  </a:lnTo>
                  <a:lnTo>
                    <a:pt x="3779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5005" y="3714040"/>
              <a:ext cx="178999" cy="1991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104943" y="3806347"/>
              <a:ext cx="1141730" cy="20955"/>
            </a:xfrm>
            <a:custGeom>
              <a:avLst/>
              <a:gdLst/>
              <a:ahLst/>
              <a:cxnLst/>
              <a:rect l="l" t="t" r="r" b="b"/>
              <a:pathLst>
                <a:path w="1141729" h="20954">
                  <a:moveTo>
                    <a:pt x="1141326" y="0"/>
                  </a:moveTo>
                  <a:lnTo>
                    <a:pt x="0" y="0"/>
                  </a:lnTo>
                  <a:lnTo>
                    <a:pt x="0" y="20941"/>
                  </a:lnTo>
                  <a:lnTo>
                    <a:pt x="1141326" y="20941"/>
                  </a:lnTo>
                  <a:lnTo>
                    <a:pt x="1141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98572" y="3714040"/>
              <a:ext cx="178999" cy="19917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005377" y="4319421"/>
              <a:ext cx="20955" cy="236220"/>
            </a:xfrm>
            <a:custGeom>
              <a:avLst/>
              <a:gdLst/>
              <a:ahLst/>
              <a:cxnLst/>
              <a:rect l="l" t="t" r="r" b="b"/>
              <a:pathLst>
                <a:path w="20955" h="236220">
                  <a:moveTo>
                    <a:pt x="20941" y="0"/>
                  </a:moveTo>
                  <a:lnTo>
                    <a:pt x="0" y="0"/>
                  </a:lnTo>
                  <a:lnTo>
                    <a:pt x="0" y="235602"/>
                  </a:lnTo>
                  <a:lnTo>
                    <a:pt x="20941" y="235602"/>
                  </a:lnTo>
                  <a:lnTo>
                    <a:pt x="209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354886" y="3471279"/>
              <a:ext cx="2315210" cy="691515"/>
            </a:xfrm>
            <a:custGeom>
              <a:avLst/>
              <a:gdLst/>
              <a:ahLst/>
              <a:cxnLst/>
              <a:rect l="l" t="t" r="r" b="b"/>
              <a:pathLst>
                <a:path w="2315210" h="691514">
                  <a:moveTo>
                    <a:pt x="2314641" y="0"/>
                  </a:moveTo>
                  <a:lnTo>
                    <a:pt x="314849" y="0"/>
                  </a:lnTo>
                  <a:lnTo>
                    <a:pt x="0" y="691078"/>
                  </a:lnTo>
                  <a:lnTo>
                    <a:pt x="1999792" y="691078"/>
                  </a:lnTo>
                  <a:lnTo>
                    <a:pt x="2314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354886" y="3471279"/>
              <a:ext cx="2315210" cy="691515"/>
            </a:xfrm>
            <a:custGeom>
              <a:avLst/>
              <a:gdLst/>
              <a:ahLst/>
              <a:cxnLst/>
              <a:rect l="l" t="t" r="r" b="b"/>
              <a:pathLst>
                <a:path w="2315210" h="691514">
                  <a:moveTo>
                    <a:pt x="1999792" y="691078"/>
                  </a:moveTo>
                  <a:lnTo>
                    <a:pt x="0" y="691078"/>
                  </a:lnTo>
                  <a:lnTo>
                    <a:pt x="314849" y="0"/>
                  </a:lnTo>
                  <a:lnTo>
                    <a:pt x="2314641" y="0"/>
                  </a:lnTo>
                  <a:lnTo>
                    <a:pt x="1999792" y="69107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75475" y="3602567"/>
            <a:ext cx="1077620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1581343" y="3701636"/>
          <a:ext cx="2630168" cy="429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2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7256855" y="3471273"/>
            <a:ext cx="7193915" cy="701675"/>
            <a:chOff x="7256855" y="3471273"/>
            <a:chExt cx="7193915" cy="701675"/>
          </a:xfrm>
        </p:grpSpPr>
        <p:sp>
          <p:nvSpPr>
            <p:cNvPr id="18" name="object 18"/>
            <p:cNvSpPr/>
            <p:nvPr/>
          </p:nvSpPr>
          <p:spPr>
            <a:xfrm>
              <a:off x="7267332" y="3492221"/>
              <a:ext cx="2837815" cy="670560"/>
            </a:xfrm>
            <a:custGeom>
              <a:avLst/>
              <a:gdLst/>
              <a:ahLst/>
              <a:cxnLst/>
              <a:rect l="l" t="t" r="r" b="b"/>
              <a:pathLst>
                <a:path w="2837815" h="670560">
                  <a:moveTo>
                    <a:pt x="2711959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544486"/>
                  </a:lnTo>
                  <a:lnTo>
                    <a:pt x="9914" y="593273"/>
                  </a:lnTo>
                  <a:lnTo>
                    <a:pt x="36909" y="633226"/>
                  </a:lnTo>
                  <a:lnTo>
                    <a:pt x="76862" y="660222"/>
                  </a:lnTo>
                  <a:lnTo>
                    <a:pt x="125650" y="670136"/>
                  </a:lnTo>
                  <a:lnTo>
                    <a:pt x="2711959" y="670136"/>
                  </a:lnTo>
                  <a:lnTo>
                    <a:pt x="2760747" y="660222"/>
                  </a:lnTo>
                  <a:lnTo>
                    <a:pt x="2800700" y="633226"/>
                  </a:lnTo>
                  <a:lnTo>
                    <a:pt x="2827695" y="593273"/>
                  </a:lnTo>
                  <a:lnTo>
                    <a:pt x="2837609" y="544486"/>
                  </a:lnTo>
                  <a:lnTo>
                    <a:pt x="2837609" y="125650"/>
                  </a:lnTo>
                  <a:lnTo>
                    <a:pt x="2827695" y="76862"/>
                  </a:lnTo>
                  <a:lnTo>
                    <a:pt x="2800700" y="36909"/>
                  </a:lnTo>
                  <a:lnTo>
                    <a:pt x="2760747" y="9914"/>
                  </a:lnTo>
                  <a:lnTo>
                    <a:pt x="271195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267332" y="3492221"/>
              <a:ext cx="2837815" cy="670560"/>
            </a:xfrm>
            <a:custGeom>
              <a:avLst/>
              <a:gdLst/>
              <a:ahLst/>
              <a:cxnLst/>
              <a:rect l="l" t="t" r="r" b="b"/>
              <a:pathLst>
                <a:path w="2837815" h="670560">
                  <a:moveTo>
                    <a:pt x="2711959" y="670136"/>
                  </a:moveTo>
                  <a:lnTo>
                    <a:pt x="125650" y="670136"/>
                  </a:lnTo>
                  <a:lnTo>
                    <a:pt x="76862" y="660222"/>
                  </a:lnTo>
                  <a:lnTo>
                    <a:pt x="36909" y="633226"/>
                  </a:lnTo>
                  <a:lnTo>
                    <a:pt x="9914" y="593273"/>
                  </a:lnTo>
                  <a:lnTo>
                    <a:pt x="0" y="544486"/>
                  </a:lnTo>
                  <a:lnTo>
                    <a:pt x="0" y="125650"/>
                  </a:lnTo>
                  <a:lnTo>
                    <a:pt x="9914" y="76862"/>
                  </a:lnTo>
                  <a:lnTo>
                    <a:pt x="36909" y="36909"/>
                  </a:lnTo>
                  <a:lnTo>
                    <a:pt x="76862" y="9914"/>
                  </a:lnTo>
                  <a:lnTo>
                    <a:pt x="125650" y="0"/>
                  </a:lnTo>
                  <a:lnTo>
                    <a:pt x="2711959" y="0"/>
                  </a:lnTo>
                  <a:lnTo>
                    <a:pt x="2760747" y="9914"/>
                  </a:lnTo>
                  <a:lnTo>
                    <a:pt x="2800700" y="36909"/>
                  </a:lnTo>
                  <a:lnTo>
                    <a:pt x="2827695" y="76862"/>
                  </a:lnTo>
                  <a:lnTo>
                    <a:pt x="2837609" y="125650"/>
                  </a:lnTo>
                  <a:lnTo>
                    <a:pt x="2837609" y="544486"/>
                  </a:lnTo>
                  <a:lnTo>
                    <a:pt x="2827695" y="593273"/>
                  </a:lnTo>
                  <a:lnTo>
                    <a:pt x="2800700" y="633226"/>
                  </a:lnTo>
                  <a:lnTo>
                    <a:pt x="2760747" y="660222"/>
                  </a:lnTo>
                  <a:lnTo>
                    <a:pt x="2711959" y="670136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4240937" y="3501313"/>
              <a:ext cx="199390" cy="623570"/>
            </a:xfrm>
            <a:custGeom>
              <a:avLst/>
              <a:gdLst/>
              <a:ahLst/>
              <a:cxnLst/>
              <a:rect l="l" t="t" r="r" b="b"/>
              <a:pathLst>
                <a:path w="199390" h="623570">
                  <a:moveTo>
                    <a:pt x="198946" y="0"/>
                  </a:moveTo>
                  <a:lnTo>
                    <a:pt x="0" y="215710"/>
                  </a:lnTo>
                  <a:lnTo>
                    <a:pt x="0" y="623080"/>
                  </a:lnTo>
                  <a:lnTo>
                    <a:pt x="194412" y="407453"/>
                  </a:lnTo>
                  <a:lnTo>
                    <a:pt x="198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4240937" y="3501313"/>
              <a:ext cx="199390" cy="623570"/>
            </a:xfrm>
            <a:custGeom>
              <a:avLst/>
              <a:gdLst/>
              <a:ahLst/>
              <a:cxnLst/>
              <a:rect l="l" t="t" r="r" b="b"/>
              <a:pathLst>
                <a:path w="199390" h="623570">
                  <a:moveTo>
                    <a:pt x="194412" y="407453"/>
                  </a:moveTo>
                  <a:lnTo>
                    <a:pt x="0" y="623080"/>
                  </a:lnTo>
                  <a:lnTo>
                    <a:pt x="0" y="215710"/>
                  </a:lnTo>
                  <a:lnTo>
                    <a:pt x="198946" y="0"/>
                  </a:lnTo>
                  <a:lnTo>
                    <a:pt x="194412" y="40745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1608838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608838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2047066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2047066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2916429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2916429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33551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33551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24816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24816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3792965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3792965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67770" y="3654922"/>
            <a:ext cx="2197730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r>
              <a:rPr sz="2050" b="1" spc="-1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Embedder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1208" y="1948760"/>
            <a:ext cx="15834994" cy="15158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더욱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구체적인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RAG의</a:t>
            </a:r>
            <a:r>
              <a:rPr sz="24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작동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과정을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살펴보면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다음과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같다.</a:t>
            </a:r>
            <a:r>
              <a:rPr sz="24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회색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음영은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모듈(module),</a:t>
            </a:r>
            <a:r>
              <a:rPr sz="2450" b="0" spc="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나머지는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데이터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혹은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결괏값을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나타낸다.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R="2963545" algn="r">
              <a:lnSpc>
                <a:spcPct val="100000"/>
              </a:lnSpc>
            </a:pPr>
            <a:endParaRPr lang="en-US" sz="2050" b="1" spc="-8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R="2963545" algn="r">
              <a:lnSpc>
                <a:spcPct val="100000"/>
              </a:lnSpc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r>
              <a:rPr sz="2050" b="1" spc="-1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Vector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88832" y="3816819"/>
            <a:ext cx="450850" cy="738505"/>
          </a:xfrm>
          <a:custGeom>
            <a:avLst/>
            <a:gdLst/>
            <a:ahLst/>
            <a:cxnLst/>
            <a:rect l="l" t="t" r="r" b="b"/>
            <a:pathLst>
              <a:path w="450850" h="738504">
                <a:moveTo>
                  <a:pt x="450248" y="738203"/>
                </a:moveTo>
                <a:lnTo>
                  <a:pt x="450248" y="204171"/>
                </a:lnTo>
                <a:lnTo>
                  <a:pt x="444855" y="157357"/>
                </a:lnTo>
                <a:lnTo>
                  <a:pt x="429495" y="114382"/>
                </a:lnTo>
                <a:lnTo>
                  <a:pt x="405393" y="76472"/>
                </a:lnTo>
                <a:lnTo>
                  <a:pt x="373775" y="44854"/>
                </a:lnTo>
                <a:lnTo>
                  <a:pt x="335865" y="20752"/>
                </a:lnTo>
                <a:lnTo>
                  <a:pt x="292890" y="5392"/>
                </a:lnTo>
                <a:lnTo>
                  <a:pt x="246076" y="0"/>
                </a:lnTo>
                <a:lnTo>
                  <a:pt x="0" y="0"/>
                </a:lnTo>
              </a:path>
            </a:pathLst>
          </a:custGeom>
          <a:ln w="20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5948" y="4929813"/>
            <a:ext cx="8115502" cy="2358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사용자의 질의를 벡터로 변환</a:t>
            </a:r>
            <a:endParaRPr sz="3300" spc="-1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860"/>
              </a:spcBef>
              <a:tabLst>
                <a:tab pos="389255" algn="l"/>
              </a:tabLst>
            </a:pPr>
            <a:r>
              <a:rPr sz="24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1.	단어 벡터화(word vectorization)</a:t>
            </a:r>
            <a:endParaRPr sz="2450" spc="-1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384175">
              <a:lnSpc>
                <a:spcPct val="100000"/>
              </a:lnSpc>
              <a:spcBef>
                <a:spcPts val="1720"/>
              </a:spcBef>
            </a:pPr>
            <a:r>
              <a:rPr sz="2050" b="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사용자의 질의에서 단어 또는 키워드를 추출하여 시퀀스로 변환.</a:t>
            </a:r>
            <a:endParaRPr sz="2050" spc="-1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384175">
              <a:lnSpc>
                <a:spcPct val="100000"/>
              </a:lnSpc>
              <a:spcBef>
                <a:spcPts val="1395"/>
              </a:spcBef>
              <a:tabLst>
                <a:tab pos="2837815" algn="l"/>
                <a:tab pos="3318510" algn="l"/>
              </a:tabLst>
            </a:pPr>
            <a:r>
              <a:rPr sz="245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어디야?	=&gt;	[‘대한민국’, ‘수도’]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10057494" y="5792434"/>
            <a:ext cx="8833756" cy="14824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2. 밀집 벡터화(dense vectorization)</a:t>
            </a:r>
            <a:endParaRPr sz="2450" spc="-1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368300">
              <a:lnSpc>
                <a:spcPct val="100000"/>
              </a:lnSpc>
              <a:spcBef>
                <a:spcPts val="1725"/>
              </a:spcBef>
            </a:pPr>
            <a:r>
              <a:rPr sz="2050" b="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사용자의 질의를 실 벡터(real vector)로 변환.</a:t>
            </a:r>
            <a:endParaRPr sz="2050" spc="-1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368300">
              <a:lnSpc>
                <a:spcPct val="100000"/>
              </a:lnSpc>
              <a:spcBef>
                <a:spcPts val="1390"/>
              </a:spcBef>
              <a:tabLst>
                <a:tab pos="2821940" algn="l"/>
                <a:tab pos="3298825" algn="l"/>
              </a:tabLst>
            </a:pPr>
            <a:r>
              <a:rPr sz="2450" spc="-150" dirty="0">
                <a:latin typeface="Noto Sans KR" panose="020B0200000000000000" pitchFamily="50" charset="-127"/>
                <a:ea typeface="Noto Sans KR" panose="020B0200000000000000" pitchFamily="50" charset="-127"/>
                <a:cs typeface="Gulim"/>
              </a:rPr>
              <a:t>대한민국의 수도는 어디야?	=&gt;	[0.92, 0.44, 0.53, ...]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322326" y="7687493"/>
            <a:ext cx="6406515" cy="421268"/>
          </a:xfrm>
          <a:prstGeom prst="rect">
            <a:avLst/>
          </a:prstGeom>
          <a:solidFill>
            <a:srgbClr val="F1F1F1"/>
          </a:solidFill>
          <a:ln w="10470">
            <a:solidFill>
              <a:srgbClr val="000000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950" b="0" spc="-25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명시적</a:t>
            </a:r>
            <a:r>
              <a:rPr sz="19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표현(Explicit</a:t>
            </a:r>
            <a:r>
              <a:rPr sz="195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9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Representation)</a:t>
            </a:r>
            <a:endParaRPr sz="19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413264" y="7687493"/>
            <a:ext cx="6406515" cy="421268"/>
          </a:xfrm>
          <a:prstGeom prst="rect">
            <a:avLst/>
          </a:prstGeom>
          <a:solidFill>
            <a:srgbClr val="F1F1F1"/>
          </a:solidFill>
          <a:ln w="10470">
            <a:solidFill>
              <a:srgbClr val="000000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950" b="0" spc="-25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암시적</a:t>
            </a:r>
            <a:r>
              <a:rPr sz="19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950" b="0" spc="-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표현(implicit</a:t>
            </a:r>
            <a:r>
              <a:rPr sz="19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9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Representation)</a:t>
            </a:r>
            <a:endParaRPr sz="19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82867" y="8486448"/>
            <a:ext cx="6892925" cy="1035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입력</a:t>
            </a:r>
            <a:r>
              <a:rPr sz="16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받은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문장의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명시적인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단어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또는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구를</a:t>
            </a:r>
            <a:r>
              <a:rPr sz="16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벡터의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값으로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설정.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1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예)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TF-</a:t>
            </a:r>
            <a:r>
              <a:rPr sz="16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IDF,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BM25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650" b="0" spc="-2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=&gt;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결과가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설명가능하며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키워드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매칭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등의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명시적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알고리즘을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적용할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수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있음.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b="0" spc="-2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=&gt;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하지만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문장의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의미를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반영하지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않기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때문에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의미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검색이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어려움.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78716" y="8486239"/>
            <a:ext cx="6899909" cy="1035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입력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받은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문장을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규칙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또는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학습된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방법에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따라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실수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값을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가진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벡터로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변형.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1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예)</a:t>
            </a:r>
            <a:r>
              <a:rPr sz="16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DPR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650" b="0" spc="-2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=&gt;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임베딩이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의미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공간에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사상되도록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값을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부여하기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때문에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의미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검색이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가능.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650" b="0" spc="-2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=&gt;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1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하지만,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임베딩의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결과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또는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관계를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설명하거나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명시적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검색에</a:t>
            </a:r>
            <a:r>
              <a:rPr sz="16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활용하기</a:t>
            </a:r>
            <a:r>
              <a:rPr sz="16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16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어려움.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4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5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208" y="1948760"/>
            <a:ext cx="15834994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더욱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구체적인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RAG의</a:t>
            </a:r>
            <a:r>
              <a:rPr sz="24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작동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과정을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살펴보면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다음과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같다.</a:t>
            </a:r>
            <a:r>
              <a:rPr sz="24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회색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음영은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모듈(module),</a:t>
            </a:r>
            <a:r>
              <a:rPr sz="2450" b="0" spc="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나머지는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데이터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혹은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결괏값을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나타낸다.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5531" y="2251524"/>
            <a:ext cx="18913475" cy="8190230"/>
            <a:chOff x="585531" y="2251524"/>
            <a:chExt cx="18913475" cy="8190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531" y="2251524"/>
              <a:ext cx="18912931" cy="81899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57960" y="2628893"/>
              <a:ext cx="18156555" cy="7434580"/>
            </a:xfrm>
            <a:custGeom>
              <a:avLst/>
              <a:gdLst/>
              <a:ahLst/>
              <a:cxnLst/>
              <a:rect l="l" t="t" r="r" b="b"/>
              <a:pathLst>
                <a:path w="18156555" h="7434580">
                  <a:moveTo>
                    <a:pt x="18156515" y="0"/>
                  </a:moveTo>
                  <a:lnTo>
                    <a:pt x="0" y="0"/>
                  </a:lnTo>
                  <a:lnTo>
                    <a:pt x="0" y="7434328"/>
                  </a:lnTo>
                  <a:lnTo>
                    <a:pt x="18156515" y="7434328"/>
                  </a:lnTo>
                  <a:lnTo>
                    <a:pt x="18156515" y="0"/>
                  </a:lnTo>
                  <a:close/>
                </a:path>
              </a:pathLst>
            </a:custGeom>
            <a:solidFill>
              <a:srgbClr val="FFFFFF">
                <a:alpha val="9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1115941" y="2640640"/>
              <a:ext cx="7994015" cy="4679315"/>
            </a:xfrm>
            <a:custGeom>
              <a:avLst/>
              <a:gdLst/>
              <a:ahLst/>
              <a:cxnLst/>
              <a:rect l="l" t="t" r="r" b="b"/>
              <a:pathLst>
                <a:path w="7994015" h="4679315">
                  <a:moveTo>
                    <a:pt x="4192536" y="0"/>
                  </a:moveTo>
                  <a:lnTo>
                    <a:pt x="331571" y="0"/>
                  </a:lnTo>
                  <a:lnTo>
                    <a:pt x="282575" y="3594"/>
                  </a:lnTo>
                  <a:lnTo>
                    <a:pt x="235813" y="14033"/>
                  </a:lnTo>
                  <a:lnTo>
                    <a:pt x="191782" y="30810"/>
                  </a:lnTo>
                  <a:lnTo>
                    <a:pt x="151028" y="53416"/>
                  </a:lnTo>
                  <a:lnTo>
                    <a:pt x="114033" y="81318"/>
                  </a:lnTo>
                  <a:lnTo>
                    <a:pt x="81330" y="114033"/>
                  </a:lnTo>
                  <a:lnTo>
                    <a:pt x="53416" y="151028"/>
                  </a:lnTo>
                  <a:lnTo>
                    <a:pt x="30810" y="191782"/>
                  </a:lnTo>
                  <a:lnTo>
                    <a:pt x="14033" y="235800"/>
                  </a:lnTo>
                  <a:lnTo>
                    <a:pt x="3594" y="282575"/>
                  </a:lnTo>
                  <a:lnTo>
                    <a:pt x="0" y="331571"/>
                  </a:lnTo>
                  <a:lnTo>
                    <a:pt x="0" y="4347134"/>
                  </a:lnTo>
                  <a:lnTo>
                    <a:pt x="3594" y="4396130"/>
                  </a:lnTo>
                  <a:lnTo>
                    <a:pt x="14033" y="4442892"/>
                  </a:lnTo>
                  <a:lnTo>
                    <a:pt x="30810" y="4486910"/>
                  </a:lnTo>
                  <a:lnTo>
                    <a:pt x="53416" y="4527677"/>
                  </a:lnTo>
                  <a:lnTo>
                    <a:pt x="81330" y="4564659"/>
                  </a:lnTo>
                  <a:lnTo>
                    <a:pt x="114033" y="4597374"/>
                  </a:lnTo>
                  <a:lnTo>
                    <a:pt x="151028" y="4625276"/>
                  </a:lnTo>
                  <a:lnTo>
                    <a:pt x="191782" y="4647882"/>
                  </a:lnTo>
                  <a:lnTo>
                    <a:pt x="235813" y="4664659"/>
                  </a:lnTo>
                  <a:lnTo>
                    <a:pt x="282575" y="4675098"/>
                  </a:lnTo>
                  <a:lnTo>
                    <a:pt x="331571" y="4678692"/>
                  </a:lnTo>
                  <a:lnTo>
                    <a:pt x="4192536" y="4678692"/>
                  </a:lnTo>
                  <a:lnTo>
                    <a:pt x="4192536" y="0"/>
                  </a:lnTo>
                  <a:close/>
                </a:path>
                <a:path w="7994015" h="4679315">
                  <a:moveTo>
                    <a:pt x="7993964" y="331571"/>
                  </a:moveTo>
                  <a:lnTo>
                    <a:pt x="7990370" y="282575"/>
                  </a:lnTo>
                  <a:lnTo>
                    <a:pt x="7979918" y="235800"/>
                  </a:lnTo>
                  <a:lnTo>
                    <a:pt x="7963141" y="191782"/>
                  </a:lnTo>
                  <a:lnTo>
                    <a:pt x="7940548" y="151028"/>
                  </a:lnTo>
                  <a:lnTo>
                    <a:pt x="7912633" y="114033"/>
                  </a:lnTo>
                  <a:lnTo>
                    <a:pt x="7879918" y="81318"/>
                  </a:lnTo>
                  <a:lnTo>
                    <a:pt x="7842936" y="53416"/>
                  </a:lnTo>
                  <a:lnTo>
                    <a:pt x="7802169" y="30810"/>
                  </a:lnTo>
                  <a:lnTo>
                    <a:pt x="7758150" y="14033"/>
                  </a:lnTo>
                  <a:lnTo>
                    <a:pt x="7711389" y="3594"/>
                  </a:lnTo>
                  <a:lnTo>
                    <a:pt x="7662392" y="0"/>
                  </a:lnTo>
                  <a:lnTo>
                    <a:pt x="4475746" y="0"/>
                  </a:lnTo>
                  <a:lnTo>
                    <a:pt x="4475746" y="4678692"/>
                  </a:lnTo>
                  <a:lnTo>
                    <a:pt x="7662392" y="4678692"/>
                  </a:lnTo>
                  <a:lnTo>
                    <a:pt x="7711389" y="4675098"/>
                  </a:lnTo>
                  <a:lnTo>
                    <a:pt x="7758150" y="4664659"/>
                  </a:lnTo>
                  <a:lnTo>
                    <a:pt x="7802169" y="4647882"/>
                  </a:lnTo>
                  <a:lnTo>
                    <a:pt x="7842936" y="4625276"/>
                  </a:lnTo>
                  <a:lnTo>
                    <a:pt x="7879918" y="4597374"/>
                  </a:lnTo>
                  <a:lnTo>
                    <a:pt x="7912633" y="4564659"/>
                  </a:lnTo>
                  <a:lnTo>
                    <a:pt x="7940548" y="4527677"/>
                  </a:lnTo>
                  <a:lnTo>
                    <a:pt x="7963141" y="4486910"/>
                  </a:lnTo>
                  <a:lnTo>
                    <a:pt x="7979918" y="4442892"/>
                  </a:lnTo>
                  <a:lnTo>
                    <a:pt x="7990370" y="4396130"/>
                  </a:lnTo>
                  <a:lnTo>
                    <a:pt x="7993964" y="4347134"/>
                  </a:lnTo>
                  <a:lnTo>
                    <a:pt x="7993964" y="331571"/>
                  </a:lnTo>
                  <a:close/>
                </a:path>
              </a:pathLst>
            </a:custGeom>
            <a:solidFill>
              <a:srgbClr val="EAE9E8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521681" y="2673388"/>
            <a:ext cx="1912369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Data</a:t>
            </a:r>
            <a:r>
              <a:rPr sz="2450" b="1" spc="-1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Server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586578" y="3706871"/>
          <a:ext cx="2630168" cy="429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2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1115943" y="3476353"/>
            <a:ext cx="3329940" cy="3105785"/>
            <a:chOff x="11115943" y="3476353"/>
            <a:chExt cx="3329940" cy="3105785"/>
          </a:xfrm>
        </p:grpSpPr>
        <p:sp>
          <p:nvSpPr>
            <p:cNvPr id="11" name="object 11"/>
            <p:cNvSpPr/>
            <p:nvPr/>
          </p:nvSpPr>
          <p:spPr>
            <a:xfrm>
              <a:off x="11115943" y="3811583"/>
              <a:ext cx="130810" cy="10795"/>
            </a:xfrm>
            <a:custGeom>
              <a:avLst/>
              <a:gdLst/>
              <a:ahLst/>
              <a:cxnLst/>
              <a:rect l="l" t="t" r="r" b="b"/>
              <a:pathLst>
                <a:path w="130809" h="10795">
                  <a:moveTo>
                    <a:pt x="130325" y="0"/>
                  </a:moveTo>
                  <a:lnTo>
                    <a:pt x="0" y="0"/>
                  </a:lnTo>
                  <a:lnTo>
                    <a:pt x="0" y="10470"/>
                  </a:lnTo>
                  <a:lnTo>
                    <a:pt x="130325" y="10470"/>
                  </a:lnTo>
                  <a:lnTo>
                    <a:pt x="1303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198572" y="3714040"/>
              <a:ext cx="179070" cy="199390"/>
            </a:xfrm>
            <a:custGeom>
              <a:avLst/>
              <a:gdLst/>
              <a:ahLst/>
              <a:cxnLst/>
              <a:rect l="l" t="t" r="r" b="b"/>
              <a:pathLst>
                <a:path w="179070" h="199389">
                  <a:moveTo>
                    <a:pt x="0" y="0"/>
                  </a:moveTo>
                  <a:lnTo>
                    <a:pt x="36030" y="99578"/>
                  </a:lnTo>
                  <a:lnTo>
                    <a:pt x="0" y="199177"/>
                  </a:lnTo>
                  <a:lnTo>
                    <a:pt x="38900" y="169891"/>
                  </a:lnTo>
                  <a:lnTo>
                    <a:pt x="84348" y="142694"/>
                  </a:lnTo>
                  <a:lnTo>
                    <a:pt x="132371" y="118839"/>
                  </a:lnTo>
                  <a:lnTo>
                    <a:pt x="178999" y="99578"/>
                  </a:lnTo>
                  <a:lnTo>
                    <a:pt x="132371" y="80329"/>
                  </a:lnTo>
                  <a:lnTo>
                    <a:pt x="84348" y="56479"/>
                  </a:lnTo>
                  <a:lnTo>
                    <a:pt x="38900" y="292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3010613" y="4319421"/>
              <a:ext cx="10795" cy="471805"/>
            </a:xfrm>
            <a:custGeom>
              <a:avLst/>
              <a:gdLst/>
              <a:ahLst/>
              <a:cxnLst/>
              <a:rect l="l" t="t" r="r" b="b"/>
              <a:pathLst>
                <a:path w="10794" h="471804">
                  <a:moveTo>
                    <a:pt x="10470" y="0"/>
                  </a:moveTo>
                  <a:lnTo>
                    <a:pt x="0" y="0"/>
                  </a:lnTo>
                  <a:lnTo>
                    <a:pt x="0" y="471189"/>
                  </a:lnTo>
                  <a:lnTo>
                    <a:pt x="10470" y="471189"/>
                  </a:lnTo>
                  <a:lnTo>
                    <a:pt x="10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6920" y="4741651"/>
              <a:ext cx="199177" cy="17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010613" y="5973822"/>
              <a:ext cx="10795" cy="481965"/>
            </a:xfrm>
            <a:custGeom>
              <a:avLst/>
              <a:gdLst/>
              <a:ahLst/>
              <a:cxnLst/>
              <a:rect l="l" t="t" r="r" b="b"/>
              <a:pathLst>
                <a:path w="10794" h="481964">
                  <a:moveTo>
                    <a:pt x="10470" y="0"/>
                  </a:moveTo>
                  <a:lnTo>
                    <a:pt x="0" y="0"/>
                  </a:lnTo>
                  <a:lnTo>
                    <a:pt x="0" y="481660"/>
                  </a:lnTo>
                  <a:lnTo>
                    <a:pt x="10470" y="481660"/>
                  </a:lnTo>
                  <a:lnTo>
                    <a:pt x="104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16920" y="6402764"/>
              <a:ext cx="199177" cy="1789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240937" y="3501313"/>
              <a:ext cx="199390" cy="623570"/>
            </a:xfrm>
            <a:custGeom>
              <a:avLst/>
              <a:gdLst/>
              <a:ahLst/>
              <a:cxnLst/>
              <a:rect l="l" t="t" r="r" b="b"/>
              <a:pathLst>
                <a:path w="199390" h="623570">
                  <a:moveTo>
                    <a:pt x="198946" y="0"/>
                  </a:moveTo>
                  <a:lnTo>
                    <a:pt x="0" y="215710"/>
                  </a:lnTo>
                  <a:lnTo>
                    <a:pt x="0" y="623080"/>
                  </a:lnTo>
                  <a:lnTo>
                    <a:pt x="194412" y="407453"/>
                  </a:lnTo>
                  <a:lnTo>
                    <a:pt x="198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4240937" y="3501313"/>
              <a:ext cx="199390" cy="623570"/>
            </a:xfrm>
            <a:custGeom>
              <a:avLst/>
              <a:gdLst/>
              <a:ahLst/>
              <a:cxnLst/>
              <a:rect l="l" t="t" r="r" b="b"/>
              <a:pathLst>
                <a:path w="199390" h="623570">
                  <a:moveTo>
                    <a:pt x="194412" y="407453"/>
                  </a:moveTo>
                  <a:lnTo>
                    <a:pt x="0" y="623080"/>
                  </a:lnTo>
                  <a:lnTo>
                    <a:pt x="0" y="215710"/>
                  </a:lnTo>
                  <a:lnTo>
                    <a:pt x="198946" y="0"/>
                  </a:lnTo>
                  <a:lnTo>
                    <a:pt x="194412" y="407453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1608838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1608838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047066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2047066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20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2916430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2916430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33551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33551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24816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2481661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3792965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629593" y="0"/>
                  </a:moveTo>
                  <a:lnTo>
                    <a:pt x="204852" y="0"/>
                  </a:lnTo>
                  <a:lnTo>
                    <a:pt x="0" y="219888"/>
                  </a:lnTo>
                  <a:lnTo>
                    <a:pt x="424740" y="219888"/>
                  </a:lnTo>
                  <a:lnTo>
                    <a:pt x="629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3792965" y="3481750"/>
              <a:ext cx="629920" cy="220345"/>
            </a:xfrm>
            <a:custGeom>
              <a:avLst/>
              <a:gdLst/>
              <a:ahLst/>
              <a:cxnLst/>
              <a:rect l="l" t="t" r="r" b="b"/>
              <a:pathLst>
                <a:path w="629919" h="220345">
                  <a:moveTo>
                    <a:pt x="424740" y="219888"/>
                  </a:moveTo>
                  <a:lnTo>
                    <a:pt x="0" y="219888"/>
                  </a:lnTo>
                  <a:lnTo>
                    <a:pt x="204852" y="0"/>
                  </a:lnTo>
                  <a:lnTo>
                    <a:pt x="629593" y="0"/>
                  </a:lnTo>
                  <a:lnTo>
                    <a:pt x="424740" y="21988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1602280" y="5073325"/>
              <a:ext cx="2837815" cy="670560"/>
            </a:xfrm>
            <a:custGeom>
              <a:avLst/>
              <a:gdLst/>
              <a:ahLst/>
              <a:cxnLst/>
              <a:rect l="l" t="t" r="r" b="b"/>
              <a:pathLst>
                <a:path w="2837815" h="670560">
                  <a:moveTo>
                    <a:pt x="2711959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544486"/>
                  </a:lnTo>
                  <a:lnTo>
                    <a:pt x="9914" y="593273"/>
                  </a:lnTo>
                  <a:lnTo>
                    <a:pt x="36909" y="633226"/>
                  </a:lnTo>
                  <a:lnTo>
                    <a:pt x="76862" y="660222"/>
                  </a:lnTo>
                  <a:lnTo>
                    <a:pt x="125650" y="670136"/>
                  </a:lnTo>
                  <a:lnTo>
                    <a:pt x="2711959" y="670136"/>
                  </a:lnTo>
                  <a:lnTo>
                    <a:pt x="2760747" y="660222"/>
                  </a:lnTo>
                  <a:lnTo>
                    <a:pt x="2800700" y="633226"/>
                  </a:lnTo>
                  <a:lnTo>
                    <a:pt x="2827695" y="593273"/>
                  </a:lnTo>
                  <a:lnTo>
                    <a:pt x="2837609" y="544486"/>
                  </a:lnTo>
                  <a:lnTo>
                    <a:pt x="2837609" y="125650"/>
                  </a:lnTo>
                  <a:lnTo>
                    <a:pt x="2827695" y="76862"/>
                  </a:lnTo>
                  <a:lnTo>
                    <a:pt x="2800700" y="36909"/>
                  </a:lnTo>
                  <a:lnTo>
                    <a:pt x="2760747" y="9914"/>
                  </a:lnTo>
                  <a:lnTo>
                    <a:pt x="271195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1602280" y="5073325"/>
              <a:ext cx="2837815" cy="670560"/>
            </a:xfrm>
            <a:custGeom>
              <a:avLst/>
              <a:gdLst/>
              <a:ahLst/>
              <a:cxnLst/>
              <a:rect l="l" t="t" r="r" b="b"/>
              <a:pathLst>
                <a:path w="2837815" h="670560">
                  <a:moveTo>
                    <a:pt x="2711959" y="670136"/>
                  </a:moveTo>
                  <a:lnTo>
                    <a:pt x="125650" y="670136"/>
                  </a:lnTo>
                  <a:lnTo>
                    <a:pt x="76862" y="660222"/>
                  </a:lnTo>
                  <a:lnTo>
                    <a:pt x="36909" y="633226"/>
                  </a:lnTo>
                  <a:lnTo>
                    <a:pt x="9914" y="593273"/>
                  </a:lnTo>
                  <a:lnTo>
                    <a:pt x="0" y="544486"/>
                  </a:lnTo>
                  <a:lnTo>
                    <a:pt x="0" y="125650"/>
                  </a:lnTo>
                  <a:lnTo>
                    <a:pt x="9914" y="76862"/>
                  </a:lnTo>
                  <a:lnTo>
                    <a:pt x="36909" y="36909"/>
                  </a:lnTo>
                  <a:lnTo>
                    <a:pt x="76862" y="9914"/>
                  </a:lnTo>
                  <a:lnTo>
                    <a:pt x="125650" y="0"/>
                  </a:lnTo>
                  <a:lnTo>
                    <a:pt x="2711959" y="0"/>
                  </a:lnTo>
                  <a:lnTo>
                    <a:pt x="2760747" y="9914"/>
                  </a:lnTo>
                  <a:lnTo>
                    <a:pt x="2800700" y="36909"/>
                  </a:lnTo>
                  <a:lnTo>
                    <a:pt x="2827695" y="76862"/>
                  </a:lnTo>
                  <a:lnTo>
                    <a:pt x="2837609" y="125650"/>
                  </a:lnTo>
                  <a:lnTo>
                    <a:pt x="2837609" y="544486"/>
                  </a:lnTo>
                  <a:lnTo>
                    <a:pt x="2827695" y="593273"/>
                  </a:lnTo>
                  <a:lnTo>
                    <a:pt x="2800700" y="633226"/>
                  </a:lnTo>
                  <a:lnTo>
                    <a:pt x="2760747" y="660222"/>
                  </a:lnTo>
                  <a:lnTo>
                    <a:pt x="2711959" y="670136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837382" y="5236496"/>
            <a:ext cx="2693270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Similarity</a:t>
            </a:r>
            <a:r>
              <a:rPr sz="2050" b="1" spc="-1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Calculator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226113" y="2978188"/>
            <a:ext cx="1758968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Query</a:t>
            </a:r>
            <a:r>
              <a:rPr sz="2050" b="1" spc="-1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Vector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6057478" y="3444940"/>
            <a:ext cx="2618105" cy="2503170"/>
            <a:chOff x="16057478" y="3444940"/>
            <a:chExt cx="2618105" cy="2503170"/>
          </a:xfrm>
        </p:grpSpPr>
        <p:sp>
          <p:nvSpPr>
            <p:cNvPr id="36" name="object 36"/>
            <p:cNvSpPr/>
            <p:nvPr/>
          </p:nvSpPr>
          <p:spPr>
            <a:xfrm>
              <a:off x="16062876" y="5460747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4">
                  <a:moveTo>
                    <a:pt x="1303625" y="0"/>
                  </a:moveTo>
                  <a:lnTo>
                    <a:pt x="1227026" y="408"/>
                  </a:lnTo>
                  <a:lnTo>
                    <a:pt x="1151593" y="1620"/>
                  </a:lnTo>
                  <a:lnTo>
                    <a:pt x="1077448" y="3611"/>
                  </a:lnTo>
                  <a:lnTo>
                    <a:pt x="1004714" y="6360"/>
                  </a:lnTo>
                  <a:lnTo>
                    <a:pt x="933511" y="9843"/>
                  </a:lnTo>
                  <a:lnTo>
                    <a:pt x="863963" y="14039"/>
                  </a:lnTo>
                  <a:lnTo>
                    <a:pt x="796193" y="18924"/>
                  </a:lnTo>
                  <a:lnTo>
                    <a:pt x="730321" y="24477"/>
                  </a:lnTo>
                  <a:lnTo>
                    <a:pt x="666471" y="30674"/>
                  </a:lnTo>
                  <a:lnTo>
                    <a:pt x="604764" y="37493"/>
                  </a:lnTo>
                  <a:lnTo>
                    <a:pt x="545324" y="44911"/>
                  </a:lnTo>
                  <a:lnTo>
                    <a:pt x="488271" y="52906"/>
                  </a:lnTo>
                  <a:lnTo>
                    <a:pt x="433729" y="61455"/>
                  </a:lnTo>
                  <a:lnTo>
                    <a:pt x="381820" y="70535"/>
                  </a:lnTo>
                  <a:lnTo>
                    <a:pt x="332666" y="80125"/>
                  </a:lnTo>
                  <a:lnTo>
                    <a:pt x="286390" y="90201"/>
                  </a:lnTo>
                  <a:lnTo>
                    <a:pt x="243112" y="100741"/>
                  </a:lnTo>
                  <a:lnTo>
                    <a:pt x="202957" y="111721"/>
                  </a:lnTo>
                  <a:lnTo>
                    <a:pt x="166045" y="123121"/>
                  </a:lnTo>
                  <a:lnTo>
                    <a:pt x="102444" y="147086"/>
                  </a:lnTo>
                  <a:lnTo>
                    <a:pt x="53286" y="172454"/>
                  </a:lnTo>
                  <a:lnTo>
                    <a:pt x="19549" y="199045"/>
                  </a:lnTo>
                  <a:lnTo>
                    <a:pt x="0" y="240830"/>
                  </a:lnTo>
                  <a:lnTo>
                    <a:pt x="2212" y="254981"/>
                  </a:lnTo>
                  <a:lnTo>
                    <a:pt x="34429" y="296052"/>
                  </a:lnTo>
                  <a:lnTo>
                    <a:pt x="75998" y="322054"/>
                  </a:lnTo>
                  <a:lnTo>
                    <a:pt x="132500" y="346743"/>
                  </a:lnTo>
                  <a:lnTo>
                    <a:pt x="202957" y="369938"/>
                  </a:lnTo>
                  <a:lnTo>
                    <a:pt x="243112" y="380919"/>
                  </a:lnTo>
                  <a:lnTo>
                    <a:pt x="286390" y="391459"/>
                  </a:lnTo>
                  <a:lnTo>
                    <a:pt x="332666" y="401535"/>
                  </a:lnTo>
                  <a:lnTo>
                    <a:pt x="381820" y="411124"/>
                  </a:lnTo>
                  <a:lnTo>
                    <a:pt x="433729" y="420205"/>
                  </a:lnTo>
                  <a:lnTo>
                    <a:pt x="488271" y="428754"/>
                  </a:lnTo>
                  <a:lnTo>
                    <a:pt x="545324" y="436749"/>
                  </a:lnTo>
                  <a:lnTo>
                    <a:pt x="604764" y="444167"/>
                  </a:lnTo>
                  <a:lnTo>
                    <a:pt x="666471" y="450986"/>
                  </a:lnTo>
                  <a:lnTo>
                    <a:pt x="730321" y="457183"/>
                  </a:lnTo>
                  <a:lnTo>
                    <a:pt x="796193" y="462735"/>
                  </a:lnTo>
                  <a:lnTo>
                    <a:pt x="863963" y="467621"/>
                  </a:lnTo>
                  <a:lnTo>
                    <a:pt x="933511" y="471816"/>
                  </a:lnTo>
                  <a:lnTo>
                    <a:pt x="1004714" y="475300"/>
                  </a:lnTo>
                  <a:lnTo>
                    <a:pt x="1077448" y="478049"/>
                  </a:lnTo>
                  <a:lnTo>
                    <a:pt x="1151593" y="480040"/>
                  </a:lnTo>
                  <a:lnTo>
                    <a:pt x="1227026" y="481251"/>
                  </a:lnTo>
                  <a:lnTo>
                    <a:pt x="1303625" y="481660"/>
                  </a:lnTo>
                  <a:lnTo>
                    <a:pt x="1380222" y="481251"/>
                  </a:lnTo>
                  <a:lnTo>
                    <a:pt x="1455654" y="480040"/>
                  </a:lnTo>
                  <a:lnTo>
                    <a:pt x="1529798" y="478049"/>
                  </a:lnTo>
                  <a:lnTo>
                    <a:pt x="1602533" y="475300"/>
                  </a:lnTo>
                  <a:lnTo>
                    <a:pt x="1673734" y="471816"/>
                  </a:lnTo>
                  <a:lnTo>
                    <a:pt x="1743282" y="467621"/>
                  </a:lnTo>
                  <a:lnTo>
                    <a:pt x="1811053" y="462735"/>
                  </a:lnTo>
                  <a:lnTo>
                    <a:pt x="1876924" y="457183"/>
                  </a:lnTo>
                  <a:lnTo>
                    <a:pt x="1940774" y="450986"/>
                  </a:lnTo>
                  <a:lnTo>
                    <a:pt x="2002481" y="444167"/>
                  </a:lnTo>
                  <a:lnTo>
                    <a:pt x="2061921" y="436749"/>
                  </a:lnTo>
                  <a:lnTo>
                    <a:pt x="2118974" y="428754"/>
                  </a:lnTo>
                  <a:lnTo>
                    <a:pt x="2173516" y="420205"/>
                  </a:lnTo>
                  <a:lnTo>
                    <a:pt x="2225425" y="411124"/>
                  </a:lnTo>
                  <a:lnTo>
                    <a:pt x="2274580" y="401535"/>
                  </a:lnTo>
                  <a:lnTo>
                    <a:pt x="2320857" y="391459"/>
                  </a:lnTo>
                  <a:lnTo>
                    <a:pt x="2364134" y="380919"/>
                  </a:lnTo>
                  <a:lnTo>
                    <a:pt x="2404290" y="369938"/>
                  </a:lnTo>
                  <a:lnTo>
                    <a:pt x="2441202" y="358539"/>
                  </a:lnTo>
                  <a:lnTo>
                    <a:pt x="2504804" y="334574"/>
                  </a:lnTo>
                  <a:lnTo>
                    <a:pt x="2553963" y="309206"/>
                  </a:lnTo>
                  <a:lnTo>
                    <a:pt x="2587700" y="282614"/>
                  </a:lnTo>
                  <a:lnTo>
                    <a:pt x="2607250" y="240830"/>
                  </a:lnTo>
                  <a:lnTo>
                    <a:pt x="2605037" y="226679"/>
                  </a:lnTo>
                  <a:lnTo>
                    <a:pt x="2572820" y="185608"/>
                  </a:lnTo>
                  <a:lnTo>
                    <a:pt x="2531250" y="159606"/>
                  </a:lnTo>
                  <a:lnTo>
                    <a:pt x="2474747" y="134917"/>
                  </a:lnTo>
                  <a:lnTo>
                    <a:pt x="2404290" y="111721"/>
                  </a:lnTo>
                  <a:lnTo>
                    <a:pt x="2364134" y="100741"/>
                  </a:lnTo>
                  <a:lnTo>
                    <a:pt x="2320857" y="90201"/>
                  </a:lnTo>
                  <a:lnTo>
                    <a:pt x="2274580" y="80125"/>
                  </a:lnTo>
                  <a:lnTo>
                    <a:pt x="2225425" y="70535"/>
                  </a:lnTo>
                  <a:lnTo>
                    <a:pt x="2173516" y="61455"/>
                  </a:lnTo>
                  <a:lnTo>
                    <a:pt x="2118974" y="52906"/>
                  </a:lnTo>
                  <a:lnTo>
                    <a:pt x="2061921" y="44911"/>
                  </a:lnTo>
                  <a:lnTo>
                    <a:pt x="2002481" y="37493"/>
                  </a:lnTo>
                  <a:lnTo>
                    <a:pt x="1940774" y="30674"/>
                  </a:lnTo>
                  <a:lnTo>
                    <a:pt x="1876924" y="24477"/>
                  </a:lnTo>
                  <a:lnTo>
                    <a:pt x="1811053" y="18924"/>
                  </a:lnTo>
                  <a:lnTo>
                    <a:pt x="1743282" y="14039"/>
                  </a:lnTo>
                  <a:lnTo>
                    <a:pt x="1673734" y="9843"/>
                  </a:lnTo>
                  <a:lnTo>
                    <a:pt x="1602533" y="6360"/>
                  </a:lnTo>
                  <a:lnTo>
                    <a:pt x="1529798" y="3611"/>
                  </a:lnTo>
                  <a:lnTo>
                    <a:pt x="1455654" y="1620"/>
                  </a:lnTo>
                  <a:lnTo>
                    <a:pt x="1380222" y="408"/>
                  </a:lnTo>
                  <a:lnTo>
                    <a:pt x="130362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6062876" y="5460747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4">
                  <a:moveTo>
                    <a:pt x="2607250" y="240830"/>
                  </a:moveTo>
                  <a:lnTo>
                    <a:pt x="2587700" y="282614"/>
                  </a:lnTo>
                  <a:lnTo>
                    <a:pt x="2553963" y="309206"/>
                  </a:lnTo>
                  <a:lnTo>
                    <a:pt x="2504804" y="334574"/>
                  </a:lnTo>
                  <a:lnTo>
                    <a:pt x="2441202" y="358539"/>
                  </a:lnTo>
                  <a:lnTo>
                    <a:pt x="2404290" y="369938"/>
                  </a:lnTo>
                  <a:lnTo>
                    <a:pt x="2364134" y="380919"/>
                  </a:lnTo>
                  <a:lnTo>
                    <a:pt x="2320857" y="391459"/>
                  </a:lnTo>
                  <a:lnTo>
                    <a:pt x="2274580" y="401535"/>
                  </a:lnTo>
                  <a:lnTo>
                    <a:pt x="2225425" y="411124"/>
                  </a:lnTo>
                  <a:lnTo>
                    <a:pt x="2173516" y="420205"/>
                  </a:lnTo>
                  <a:lnTo>
                    <a:pt x="2118974" y="428754"/>
                  </a:lnTo>
                  <a:lnTo>
                    <a:pt x="2061921" y="436749"/>
                  </a:lnTo>
                  <a:lnTo>
                    <a:pt x="2002481" y="444167"/>
                  </a:lnTo>
                  <a:lnTo>
                    <a:pt x="1940774" y="450986"/>
                  </a:lnTo>
                  <a:lnTo>
                    <a:pt x="1876924" y="457183"/>
                  </a:lnTo>
                  <a:lnTo>
                    <a:pt x="1811053" y="462735"/>
                  </a:lnTo>
                  <a:lnTo>
                    <a:pt x="1743282" y="467621"/>
                  </a:lnTo>
                  <a:lnTo>
                    <a:pt x="1673734" y="471816"/>
                  </a:lnTo>
                  <a:lnTo>
                    <a:pt x="1602533" y="475300"/>
                  </a:lnTo>
                  <a:lnTo>
                    <a:pt x="1529798" y="478049"/>
                  </a:lnTo>
                  <a:lnTo>
                    <a:pt x="1455654" y="480040"/>
                  </a:lnTo>
                  <a:lnTo>
                    <a:pt x="1380222" y="481251"/>
                  </a:lnTo>
                  <a:lnTo>
                    <a:pt x="1303625" y="481660"/>
                  </a:lnTo>
                  <a:lnTo>
                    <a:pt x="1227026" y="481251"/>
                  </a:lnTo>
                  <a:lnTo>
                    <a:pt x="1151593" y="480040"/>
                  </a:lnTo>
                  <a:lnTo>
                    <a:pt x="1077448" y="478049"/>
                  </a:lnTo>
                  <a:lnTo>
                    <a:pt x="1004714" y="475300"/>
                  </a:lnTo>
                  <a:lnTo>
                    <a:pt x="933511" y="471816"/>
                  </a:lnTo>
                  <a:lnTo>
                    <a:pt x="863963" y="467621"/>
                  </a:lnTo>
                  <a:lnTo>
                    <a:pt x="796193" y="462735"/>
                  </a:lnTo>
                  <a:lnTo>
                    <a:pt x="730321" y="457183"/>
                  </a:lnTo>
                  <a:lnTo>
                    <a:pt x="666471" y="450986"/>
                  </a:lnTo>
                  <a:lnTo>
                    <a:pt x="604764" y="444167"/>
                  </a:lnTo>
                  <a:lnTo>
                    <a:pt x="545324" y="436749"/>
                  </a:lnTo>
                  <a:lnTo>
                    <a:pt x="488271" y="428754"/>
                  </a:lnTo>
                  <a:lnTo>
                    <a:pt x="433729" y="420205"/>
                  </a:lnTo>
                  <a:lnTo>
                    <a:pt x="381820" y="411124"/>
                  </a:lnTo>
                  <a:lnTo>
                    <a:pt x="332666" y="401535"/>
                  </a:lnTo>
                  <a:lnTo>
                    <a:pt x="286390" y="391459"/>
                  </a:lnTo>
                  <a:lnTo>
                    <a:pt x="243112" y="380919"/>
                  </a:lnTo>
                  <a:lnTo>
                    <a:pt x="202957" y="369938"/>
                  </a:lnTo>
                  <a:lnTo>
                    <a:pt x="166045" y="358539"/>
                  </a:lnTo>
                  <a:lnTo>
                    <a:pt x="102444" y="334574"/>
                  </a:lnTo>
                  <a:lnTo>
                    <a:pt x="53286" y="309206"/>
                  </a:lnTo>
                  <a:lnTo>
                    <a:pt x="19549" y="282614"/>
                  </a:lnTo>
                  <a:lnTo>
                    <a:pt x="0" y="240830"/>
                  </a:lnTo>
                  <a:lnTo>
                    <a:pt x="2212" y="226679"/>
                  </a:lnTo>
                  <a:lnTo>
                    <a:pt x="34429" y="185608"/>
                  </a:lnTo>
                  <a:lnTo>
                    <a:pt x="75998" y="159606"/>
                  </a:lnTo>
                  <a:lnTo>
                    <a:pt x="132500" y="134917"/>
                  </a:lnTo>
                  <a:lnTo>
                    <a:pt x="202957" y="111721"/>
                  </a:lnTo>
                  <a:lnTo>
                    <a:pt x="243112" y="100741"/>
                  </a:lnTo>
                  <a:lnTo>
                    <a:pt x="286390" y="90201"/>
                  </a:lnTo>
                  <a:lnTo>
                    <a:pt x="332666" y="80125"/>
                  </a:lnTo>
                  <a:lnTo>
                    <a:pt x="381820" y="70535"/>
                  </a:lnTo>
                  <a:lnTo>
                    <a:pt x="433729" y="61455"/>
                  </a:lnTo>
                  <a:lnTo>
                    <a:pt x="488271" y="52906"/>
                  </a:lnTo>
                  <a:lnTo>
                    <a:pt x="545324" y="44911"/>
                  </a:lnTo>
                  <a:lnTo>
                    <a:pt x="604764" y="37493"/>
                  </a:lnTo>
                  <a:lnTo>
                    <a:pt x="666471" y="30674"/>
                  </a:lnTo>
                  <a:lnTo>
                    <a:pt x="730321" y="24477"/>
                  </a:lnTo>
                  <a:lnTo>
                    <a:pt x="796193" y="18924"/>
                  </a:lnTo>
                  <a:lnTo>
                    <a:pt x="863963" y="14039"/>
                  </a:lnTo>
                  <a:lnTo>
                    <a:pt x="933511" y="9843"/>
                  </a:lnTo>
                  <a:lnTo>
                    <a:pt x="1004714" y="6360"/>
                  </a:lnTo>
                  <a:lnTo>
                    <a:pt x="1077448" y="3611"/>
                  </a:lnTo>
                  <a:lnTo>
                    <a:pt x="1151593" y="1620"/>
                  </a:lnTo>
                  <a:lnTo>
                    <a:pt x="1227026" y="408"/>
                  </a:lnTo>
                  <a:lnTo>
                    <a:pt x="1303625" y="0"/>
                  </a:lnTo>
                  <a:lnTo>
                    <a:pt x="1380222" y="408"/>
                  </a:lnTo>
                  <a:lnTo>
                    <a:pt x="1455654" y="1620"/>
                  </a:lnTo>
                  <a:lnTo>
                    <a:pt x="1529798" y="3611"/>
                  </a:lnTo>
                  <a:lnTo>
                    <a:pt x="1602533" y="6360"/>
                  </a:lnTo>
                  <a:lnTo>
                    <a:pt x="1673734" y="9843"/>
                  </a:lnTo>
                  <a:lnTo>
                    <a:pt x="1743282" y="14039"/>
                  </a:lnTo>
                  <a:lnTo>
                    <a:pt x="1811053" y="18924"/>
                  </a:lnTo>
                  <a:lnTo>
                    <a:pt x="1876924" y="24477"/>
                  </a:lnTo>
                  <a:lnTo>
                    <a:pt x="1940774" y="30674"/>
                  </a:lnTo>
                  <a:lnTo>
                    <a:pt x="2002481" y="37493"/>
                  </a:lnTo>
                  <a:lnTo>
                    <a:pt x="2061921" y="44911"/>
                  </a:lnTo>
                  <a:lnTo>
                    <a:pt x="2118974" y="52906"/>
                  </a:lnTo>
                  <a:lnTo>
                    <a:pt x="2173516" y="61455"/>
                  </a:lnTo>
                  <a:lnTo>
                    <a:pt x="2225425" y="70535"/>
                  </a:lnTo>
                  <a:lnTo>
                    <a:pt x="2274580" y="80125"/>
                  </a:lnTo>
                  <a:lnTo>
                    <a:pt x="2320857" y="90201"/>
                  </a:lnTo>
                  <a:lnTo>
                    <a:pt x="2364134" y="100741"/>
                  </a:lnTo>
                  <a:lnTo>
                    <a:pt x="2404290" y="111721"/>
                  </a:lnTo>
                  <a:lnTo>
                    <a:pt x="2441202" y="123121"/>
                  </a:lnTo>
                  <a:lnTo>
                    <a:pt x="2504804" y="147086"/>
                  </a:lnTo>
                  <a:lnTo>
                    <a:pt x="2553963" y="172454"/>
                  </a:lnTo>
                  <a:lnTo>
                    <a:pt x="2587700" y="199045"/>
                  </a:lnTo>
                  <a:lnTo>
                    <a:pt x="2607250" y="24083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6062876" y="3691170"/>
              <a:ext cx="2607310" cy="1993900"/>
            </a:xfrm>
            <a:custGeom>
              <a:avLst/>
              <a:gdLst/>
              <a:ahLst/>
              <a:cxnLst/>
              <a:rect l="l" t="t" r="r" b="b"/>
              <a:pathLst>
                <a:path w="2607309" h="1993900">
                  <a:moveTo>
                    <a:pt x="2607250" y="0"/>
                  </a:moveTo>
                  <a:lnTo>
                    <a:pt x="0" y="0"/>
                  </a:lnTo>
                  <a:lnTo>
                    <a:pt x="0" y="1993897"/>
                  </a:lnTo>
                  <a:lnTo>
                    <a:pt x="1303625" y="1770019"/>
                  </a:lnTo>
                  <a:lnTo>
                    <a:pt x="2607250" y="1993897"/>
                  </a:lnTo>
                  <a:lnTo>
                    <a:pt x="26072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6062876" y="3691170"/>
              <a:ext cx="2607310" cy="1993900"/>
            </a:xfrm>
            <a:custGeom>
              <a:avLst/>
              <a:gdLst/>
              <a:ahLst/>
              <a:cxnLst/>
              <a:rect l="l" t="t" r="r" b="b"/>
              <a:pathLst>
                <a:path w="2607309" h="1993900">
                  <a:moveTo>
                    <a:pt x="2607250" y="1993897"/>
                  </a:moveTo>
                  <a:lnTo>
                    <a:pt x="1303625" y="1770019"/>
                  </a:lnTo>
                  <a:lnTo>
                    <a:pt x="0" y="1993897"/>
                  </a:lnTo>
                  <a:lnTo>
                    <a:pt x="0" y="0"/>
                  </a:lnTo>
                  <a:lnTo>
                    <a:pt x="2607250" y="0"/>
                  </a:lnTo>
                  <a:lnTo>
                    <a:pt x="2607250" y="1993897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6062876" y="3450337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4">
                  <a:moveTo>
                    <a:pt x="1303625" y="0"/>
                  </a:moveTo>
                  <a:lnTo>
                    <a:pt x="1227026" y="408"/>
                  </a:lnTo>
                  <a:lnTo>
                    <a:pt x="1151593" y="1620"/>
                  </a:lnTo>
                  <a:lnTo>
                    <a:pt x="1077448" y="3611"/>
                  </a:lnTo>
                  <a:lnTo>
                    <a:pt x="1004714" y="6360"/>
                  </a:lnTo>
                  <a:lnTo>
                    <a:pt x="933511" y="9843"/>
                  </a:lnTo>
                  <a:lnTo>
                    <a:pt x="863963" y="14039"/>
                  </a:lnTo>
                  <a:lnTo>
                    <a:pt x="796193" y="18924"/>
                  </a:lnTo>
                  <a:lnTo>
                    <a:pt x="730321" y="24477"/>
                  </a:lnTo>
                  <a:lnTo>
                    <a:pt x="666471" y="30674"/>
                  </a:lnTo>
                  <a:lnTo>
                    <a:pt x="604764" y="37493"/>
                  </a:lnTo>
                  <a:lnTo>
                    <a:pt x="545324" y="44911"/>
                  </a:lnTo>
                  <a:lnTo>
                    <a:pt x="488271" y="52906"/>
                  </a:lnTo>
                  <a:lnTo>
                    <a:pt x="433729" y="61455"/>
                  </a:lnTo>
                  <a:lnTo>
                    <a:pt x="381820" y="70535"/>
                  </a:lnTo>
                  <a:lnTo>
                    <a:pt x="332666" y="80125"/>
                  </a:lnTo>
                  <a:lnTo>
                    <a:pt x="286390" y="90201"/>
                  </a:lnTo>
                  <a:lnTo>
                    <a:pt x="243112" y="100741"/>
                  </a:lnTo>
                  <a:lnTo>
                    <a:pt x="202957" y="111721"/>
                  </a:lnTo>
                  <a:lnTo>
                    <a:pt x="166045" y="123121"/>
                  </a:lnTo>
                  <a:lnTo>
                    <a:pt x="102444" y="147086"/>
                  </a:lnTo>
                  <a:lnTo>
                    <a:pt x="53286" y="172454"/>
                  </a:lnTo>
                  <a:lnTo>
                    <a:pt x="19549" y="199045"/>
                  </a:lnTo>
                  <a:lnTo>
                    <a:pt x="0" y="240830"/>
                  </a:lnTo>
                  <a:lnTo>
                    <a:pt x="2212" y="254981"/>
                  </a:lnTo>
                  <a:lnTo>
                    <a:pt x="34429" y="296052"/>
                  </a:lnTo>
                  <a:lnTo>
                    <a:pt x="75998" y="322054"/>
                  </a:lnTo>
                  <a:lnTo>
                    <a:pt x="132500" y="346743"/>
                  </a:lnTo>
                  <a:lnTo>
                    <a:pt x="202957" y="369938"/>
                  </a:lnTo>
                  <a:lnTo>
                    <a:pt x="243112" y="380919"/>
                  </a:lnTo>
                  <a:lnTo>
                    <a:pt x="286390" y="391459"/>
                  </a:lnTo>
                  <a:lnTo>
                    <a:pt x="332666" y="401535"/>
                  </a:lnTo>
                  <a:lnTo>
                    <a:pt x="381820" y="411124"/>
                  </a:lnTo>
                  <a:lnTo>
                    <a:pt x="433729" y="420205"/>
                  </a:lnTo>
                  <a:lnTo>
                    <a:pt x="488271" y="428754"/>
                  </a:lnTo>
                  <a:lnTo>
                    <a:pt x="545324" y="436749"/>
                  </a:lnTo>
                  <a:lnTo>
                    <a:pt x="604764" y="444167"/>
                  </a:lnTo>
                  <a:lnTo>
                    <a:pt x="666471" y="450986"/>
                  </a:lnTo>
                  <a:lnTo>
                    <a:pt x="730321" y="457183"/>
                  </a:lnTo>
                  <a:lnTo>
                    <a:pt x="796193" y="462735"/>
                  </a:lnTo>
                  <a:lnTo>
                    <a:pt x="863963" y="467621"/>
                  </a:lnTo>
                  <a:lnTo>
                    <a:pt x="933511" y="471816"/>
                  </a:lnTo>
                  <a:lnTo>
                    <a:pt x="1004714" y="475300"/>
                  </a:lnTo>
                  <a:lnTo>
                    <a:pt x="1077448" y="478049"/>
                  </a:lnTo>
                  <a:lnTo>
                    <a:pt x="1151593" y="480040"/>
                  </a:lnTo>
                  <a:lnTo>
                    <a:pt x="1227026" y="481251"/>
                  </a:lnTo>
                  <a:lnTo>
                    <a:pt x="1303625" y="481660"/>
                  </a:lnTo>
                  <a:lnTo>
                    <a:pt x="1380222" y="481251"/>
                  </a:lnTo>
                  <a:lnTo>
                    <a:pt x="1455654" y="480040"/>
                  </a:lnTo>
                  <a:lnTo>
                    <a:pt x="1529798" y="478049"/>
                  </a:lnTo>
                  <a:lnTo>
                    <a:pt x="1602533" y="475300"/>
                  </a:lnTo>
                  <a:lnTo>
                    <a:pt x="1673734" y="471816"/>
                  </a:lnTo>
                  <a:lnTo>
                    <a:pt x="1743282" y="467621"/>
                  </a:lnTo>
                  <a:lnTo>
                    <a:pt x="1811053" y="462735"/>
                  </a:lnTo>
                  <a:lnTo>
                    <a:pt x="1876924" y="457183"/>
                  </a:lnTo>
                  <a:lnTo>
                    <a:pt x="1940774" y="450986"/>
                  </a:lnTo>
                  <a:lnTo>
                    <a:pt x="2002481" y="444167"/>
                  </a:lnTo>
                  <a:lnTo>
                    <a:pt x="2061921" y="436749"/>
                  </a:lnTo>
                  <a:lnTo>
                    <a:pt x="2118974" y="428754"/>
                  </a:lnTo>
                  <a:lnTo>
                    <a:pt x="2173516" y="420205"/>
                  </a:lnTo>
                  <a:lnTo>
                    <a:pt x="2225425" y="411124"/>
                  </a:lnTo>
                  <a:lnTo>
                    <a:pt x="2274580" y="401535"/>
                  </a:lnTo>
                  <a:lnTo>
                    <a:pt x="2320857" y="391459"/>
                  </a:lnTo>
                  <a:lnTo>
                    <a:pt x="2364134" y="380919"/>
                  </a:lnTo>
                  <a:lnTo>
                    <a:pt x="2404290" y="369938"/>
                  </a:lnTo>
                  <a:lnTo>
                    <a:pt x="2441202" y="358539"/>
                  </a:lnTo>
                  <a:lnTo>
                    <a:pt x="2504804" y="334574"/>
                  </a:lnTo>
                  <a:lnTo>
                    <a:pt x="2553963" y="309206"/>
                  </a:lnTo>
                  <a:lnTo>
                    <a:pt x="2587700" y="282614"/>
                  </a:lnTo>
                  <a:lnTo>
                    <a:pt x="2607250" y="240830"/>
                  </a:lnTo>
                  <a:lnTo>
                    <a:pt x="2605037" y="226679"/>
                  </a:lnTo>
                  <a:lnTo>
                    <a:pt x="2572820" y="185608"/>
                  </a:lnTo>
                  <a:lnTo>
                    <a:pt x="2531250" y="159606"/>
                  </a:lnTo>
                  <a:lnTo>
                    <a:pt x="2474747" y="134917"/>
                  </a:lnTo>
                  <a:lnTo>
                    <a:pt x="2404290" y="111721"/>
                  </a:lnTo>
                  <a:lnTo>
                    <a:pt x="2364134" y="100741"/>
                  </a:lnTo>
                  <a:lnTo>
                    <a:pt x="2320857" y="90201"/>
                  </a:lnTo>
                  <a:lnTo>
                    <a:pt x="2274580" y="80125"/>
                  </a:lnTo>
                  <a:lnTo>
                    <a:pt x="2225425" y="70535"/>
                  </a:lnTo>
                  <a:lnTo>
                    <a:pt x="2173516" y="61455"/>
                  </a:lnTo>
                  <a:lnTo>
                    <a:pt x="2118974" y="52906"/>
                  </a:lnTo>
                  <a:lnTo>
                    <a:pt x="2061921" y="44911"/>
                  </a:lnTo>
                  <a:lnTo>
                    <a:pt x="2002481" y="37493"/>
                  </a:lnTo>
                  <a:lnTo>
                    <a:pt x="1940774" y="30674"/>
                  </a:lnTo>
                  <a:lnTo>
                    <a:pt x="1876924" y="24477"/>
                  </a:lnTo>
                  <a:lnTo>
                    <a:pt x="1811053" y="18924"/>
                  </a:lnTo>
                  <a:lnTo>
                    <a:pt x="1743282" y="14039"/>
                  </a:lnTo>
                  <a:lnTo>
                    <a:pt x="1673734" y="9843"/>
                  </a:lnTo>
                  <a:lnTo>
                    <a:pt x="1602533" y="6360"/>
                  </a:lnTo>
                  <a:lnTo>
                    <a:pt x="1529798" y="3611"/>
                  </a:lnTo>
                  <a:lnTo>
                    <a:pt x="1455654" y="1620"/>
                  </a:lnTo>
                  <a:lnTo>
                    <a:pt x="1380222" y="408"/>
                  </a:lnTo>
                  <a:lnTo>
                    <a:pt x="130362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6062876" y="3450337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4">
                  <a:moveTo>
                    <a:pt x="2607250" y="240830"/>
                  </a:moveTo>
                  <a:lnTo>
                    <a:pt x="2587700" y="282614"/>
                  </a:lnTo>
                  <a:lnTo>
                    <a:pt x="2553963" y="309206"/>
                  </a:lnTo>
                  <a:lnTo>
                    <a:pt x="2504804" y="334574"/>
                  </a:lnTo>
                  <a:lnTo>
                    <a:pt x="2441202" y="358539"/>
                  </a:lnTo>
                  <a:lnTo>
                    <a:pt x="2404290" y="369938"/>
                  </a:lnTo>
                  <a:lnTo>
                    <a:pt x="2364134" y="380919"/>
                  </a:lnTo>
                  <a:lnTo>
                    <a:pt x="2320857" y="391459"/>
                  </a:lnTo>
                  <a:lnTo>
                    <a:pt x="2274580" y="401535"/>
                  </a:lnTo>
                  <a:lnTo>
                    <a:pt x="2225425" y="411124"/>
                  </a:lnTo>
                  <a:lnTo>
                    <a:pt x="2173516" y="420205"/>
                  </a:lnTo>
                  <a:lnTo>
                    <a:pt x="2118974" y="428754"/>
                  </a:lnTo>
                  <a:lnTo>
                    <a:pt x="2061921" y="436749"/>
                  </a:lnTo>
                  <a:lnTo>
                    <a:pt x="2002481" y="444167"/>
                  </a:lnTo>
                  <a:lnTo>
                    <a:pt x="1940774" y="450986"/>
                  </a:lnTo>
                  <a:lnTo>
                    <a:pt x="1876924" y="457183"/>
                  </a:lnTo>
                  <a:lnTo>
                    <a:pt x="1811053" y="462735"/>
                  </a:lnTo>
                  <a:lnTo>
                    <a:pt x="1743282" y="467621"/>
                  </a:lnTo>
                  <a:lnTo>
                    <a:pt x="1673734" y="471816"/>
                  </a:lnTo>
                  <a:lnTo>
                    <a:pt x="1602533" y="475300"/>
                  </a:lnTo>
                  <a:lnTo>
                    <a:pt x="1529798" y="478049"/>
                  </a:lnTo>
                  <a:lnTo>
                    <a:pt x="1455654" y="480040"/>
                  </a:lnTo>
                  <a:lnTo>
                    <a:pt x="1380222" y="481251"/>
                  </a:lnTo>
                  <a:lnTo>
                    <a:pt x="1303625" y="481660"/>
                  </a:lnTo>
                  <a:lnTo>
                    <a:pt x="1227026" y="481251"/>
                  </a:lnTo>
                  <a:lnTo>
                    <a:pt x="1151593" y="480040"/>
                  </a:lnTo>
                  <a:lnTo>
                    <a:pt x="1077448" y="478049"/>
                  </a:lnTo>
                  <a:lnTo>
                    <a:pt x="1004714" y="475300"/>
                  </a:lnTo>
                  <a:lnTo>
                    <a:pt x="933511" y="471816"/>
                  </a:lnTo>
                  <a:lnTo>
                    <a:pt x="863963" y="467621"/>
                  </a:lnTo>
                  <a:lnTo>
                    <a:pt x="796193" y="462735"/>
                  </a:lnTo>
                  <a:lnTo>
                    <a:pt x="730321" y="457183"/>
                  </a:lnTo>
                  <a:lnTo>
                    <a:pt x="666471" y="450986"/>
                  </a:lnTo>
                  <a:lnTo>
                    <a:pt x="604764" y="444167"/>
                  </a:lnTo>
                  <a:lnTo>
                    <a:pt x="545324" y="436749"/>
                  </a:lnTo>
                  <a:lnTo>
                    <a:pt x="488271" y="428754"/>
                  </a:lnTo>
                  <a:lnTo>
                    <a:pt x="433729" y="420205"/>
                  </a:lnTo>
                  <a:lnTo>
                    <a:pt x="381820" y="411124"/>
                  </a:lnTo>
                  <a:lnTo>
                    <a:pt x="332666" y="401535"/>
                  </a:lnTo>
                  <a:lnTo>
                    <a:pt x="286390" y="391459"/>
                  </a:lnTo>
                  <a:lnTo>
                    <a:pt x="243112" y="380919"/>
                  </a:lnTo>
                  <a:lnTo>
                    <a:pt x="202957" y="369938"/>
                  </a:lnTo>
                  <a:lnTo>
                    <a:pt x="166045" y="358539"/>
                  </a:lnTo>
                  <a:lnTo>
                    <a:pt x="102444" y="334574"/>
                  </a:lnTo>
                  <a:lnTo>
                    <a:pt x="53286" y="309206"/>
                  </a:lnTo>
                  <a:lnTo>
                    <a:pt x="19549" y="282614"/>
                  </a:lnTo>
                  <a:lnTo>
                    <a:pt x="0" y="240830"/>
                  </a:lnTo>
                  <a:lnTo>
                    <a:pt x="2212" y="226679"/>
                  </a:lnTo>
                  <a:lnTo>
                    <a:pt x="34429" y="185608"/>
                  </a:lnTo>
                  <a:lnTo>
                    <a:pt x="75998" y="159606"/>
                  </a:lnTo>
                  <a:lnTo>
                    <a:pt x="132500" y="134917"/>
                  </a:lnTo>
                  <a:lnTo>
                    <a:pt x="202957" y="111721"/>
                  </a:lnTo>
                  <a:lnTo>
                    <a:pt x="243112" y="100741"/>
                  </a:lnTo>
                  <a:lnTo>
                    <a:pt x="286390" y="90201"/>
                  </a:lnTo>
                  <a:lnTo>
                    <a:pt x="332666" y="80125"/>
                  </a:lnTo>
                  <a:lnTo>
                    <a:pt x="381820" y="70535"/>
                  </a:lnTo>
                  <a:lnTo>
                    <a:pt x="433729" y="61455"/>
                  </a:lnTo>
                  <a:lnTo>
                    <a:pt x="488271" y="52906"/>
                  </a:lnTo>
                  <a:lnTo>
                    <a:pt x="545324" y="44911"/>
                  </a:lnTo>
                  <a:lnTo>
                    <a:pt x="604764" y="37493"/>
                  </a:lnTo>
                  <a:lnTo>
                    <a:pt x="666471" y="30674"/>
                  </a:lnTo>
                  <a:lnTo>
                    <a:pt x="730321" y="24477"/>
                  </a:lnTo>
                  <a:lnTo>
                    <a:pt x="796193" y="18924"/>
                  </a:lnTo>
                  <a:lnTo>
                    <a:pt x="863963" y="14039"/>
                  </a:lnTo>
                  <a:lnTo>
                    <a:pt x="933511" y="9843"/>
                  </a:lnTo>
                  <a:lnTo>
                    <a:pt x="1004714" y="6360"/>
                  </a:lnTo>
                  <a:lnTo>
                    <a:pt x="1077448" y="3611"/>
                  </a:lnTo>
                  <a:lnTo>
                    <a:pt x="1151593" y="1620"/>
                  </a:lnTo>
                  <a:lnTo>
                    <a:pt x="1227026" y="408"/>
                  </a:lnTo>
                  <a:lnTo>
                    <a:pt x="1303625" y="0"/>
                  </a:lnTo>
                  <a:lnTo>
                    <a:pt x="1380222" y="408"/>
                  </a:lnTo>
                  <a:lnTo>
                    <a:pt x="1455654" y="1620"/>
                  </a:lnTo>
                  <a:lnTo>
                    <a:pt x="1529798" y="3611"/>
                  </a:lnTo>
                  <a:lnTo>
                    <a:pt x="1602533" y="6360"/>
                  </a:lnTo>
                  <a:lnTo>
                    <a:pt x="1673734" y="9843"/>
                  </a:lnTo>
                  <a:lnTo>
                    <a:pt x="1743282" y="14039"/>
                  </a:lnTo>
                  <a:lnTo>
                    <a:pt x="1811053" y="18924"/>
                  </a:lnTo>
                  <a:lnTo>
                    <a:pt x="1876924" y="24477"/>
                  </a:lnTo>
                  <a:lnTo>
                    <a:pt x="1940774" y="30674"/>
                  </a:lnTo>
                  <a:lnTo>
                    <a:pt x="2002481" y="37493"/>
                  </a:lnTo>
                  <a:lnTo>
                    <a:pt x="2061921" y="44911"/>
                  </a:lnTo>
                  <a:lnTo>
                    <a:pt x="2118974" y="52906"/>
                  </a:lnTo>
                  <a:lnTo>
                    <a:pt x="2173516" y="61455"/>
                  </a:lnTo>
                  <a:lnTo>
                    <a:pt x="2225425" y="70535"/>
                  </a:lnTo>
                  <a:lnTo>
                    <a:pt x="2274580" y="80125"/>
                  </a:lnTo>
                  <a:lnTo>
                    <a:pt x="2320857" y="90201"/>
                  </a:lnTo>
                  <a:lnTo>
                    <a:pt x="2364134" y="100741"/>
                  </a:lnTo>
                  <a:lnTo>
                    <a:pt x="2404290" y="111721"/>
                  </a:lnTo>
                  <a:lnTo>
                    <a:pt x="2441202" y="123121"/>
                  </a:lnTo>
                  <a:lnTo>
                    <a:pt x="2504804" y="147086"/>
                  </a:lnTo>
                  <a:lnTo>
                    <a:pt x="2553963" y="172454"/>
                  </a:lnTo>
                  <a:lnTo>
                    <a:pt x="2587700" y="199045"/>
                  </a:lnTo>
                  <a:lnTo>
                    <a:pt x="2607250" y="24083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16073352" y="5397919"/>
              <a:ext cx="2586355" cy="293370"/>
            </a:xfrm>
            <a:custGeom>
              <a:avLst/>
              <a:gdLst/>
              <a:ahLst/>
              <a:cxnLst/>
              <a:rect l="l" t="t" r="r" b="b"/>
              <a:pathLst>
                <a:path w="2586355" h="293370">
                  <a:moveTo>
                    <a:pt x="2586308" y="0"/>
                  </a:moveTo>
                  <a:lnTo>
                    <a:pt x="0" y="0"/>
                  </a:lnTo>
                  <a:lnTo>
                    <a:pt x="0" y="293184"/>
                  </a:lnTo>
                  <a:lnTo>
                    <a:pt x="2586308" y="293184"/>
                  </a:lnTo>
                  <a:lnTo>
                    <a:pt x="2586308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6614160" y="4594213"/>
            <a:ext cx="1544095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Vector</a:t>
            </a:r>
            <a:r>
              <a:rPr sz="20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Store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347257" y="4774743"/>
            <a:ext cx="10328275" cy="2550160"/>
            <a:chOff x="8347257" y="4774743"/>
            <a:chExt cx="10328275" cy="2550160"/>
          </a:xfrm>
        </p:grpSpPr>
        <p:sp>
          <p:nvSpPr>
            <p:cNvPr id="45" name="object 45"/>
            <p:cNvSpPr/>
            <p:nvPr/>
          </p:nvSpPr>
          <p:spPr>
            <a:xfrm>
              <a:off x="16062876" y="7020912"/>
              <a:ext cx="2607310" cy="298450"/>
            </a:xfrm>
            <a:custGeom>
              <a:avLst/>
              <a:gdLst/>
              <a:ahLst/>
              <a:cxnLst/>
              <a:rect l="l" t="t" r="r" b="b"/>
              <a:pathLst>
                <a:path w="2607309" h="298450">
                  <a:moveTo>
                    <a:pt x="2607250" y="0"/>
                  </a:moveTo>
                  <a:lnTo>
                    <a:pt x="0" y="0"/>
                  </a:lnTo>
                  <a:lnTo>
                    <a:pt x="0" y="298415"/>
                  </a:lnTo>
                  <a:lnTo>
                    <a:pt x="2607250" y="298415"/>
                  </a:lnTo>
                  <a:lnTo>
                    <a:pt x="26072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16062876" y="7020912"/>
              <a:ext cx="2607310" cy="298450"/>
            </a:xfrm>
            <a:custGeom>
              <a:avLst/>
              <a:gdLst/>
              <a:ahLst/>
              <a:cxnLst/>
              <a:rect l="l" t="t" r="r" b="b"/>
              <a:pathLst>
                <a:path w="2607309" h="298450">
                  <a:moveTo>
                    <a:pt x="0" y="298415"/>
                  </a:moveTo>
                  <a:lnTo>
                    <a:pt x="0" y="0"/>
                  </a:lnTo>
                  <a:lnTo>
                    <a:pt x="2607250" y="0"/>
                  </a:lnTo>
                  <a:lnTo>
                    <a:pt x="2607250" y="298415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6062876" y="6780080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5">
                  <a:moveTo>
                    <a:pt x="1303625" y="0"/>
                  </a:moveTo>
                  <a:lnTo>
                    <a:pt x="1227026" y="408"/>
                  </a:lnTo>
                  <a:lnTo>
                    <a:pt x="1151593" y="1620"/>
                  </a:lnTo>
                  <a:lnTo>
                    <a:pt x="1077448" y="3611"/>
                  </a:lnTo>
                  <a:lnTo>
                    <a:pt x="1004714" y="6360"/>
                  </a:lnTo>
                  <a:lnTo>
                    <a:pt x="933511" y="9843"/>
                  </a:lnTo>
                  <a:lnTo>
                    <a:pt x="863963" y="14039"/>
                  </a:lnTo>
                  <a:lnTo>
                    <a:pt x="796193" y="18924"/>
                  </a:lnTo>
                  <a:lnTo>
                    <a:pt x="730321" y="24477"/>
                  </a:lnTo>
                  <a:lnTo>
                    <a:pt x="666471" y="30674"/>
                  </a:lnTo>
                  <a:lnTo>
                    <a:pt x="604764" y="37493"/>
                  </a:lnTo>
                  <a:lnTo>
                    <a:pt x="545324" y="44911"/>
                  </a:lnTo>
                  <a:lnTo>
                    <a:pt x="488271" y="52906"/>
                  </a:lnTo>
                  <a:lnTo>
                    <a:pt x="433729" y="61455"/>
                  </a:lnTo>
                  <a:lnTo>
                    <a:pt x="381820" y="70535"/>
                  </a:lnTo>
                  <a:lnTo>
                    <a:pt x="332666" y="80125"/>
                  </a:lnTo>
                  <a:lnTo>
                    <a:pt x="286390" y="90201"/>
                  </a:lnTo>
                  <a:lnTo>
                    <a:pt x="243112" y="100741"/>
                  </a:lnTo>
                  <a:lnTo>
                    <a:pt x="202957" y="111721"/>
                  </a:lnTo>
                  <a:lnTo>
                    <a:pt x="166045" y="123121"/>
                  </a:lnTo>
                  <a:lnTo>
                    <a:pt x="102444" y="147086"/>
                  </a:lnTo>
                  <a:lnTo>
                    <a:pt x="53286" y="172454"/>
                  </a:lnTo>
                  <a:lnTo>
                    <a:pt x="19549" y="199045"/>
                  </a:lnTo>
                  <a:lnTo>
                    <a:pt x="0" y="240830"/>
                  </a:lnTo>
                  <a:lnTo>
                    <a:pt x="2212" y="254981"/>
                  </a:lnTo>
                  <a:lnTo>
                    <a:pt x="34429" y="296052"/>
                  </a:lnTo>
                  <a:lnTo>
                    <a:pt x="75998" y="322054"/>
                  </a:lnTo>
                  <a:lnTo>
                    <a:pt x="132500" y="346743"/>
                  </a:lnTo>
                  <a:lnTo>
                    <a:pt x="202957" y="369938"/>
                  </a:lnTo>
                  <a:lnTo>
                    <a:pt x="243112" y="380919"/>
                  </a:lnTo>
                  <a:lnTo>
                    <a:pt x="286390" y="391459"/>
                  </a:lnTo>
                  <a:lnTo>
                    <a:pt x="332666" y="401535"/>
                  </a:lnTo>
                  <a:lnTo>
                    <a:pt x="381820" y="411124"/>
                  </a:lnTo>
                  <a:lnTo>
                    <a:pt x="433729" y="420205"/>
                  </a:lnTo>
                  <a:lnTo>
                    <a:pt x="488271" y="428754"/>
                  </a:lnTo>
                  <a:lnTo>
                    <a:pt x="545324" y="436749"/>
                  </a:lnTo>
                  <a:lnTo>
                    <a:pt x="604764" y="444167"/>
                  </a:lnTo>
                  <a:lnTo>
                    <a:pt x="666471" y="450986"/>
                  </a:lnTo>
                  <a:lnTo>
                    <a:pt x="730321" y="457183"/>
                  </a:lnTo>
                  <a:lnTo>
                    <a:pt x="796193" y="462735"/>
                  </a:lnTo>
                  <a:lnTo>
                    <a:pt x="863963" y="467621"/>
                  </a:lnTo>
                  <a:lnTo>
                    <a:pt x="933511" y="471816"/>
                  </a:lnTo>
                  <a:lnTo>
                    <a:pt x="1004714" y="475300"/>
                  </a:lnTo>
                  <a:lnTo>
                    <a:pt x="1077448" y="478049"/>
                  </a:lnTo>
                  <a:lnTo>
                    <a:pt x="1151593" y="480040"/>
                  </a:lnTo>
                  <a:lnTo>
                    <a:pt x="1227026" y="481251"/>
                  </a:lnTo>
                  <a:lnTo>
                    <a:pt x="1303625" y="481660"/>
                  </a:lnTo>
                  <a:lnTo>
                    <a:pt x="1380222" y="481251"/>
                  </a:lnTo>
                  <a:lnTo>
                    <a:pt x="1455654" y="480040"/>
                  </a:lnTo>
                  <a:lnTo>
                    <a:pt x="1529798" y="478049"/>
                  </a:lnTo>
                  <a:lnTo>
                    <a:pt x="1602533" y="475300"/>
                  </a:lnTo>
                  <a:lnTo>
                    <a:pt x="1673734" y="471816"/>
                  </a:lnTo>
                  <a:lnTo>
                    <a:pt x="1743282" y="467621"/>
                  </a:lnTo>
                  <a:lnTo>
                    <a:pt x="1811053" y="462735"/>
                  </a:lnTo>
                  <a:lnTo>
                    <a:pt x="1876924" y="457183"/>
                  </a:lnTo>
                  <a:lnTo>
                    <a:pt x="1940774" y="450986"/>
                  </a:lnTo>
                  <a:lnTo>
                    <a:pt x="2002481" y="444167"/>
                  </a:lnTo>
                  <a:lnTo>
                    <a:pt x="2061921" y="436749"/>
                  </a:lnTo>
                  <a:lnTo>
                    <a:pt x="2118974" y="428754"/>
                  </a:lnTo>
                  <a:lnTo>
                    <a:pt x="2173516" y="420205"/>
                  </a:lnTo>
                  <a:lnTo>
                    <a:pt x="2225425" y="411124"/>
                  </a:lnTo>
                  <a:lnTo>
                    <a:pt x="2274580" y="401535"/>
                  </a:lnTo>
                  <a:lnTo>
                    <a:pt x="2320857" y="391459"/>
                  </a:lnTo>
                  <a:lnTo>
                    <a:pt x="2364134" y="380919"/>
                  </a:lnTo>
                  <a:lnTo>
                    <a:pt x="2404290" y="369938"/>
                  </a:lnTo>
                  <a:lnTo>
                    <a:pt x="2441202" y="358539"/>
                  </a:lnTo>
                  <a:lnTo>
                    <a:pt x="2504804" y="334574"/>
                  </a:lnTo>
                  <a:lnTo>
                    <a:pt x="2553963" y="309206"/>
                  </a:lnTo>
                  <a:lnTo>
                    <a:pt x="2587700" y="282614"/>
                  </a:lnTo>
                  <a:lnTo>
                    <a:pt x="2607250" y="240830"/>
                  </a:lnTo>
                  <a:lnTo>
                    <a:pt x="2605037" y="226679"/>
                  </a:lnTo>
                  <a:lnTo>
                    <a:pt x="2572820" y="185608"/>
                  </a:lnTo>
                  <a:lnTo>
                    <a:pt x="2531250" y="159606"/>
                  </a:lnTo>
                  <a:lnTo>
                    <a:pt x="2474747" y="134917"/>
                  </a:lnTo>
                  <a:lnTo>
                    <a:pt x="2404290" y="111721"/>
                  </a:lnTo>
                  <a:lnTo>
                    <a:pt x="2364134" y="100741"/>
                  </a:lnTo>
                  <a:lnTo>
                    <a:pt x="2320857" y="90201"/>
                  </a:lnTo>
                  <a:lnTo>
                    <a:pt x="2274580" y="80125"/>
                  </a:lnTo>
                  <a:lnTo>
                    <a:pt x="2225425" y="70535"/>
                  </a:lnTo>
                  <a:lnTo>
                    <a:pt x="2173516" y="61455"/>
                  </a:lnTo>
                  <a:lnTo>
                    <a:pt x="2118974" y="52906"/>
                  </a:lnTo>
                  <a:lnTo>
                    <a:pt x="2061921" y="44911"/>
                  </a:lnTo>
                  <a:lnTo>
                    <a:pt x="2002481" y="37493"/>
                  </a:lnTo>
                  <a:lnTo>
                    <a:pt x="1940774" y="30674"/>
                  </a:lnTo>
                  <a:lnTo>
                    <a:pt x="1876924" y="24477"/>
                  </a:lnTo>
                  <a:lnTo>
                    <a:pt x="1811053" y="18924"/>
                  </a:lnTo>
                  <a:lnTo>
                    <a:pt x="1743282" y="14039"/>
                  </a:lnTo>
                  <a:lnTo>
                    <a:pt x="1673734" y="9843"/>
                  </a:lnTo>
                  <a:lnTo>
                    <a:pt x="1602533" y="6360"/>
                  </a:lnTo>
                  <a:lnTo>
                    <a:pt x="1529798" y="3611"/>
                  </a:lnTo>
                  <a:lnTo>
                    <a:pt x="1455654" y="1620"/>
                  </a:lnTo>
                  <a:lnTo>
                    <a:pt x="1380222" y="408"/>
                  </a:lnTo>
                  <a:lnTo>
                    <a:pt x="130362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6062876" y="6780080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5">
                  <a:moveTo>
                    <a:pt x="2607250" y="240830"/>
                  </a:moveTo>
                  <a:lnTo>
                    <a:pt x="2587700" y="282614"/>
                  </a:lnTo>
                  <a:lnTo>
                    <a:pt x="2553963" y="309206"/>
                  </a:lnTo>
                  <a:lnTo>
                    <a:pt x="2504804" y="334574"/>
                  </a:lnTo>
                  <a:lnTo>
                    <a:pt x="2441202" y="358539"/>
                  </a:lnTo>
                  <a:lnTo>
                    <a:pt x="2404290" y="369938"/>
                  </a:lnTo>
                  <a:lnTo>
                    <a:pt x="2364134" y="380919"/>
                  </a:lnTo>
                  <a:lnTo>
                    <a:pt x="2320857" y="391459"/>
                  </a:lnTo>
                  <a:lnTo>
                    <a:pt x="2274580" y="401535"/>
                  </a:lnTo>
                  <a:lnTo>
                    <a:pt x="2225425" y="411124"/>
                  </a:lnTo>
                  <a:lnTo>
                    <a:pt x="2173516" y="420205"/>
                  </a:lnTo>
                  <a:lnTo>
                    <a:pt x="2118974" y="428754"/>
                  </a:lnTo>
                  <a:lnTo>
                    <a:pt x="2061921" y="436749"/>
                  </a:lnTo>
                  <a:lnTo>
                    <a:pt x="2002481" y="444167"/>
                  </a:lnTo>
                  <a:lnTo>
                    <a:pt x="1940774" y="450986"/>
                  </a:lnTo>
                  <a:lnTo>
                    <a:pt x="1876924" y="457183"/>
                  </a:lnTo>
                  <a:lnTo>
                    <a:pt x="1811053" y="462735"/>
                  </a:lnTo>
                  <a:lnTo>
                    <a:pt x="1743282" y="467621"/>
                  </a:lnTo>
                  <a:lnTo>
                    <a:pt x="1673734" y="471816"/>
                  </a:lnTo>
                  <a:lnTo>
                    <a:pt x="1602533" y="475300"/>
                  </a:lnTo>
                  <a:lnTo>
                    <a:pt x="1529798" y="478049"/>
                  </a:lnTo>
                  <a:lnTo>
                    <a:pt x="1455654" y="480040"/>
                  </a:lnTo>
                  <a:lnTo>
                    <a:pt x="1380222" y="481251"/>
                  </a:lnTo>
                  <a:lnTo>
                    <a:pt x="1303625" y="481660"/>
                  </a:lnTo>
                  <a:lnTo>
                    <a:pt x="1227026" y="481251"/>
                  </a:lnTo>
                  <a:lnTo>
                    <a:pt x="1151593" y="480040"/>
                  </a:lnTo>
                  <a:lnTo>
                    <a:pt x="1077448" y="478049"/>
                  </a:lnTo>
                  <a:lnTo>
                    <a:pt x="1004714" y="475300"/>
                  </a:lnTo>
                  <a:lnTo>
                    <a:pt x="933511" y="471816"/>
                  </a:lnTo>
                  <a:lnTo>
                    <a:pt x="863963" y="467621"/>
                  </a:lnTo>
                  <a:lnTo>
                    <a:pt x="796193" y="462735"/>
                  </a:lnTo>
                  <a:lnTo>
                    <a:pt x="730321" y="457183"/>
                  </a:lnTo>
                  <a:lnTo>
                    <a:pt x="666471" y="450986"/>
                  </a:lnTo>
                  <a:lnTo>
                    <a:pt x="604764" y="444167"/>
                  </a:lnTo>
                  <a:lnTo>
                    <a:pt x="545324" y="436749"/>
                  </a:lnTo>
                  <a:lnTo>
                    <a:pt x="488271" y="428754"/>
                  </a:lnTo>
                  <a:lnTo>
                    <a:pt x="433729" y="420205"/>
                  </a:lnTo>
                  <a:lnTo>
                    <a:pt x="381820" y="411124"/>
                  </a:lnTo>
                  <a:lnTo>
                    <a:pt x="332666" y="401535"/>
                  </a:lnTo>
                  <a:lnTo>
                    <a:pt x="286390" y="391459"/>
                  </a:lnTo>
                  <a:lnTo>
                    <a:pt x="243112" y="380919"/>
                  </a:lnTo>
                  <a:lnTo>
                    <a:pt x="202957" y="369938"/>
                  </a:lnTo>
                  <a:lnTo>
                    <a:pt x="166045" y="358539"/>
                  </a:lnTo>
                  <a:lnTo>
                    <a:pt x="102444" y="334574"/>
                  </a:lnTo>
                  <a:lnTo>
                    <a:pt x="53286" y="309206"/>
                  </a:lnTo>
                  <a:lnTo>
                    <a:pt x="19549" y="282614"/>
                  </a:lnTo>
                  <a:lnTo>
                    <a:pt x="0" y="240830"/>
                  </a:lnTo>
                  <a:lnTo>
                    <a:pt x="2212" y="226679"/>
                  </a:lnTo>
                  <a:lnTo>
                    <a:pt x="34429" y="185608"/>
                  </a:lnTo>
                  <a:lnTo>
                    <a:pt x="75998" y="159606"/>
                  </a:lnTo>
                  <a:lnTo>
                    <a:pt x="132500" y="134917"/>
                  </a:lnTo>
                  <a:lnTo>
                    <a:pt x="202957" y="111721"/>
                  </a:lnTo>
                  <a:lnTo>
                    <a:pt x="243112" y="100741"/>
                  </a:lnTo>
                  <a:lnTo>
                    <a:pt x="286390" y="90201"/>
                  </a:lnTo>
                  <a:lnTo>
                    <a:pt x="332666" y="80125"/>
                  </a:lnTo>
                  <a:lnTo>
                    <a:pt x="381820" y="70535"/>
                  </a:lnTo>
                  <a:lnTo>
                    <a:pt x="433729" y="61455"/>
                  </a:lnTo>
                  <a:lnTo>
                    <a:pt x="488271" y="52906"/>
                  </a:lnTo>
                  <a:lnTo>
                    <a:pt x="545324" y="44911"/>
                  </a:lnTo>
                  <a:lnTo>
                    <a:pt x="604764" y="37493"/>
                  </a:lnTo>
                  <a:lnTo>
                    <a:pt x="666471" y="30674"/>
                  </a:lnTo>
                  <a:lnTo>
                    <a:pt x="730321" y="24477"/>
                  </a:lnTo>
                  <a:lnTo>
                    <a:pt x="796193" y="18924"/>
                  </a:lnTo>
                  <a:lnTo>
                    <a:pt x="863963" y="14039"/>
                  </a:lnTo>
                  <a:lnTo>
                    <a:pt x="933511" y="9843"/>
                  </a:lnTo>
                  <a:lnTo>
                    <a:pt x="1004714" y="6360"/>
                  </a:lnTo>
                  <a:lnTo>
                    <a:pt x="1077448" y="3611"/>
                  </a:lnTo>
                  <a:lnTo>
                    <a:pt x="1151593" y="1620"/>
                  </a:lnTo>
                  <a:lnTo>
                    <a:pt x="1227026" y="408"/>
                  </a:lnTo>
                  <a:lnTo>
                    <a:pt x="1303625" y="0"/>
                  </a:lnTo>
                  <a:lnTo>
                    <a:pt x="1380222" y="408"/>
                  </a:lnTo>
                  <a:lnTo>
                    <a:pt x="1455654" y="1620"/>
                  </a:lnTo>
                  <a:lnTo>
                    <a:pt x="1529798" y="3611"/>
                  </a:lnTo>
                  <a:lnTo>
                    <a:pt x="1602533" y="6360"/>
                  </a:lnTo>
                  <a:lnTo>
                    <a:pt x="1673734" y="9843"/>
                  </a:lnTo>
                  <a:lnTo>
                    <a:pt x="1743282" y="14039"/>
                  </a:lnTo>
                  <a:lnTo>
                    <a:pt x="1811053" y="18924"/>
                  </a:lnTo>
                  <a:lnTo>
                    <a:pt x="1876924" y="24477"/>
                  </a:lnTo>
                  <a:lnTo>
                    <a:pt x="1940774" y="30674"/>
                  </a:lnTo>
                  <a:lnTo>
                    <a:pt x="2002481" y="37493"/>
                  </a:lnTo>
                  <a:lnTo>
                    <a:pt x="2061921" y="44911"/>
                  </a:lnTo>
                  <a:lnTo>
                    <a:pt x="2118974" y="52906"/>
                  </a:lnTo>
                  <a:lnTo>
                    <a:pt x="2173516" y="61455"/>
                  </a:lnTo>
                  <a:lnTo>
                    <a:pt x="2225425" y="70535"/>
                  </a:lnTo>
                  <a:lnTo>
                    <a:pt x="2274580" y="80125"/>
                  </a:lnTo>
                  <a:lnTo>
                    <a:pt x="2320857" y="90201"/>
                  </a:lnTo>
                  <a:lnTo>
                    <a:pt x="2364134" y="100741"/>
                  </a:lnTo>
                  <a:lnTo>
                    <a:pt x="2404290" y="111721"/>
                  </a:lnTo>
                  <a:lnTo>
                    <a:pt x="2441202" y="123121"/>
                  </a:lnTo>
                  <a:lnTo>
                    <a:pt x="2504804" y="147086"/>
                  </a:lnTo>
                  <a:lnTo>
                    <a:pt x="2553963" y="172454"/>
                  </a:lnTo>
                  <a:lnTo>
                    <a:pt x="2587700" y="199045"/>
                  </a:lnTo>
                  <a:lnTo>
                    <a:pt x="2607250" y="24083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14743545" y="4780140"/>
              <a:ext cx="1319530" cy="617855"/>
            </a:xfrm>
            <a:custGeom>
              <a:avLst/>
              <a:gdLst/>
              <a:ahLst/>
              <a:cxnLst/>
              <a:rect l="l" t="t" r="r" b="b"/>
              <a:pathLst>
                <a:path w="1319530" h="617854">
                  <a:moveTo>
                    <a:pt x="1319331" y="0"/>
                  </a:moveTo>
                  <a:lnTo>
                    <a:pt x="813085" y="0"/>
                  </a:lnTo>
                  <a:lnTo>
                    <a:pt x="773744" y="7941"/>
                  </a:lnTo>
                  <a:lnTo>
                    <a:pt x="741620" y="29598"/>
                  </a:lnTo>
                  <a:lnTo>
                    <a:pt x="719961" y="61719"/>
                  </a:lnTo>
                  <a:lnTo>
                    <a:pt x="712020" y="101054"/>
                  </a:lnTo>
                  <a:lnTo>
                    <a:pt x="712020" y="516727"/>
                  </a:lnTo>
                  <a:lnTo>
                    <a:pt x="704078" y="556062"/>
                  </a:lnTo>
                  <a:lnTo>
                    <a:pt x="682421" y="588183"/>
                  </a:lnTo>
                  <a:lnTo>
                    <a:pt x="650300" y="609840"/>
                  </a:lnTo>
                  <a:lnTo>
                    <a:pt x="610965" y="617782"/>
                  </a:lnTo>
                  <a:lnTo>
                    <a:pt x="0" y="617782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09504" y="5297812"/>
              <a:ext cx="178999" cy="19917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4576012" y="6999969"/>
              <a:ext cx="880110" cy="319405"/>
            </a:xfrm>
            <a:custGeom>
              <a:avLst/>
              <a:gdLst/>
              <a:ahLst/>
              <a:cxnLst/>
              <a:rect l="l" t="t" r="r" b="b"/>
              <a:pathLst>
                <a:path w="880109" h="319404">
                  <a:moveTo>
                    <a:pt x="879554" y="319357"/>
                  </a:moveTo>
                  <a:lnTo>
                    <a:pt x="879554" y="101064"/>
                  </a:lnTo>
                  <a:lnTo>
                    <a:pt x="871612" y="61724"/>
                  </a:lnTo>
                  <a:lnTo>
                    <a:pt x="849954" y="29599"/>
                  </a:lnTo>
                  <a:lnTo>
                    <a:pt x="817829" y="7941"/>
                  </a:lnTo>
                  <a:lnTo>
                    <a:pt x="778489" y="0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8357735" y="6844377"/>
              <a:ext cx="2181225" cy="401320"/>
            </a:xfrm>
            <a:custGeom>
              <a:avLst/>
              <a:gdLst/>
              <a:ahLst/>
              <a:cxnLst/>
              <a:rect l="l" t="t" r="r" b="b"/>
              <a:pathLst>
                <a:path w="2181225" h="401320">
                  <a:moveTo>
                    <a:pt x="1090438" y="0"/>
                  </a:moveTo>
                  <a:lnTo>
                    <a:pt x="1015779" y="462"/>
                  </a:lnTo>
                  <a:lnTo>
                    <a:pt x="942471" y="1831"/>
                  </a:lnTo>
                  <a:lnTo>
                    <a:pt x="870676" y="4076"/>
                  </a:lnTo>
                  <a:lnTo>
                    <a:pt x="800556" y="7167"/>
                  </a:lnTo>
                  <a:lnTo>
                    <a:pt x="732273" y="11074"/>
                  </a:lnTo>
                  <a:lnTo>
                    <a:pt x="665990" y="15767"/>
                  </a:lnTo>
                  <a:lnTo>
                    <a:pt x="601869" y="21217"/>
                  </a:lnTo>
                  <a:lnTo>
                    <a:pt x="540072" y="27393"/>
                  </a:lnTo>
                  <a:lnTo>
                    <a:pt x="480763" y="34266"/>
                  </a:lnTo>
                  <a:lnTo>
                    <a:pt x="424103" y="41806"/>
                  </a:lnTo>
                  <a:lnTo>
                    <a:pt x="370255" y="49982"/>
                  </a:lnTo>
                  <a:lnTo>
                    <a:pt x="319381" y="58766"/>
                  </a:lnTo>
                  <a:lnTo>
                    <a:pt x="271644" y="68127"/>
                  </a:lnTo>
                  <a:lnTo>
                    <a:pt x="227206" y="78035"/>
                  </a:lnTo>
                  <a:lnTo>
                    <a:pt x="186229" y="88461"/>
                  </a:lnTo>
                  <a:lnTo>
                    <a:pt x="148876" y="99374"/>
                  </a:lnTo>
                  <a:lnTo>
                    <a:pt x="85691" y="122543"/>
                  </a:lnTo>
                  <a:lnTo>
                    <a:pt x="38951" y="147303"/>
                  </a:lnTo>
                  <a:lnTo>
                    <a:pt x="9954" y="173416"/>
                  </a:lnTo>
                  <a:lnTo>
                    <a:pt x="0" y="200643"/>
                  </a:lnTo>
                  <a:lnTo>
                    <a:pt x="2515" y="214380"/>
                  </a:lnTo>
                  <a:lnTo>
                    <a:pt x="38951" y="253982"/>
                  </a:lnTo>
                  <a:lnTo>
                    <a:pt x="85691" y="278742"/>
                  </a:lnTo>
                  <a:lnTo>
                    <a:pt x="148876" y="301912"/>
                  </a:lnTo>
                  <a:lnTo>
                    <a:pt x="186229" y="312825"/>
                  </a:lnTo>
                  <a:lnTo>
                    <a:pt x="227206" y="323250"/>
                  </a:lnTo>
                  <a:lnTo>
                    <a:pt x="271644" y="333158"/>
                  </a:lnTo>
                  <a:lnTo>
                    <a:pt x="319381" y="342519"/>
                  </a:lnTo>
                  <a:lnTo>
                    <a:pt x="370255" y="351303"/>
                  </a:lnTo>
                  <a:lnTo>
                    <a:pt x="424103" y="359480"/>
                  </a:lnTo>
                  <a:lnTo>
                    <a:pt x="480763" y="367019"/>
                  </a:lnTo>
                  <a:lnTo>
                    <a:pt x="540072" y="373892"/>
                  </a:lnTo>
                  <a:lnTo>
                    <a:pt x="601869" y="380069"/>
                  </a:lnTo>
                  <a:lnTo>
                    <a:pt x="665990" y="385518"/>
                  </a:lnTo>
                  <a:lnTo>
                    <a:pt x="732273" y="390212"/>
                  </a:lnTo>
                  <a:lnTo>
                    <a:pt x="800556" y="394119"/>
                  </a:lnTo>
                  <a:lnTo>
                    <a:pt x="870676" y="397209"/>
                  </a:lnTo>
                  <a:lnTo>
                    <a:pt x="942471" y="399454"/>
                  </a:lnTo>
                  <a:lnTo>
                    <a:pt x="1015779" y="400823"/>
                  </a:lnTo>
                  <a:lnTo>
                    <a:pt x="1090438" y="401286"/>
                  </a:lnTo>
                  <a:lnTo>
                    <a:pt x="1165096" y="400823"/>
                  </a:lnTo>
                  <a:lnTo>
                    <a:pt x="1238404" y="399454"/>
                  </a:lnTo>
                  <a:lnTo>
                    <a:pt x="1310199" y="397209"/>
                  </a:lnTo>
                  <a:lnTo>
                    <a:pt x="1380319" y="394119"/>
                  </a:lnTo>
                  <a:lnTo>
                    <a:pt x="1448602" y="390212"/>
                  </a:lnTo>
                  <a:lnTo>
                    <a:pt x="1514885" y="385518"/>
                  </a:lnTo>
                  <a:lnTo>
                    <a:pt x="1579006" y="380069"/>
                  </a:lnTo>
                  <a:lnTo>
                    <a:pt x="1640803" y="373892"/>
                  </a:lnTo>
                  <a:lnTo>
                    <a:pt x="1700112" y="367019"/>
                  </a:lnTo>
                  <a:lnTo>
                    <a:pt x="1756772" y="359480"/>
                  </a:lnTo>
                  <a:lnTo>
                    <a:pt x="1810620" y="351303"/>
                  </a:lnTo>
                  <a:lnTo>
                    <a:pt x="1861494" y="342519"/>
                  </a:lnTo>
                  <a:lnTo>
                    <a:pt x="1909231" y="333158"/>
                  </a:lnTo>
                  <a:lnTo>
                    <a:pt x="1953669" y="323250"/>
                  </a:lnTo>
                  <a:lnTo>
                    <a:pt x="1994646" y="312825"/>
                  </a:lnTo>
                  <a:lnTo>
                    <a:pt x="2031999" y="301912"/>
                  </a:lnTo>
                  <a:lnTo>
                    <a:pt x="2095184" y="278742"/>
                  </a:lnTo>
                  <a:lnTo>
                    <a:pt x="2141924" y="253982"/>
                  </a:lnTo>
                  <a:lnTo>
                    <a:pt x="2170921" y="227869"/>
                  </a:lnTo>
                  <a:lnTo>
                    <a:pt x="2180876" y="200643"/>
                  </a:lnTo>
                  <a:lnTo>
                    <a:pt x="2178360" y="186905"/>
                  </a:lnTo>
                  <a:lnTo>
                    <a:pt x="2141924" y="147303"/>
                  </a:lnTo>
                  <a:lnTo>
                    <a:pt x="2095184" y="122543"/>
                  </a:lnTo>
                  <a:lnTo>
                    <a:pt x="2031999" y="99374"/>
                  </a:lnTo>
                  <a:lnTo>
                    <a:pt x="1994646" y="88461"/>
                  </a:lnTo>
                  <a:lnTo>
                    <a:pt x="1953669" y="78035"/>
                  </a:lnTo>
                  <a:lnTo>
                    <a:pt x="1909231" y="68127"/>
                  </a:lnTo>
                  <a:lnTo>
                    <a:pt x="1861494" y="58766"/>
                  </a:lnTo>
                  <a:lnTo>
                    <a:pt x="1810620" y="49982"/>
                  </a:lnTo>
                  <a:lnTo>
                    <a:pt x="1756772" y="41806"/>
                  </a:lnTo>
                  <a:lnTo>
                    <a:pt x="1700112" y="34266"/>
                  </a:lnTo>
                  <a:lnTo>
                    <a:pt x="1640803" y="27393"/>
                  </a:lnTo>
                  <a:lnTo>
                    <a:pt x="1579006" y="21217"/>
                  </a:lnTo>
                  <a:lnTo>
                    <a:pt x="1514885" y="15767"/>
                  </a:lnTo>
                  <a:lnTo>
                    <a:pt x="1448602" y="11074"/>
                  </a:lnTo>
                  <a:lnTo>
                    <a:pt x="1380319" y="7167"/>
                  </a:lnTo>
                  <a:lnTo>
                    <a:pt x="1310199" y="4076"/>
                  </a:lnTo>
                  <a:lnTo>
                    <a:pt x="1238404" y="1831"/>
                  </a:lnTo>
                  <a:lnTo>
                    <a:pt x="1165096" y="462"/>
                  </a:lnTo>
                  <a:lnTo>
                    <a:pt x="1090438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8357735" y="6844377"/>
              <a:ext cx="2181225" cy="401320"/>
            </a:xfrm>
            <a:custGeom>
              <a:avLst/>
              <a:gdLst/>
              <a:ahLst/>
              <a:cxnLst/>
              <a:rect l="l" t="t" r="r" b="b"/>
              <a:pathLst>
                <a:path w="2181225" h="401320">
                  <a:moveTo>
                    <a:pt x="2180876" y="200643"/>
                  </a:moveTo>
                  <a:lnTo>
                    <a:pt x="2158722" y="241080"/>
                  </a:lnTo>
                  <a:lnTo>
                    <a:pt x="2120691" y="266546"/>
                  </a:lnTo>
                  <a:lnTo>
                    <a:pt x="2065566" y="290541"/>
                  </a:lnTo>
                  <a:lnTo>
                    <a:pt x="1994646" y="312825"/>
                  </a:lnTo>
                  <a:lnTo>
                    <a:pt x="1953669" y="323250"/>
                  </a:lnTo>
                  <a:lnTo>
                    <a:pt x="1909231" y="333158"/>
                  </a:lnTo>
                  <a:lnTo>
                    <a:pt x="1861494" y="342519"/>
                  </a:lnTo>
                  <a:lnTo>
                    <a:pt x="1810620" y="351303"/>
                  </a:lnTo>
                  <a:lnTo>
                    <a:pt x="1756772" y="359480"/>
                  </a:lnTo>
                  <a:lnTo>
                    <a:pt x="1700112" y="367019"/>
                  </a:lnTo>
                  <a:lnTo>
                    <a:pt x="1640803" y="373892"/>
                  </a:lnTo>
                  <a:lnTo>
                    <a:pt x="1579006" y="380069"/>
                  </a:lnTo>
                  <a:lnTo>
                    <a:pt x="1514885" y="385518"/>
                  </a:lnTo>
                  <a:lnTo>
                    <a:pt x="1448602" y="390212"/>
                  </a:lnTo>
                  <a:lnTo>
                    <a:pt x="1380319" y="394119"/>
                  </a:lnTo>
                  <a:lnTo>
                    <a:pt x="1310199" y="397209"/>
                  </a:lnTo>
                  <a:lnTo>
                    <a:pt x="1238404" y="399454"/>
                  </a:lnTo>
                  <a:lnTo>
                    <a:pt x="1165096" y="400823"/>
                  </a:lnTo>
                  <a:lnTo>
                    <a:pt x="1090438" y="401286"/>
                  </a:lnTo>
                  <a:lnTo>
                    <a:pt x="1015779" y="400823"/>
                  </a:lnTo>
                  <a:lnTo>
                    <a:pt x="942471" y="399454"/>
                  </a:lnTo>
                  <a:lnTo>
                    <a:pt x="870676" y="397209"/>
                  </a:lnTo>
                  <a:lnTo>
                    <a:pt x="800556" y="394119"/>
                  </a:lnTo>
                  <a:lnTo>
                    <a:pt x="732273" y="390212"/>
                  </a:lnTo>
                  <a:lnTo>
                    <a:pt x="665990" y="385518"/>
                  </a:lnTo>
                  <a:lnTo>
                    <a:pt x="601869" y="380069"/>
                  </a:lnTo>
                  <a:lnTo>
                    <a:pt x="540072" y="373892"/>
                  </a:lnTo>
                  <a:lnTo>
                    <a:pt x="480763" y="367019"/>
                  </a:lnTo>
                  <a:lnTo>
                    <a:pt x="424103" y="359480"/>
                  </a:lnTo>
                  <a:lnTo>
                    <a:pt x="370255" y="351303"/>
                  </a:lnTo>
                  <a:lnTo>
                    <a:pt x="319381" y="342519"/>
                  </a:lnTo>
                  <a:lnTo>
                    <a:pt x="271644" y="333158"/>
                  </a:lnTo>
                  <a:lnTo>
                    <a:pt x="227206" y="323250"/>
                  </a:lnTo>
                  <a:lnTo>
                    <a:pt x="186229" y="312825"/>
                  </a:lnTo>
                  <a:lnTo>
                    <a:pt x="148876" y="301912"/>
                  </a:lnTo>
                  <a:lnTo>
                    <a:pt x="85691" y="278742"/>
                  </a:lnTo>
                  <a:lnTo>
                    <a:pt x="38951" y="253982"/>
                  </a:lnTo>
                  <a:lnTo>
                    <a:pt x="9954" y="227869"/>
                  </a:lnTo>
                  <a:lnTo>
                    <a:pt x="0" y="200643"/>
                  </a:lnTo>
                  <a:lnTo>
                    <a:pt x="2515" y="186905"/>
                  </a:lnTo>
                  <a:lnTo>
                    <a:pt x="38951" y="147303"/>
                  </a:lnTo>
                  <a:lnTo>
                    <a:pt x="85691" y="122543"/>
                  </a:lnTo>
                  <a:lnTo>
                    <a:pt x="148876" y="99374"/>
                  </a:lnTo>
                  <a:lnTo>
                    <a:pt x="186229" y="88461"/>
                  </a:lnTo>
                  <a:lnTo>
                    <a:pt x="227206" y="78035"/>
                  </a:lnTo>
                  <a:lnTo>
                    <a:pt x="271644" y="68127"/>
                  </a:lnTo>
                  <a:lnTo>
                    <a:pt x="319381" y="58766"/>
                  </a:lnTo>
                  <a:lnTo>
                    <a:pt x="370255" y="49982"/>
                  </a:lnTo>
                  <a:lnTo>
                    <a:pt x="424103" y="41806"/>
                  </a:lnTo>
                  <a:lnTo>
                    <a:pt x="480763" y="34266"/>
                  </a:lnTo>
                  <a:lnTo>
                    <a:pt x="540072" y="27393"/>
                  </a:lnTo>
                  <a:lnTo>
                    <a:pt x="601869" y="21217"/>
                  </a:lnTo>
                  <a:lnTo>
                    <a:pt x="665990" y="15767"/>
                  </a:lnTo>
                  <a:lnTo>
                    <a:pt x="732273" y="11074"/>
                  </a:lnTo>
                  <a:lnTo>
                    <a:pt x="800556" y="7167"/>
                  </a:lnTo>
                  <a:lnTo>
                    <a:pt x="870676" y="4076"/>
                  </a:lnTo>
                  <a:lnTo>
                    <a:pt x="942471" y="1831"/>
                  </a:lnTo>
                  <a:lnTo>
                    <a:pt x="1015779" y="462"/>
                  </a:lnTo>
                  <a:lnTo>
                    <a:pt x="1090438" y="0"/>
                  </a:lnTo>
                  <a:lnTo>
                    <a:pt x="1165096" y="462"/>
                  </a:lnTo>
                  <a:lnTo>
                    <a:pt x="1238404" y="1831"/>
                  </a:lnTo>
                  <a:lnTo>
                    <a:pt x="1310199" y="4076"/>
                  </a:lnTo>
                  <a:lnTo>
                    <a:pt x="1380319" y="7167"/>
                  </a:lnTo>
                  <a:lnTo>
                    <a:pt x="1448602" y="11074"/>
                  </a:lnTo>
                  <a:lnTo>
                    <a:pt x="1514885" y="15767"/>
                  </a:lnTo>
                  <a:lnTo>
                    <a:pt x="1579006" y="21217"/>
                  </a:lnTo>
                  <a:lnTo>
                    <a:pt x="1640803" y="27393"/>
                  </a:lnTo>
                  <a:lnTo>
                    <a:pt x="1700112" y="34266"/>
                  </a:lnTo>
                  <a:lnTo>
                    <a:pt x="1756772" y="41806"/>
                  </a:lnTo>
                  <a:lnTo>
                    <a:pt x="1810620" y="49982"/>
                  </a:lnTo>
                  <a:lnTo>
                    <a:pt x="1861494" y="58766"/>
                  </a:lnTo>
                  <a:lnTo>
                    <a:pt x="1909231" y="68127"/>
                  </a:lnTo>
                  <a:lnTo>
                    <a:pt x="1953669" y="78035"/>
                  </a:lnTo>
                  <a:lnTo>
                    <a:pt x="1994646" y="88461"/>
                  </a:lnTo>
                  <a:lnTo>
                    <a:pt x="2031999" y="99374"/>
                  </a:lnTo>
                  <a:lnTo>
                    <a:pt x="2095184" y="122543"/>
                  </a:lnTo>
                  <a:lnTo>
                    <a:pt x="2141924" y="147303"/>
                  </a:lnTo>
                  <a:lnTo>
                    <a:pt x="2170921" y="173416"/>
                  </a:lnTo>
                  <a:lnTo>
                    <a:pt x="2180876" y="200643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8357735" y="6415540"/>
              <a:ext cx="2181225" cy="615950"/>
            </a:xfrm>
            <a:custGeom>
              <a:avLst/>
              <a:gdLst/>
              <a:ahLst/>
              <a:cxnLst/>
              <a:rect l="l" t="t" r="r" b="b"/>
              <a:pathLst>
                <a:path w="2181225" h="615950">
                  <a:moveTo>
                    <a:pt x="2180876" y="0"/>
                  </a:moveTo>
                  <a:lnTo>
                    <a:pt x="0" y="0"/>
                  </a:lnTo>
                  <a:lnTo>
                    <a:pt x="0" y="615803"/>
                  </a:lnTo>
                  <a:lnTo>
                    <a:pt x="1090438" y="428835"/>
                  </a:lnTo>
                  <a:lnTo>
                    <a:pt x="2180876" y="615803"/>
                  </a:lnTo>
                  <a:lnTo>
                    <a:pt x="218087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8357735" y="6415540"/>
              <a:ext cx="2181225" cy="615950"/>
            </a:xfrm>
            <a:custGeom>
              <a:avLst/>
              <a:gdLst/>
              <a:ahLst/>
              <a:cxnLst/>
              <a:rect l="l" t="t" r="r" b="b"/>
              <a:pathLst>
                <a:path w="2181225" h="615950">
                  <a:moveTo>
                    <a:pt x="2180876" y="615803"/>
                  </a:moveTo>
                  <a:lnTo>
                    <a:pt x="1090438" y="428835"/>
                  </a:lnTo>
                  <a:lnTo>
                    <a:pt x="0" y="615803"/>
                  </a:lnTo>
                  <a:lnTo>
                    <a:pt x="0" y="0"/>
                  </a:lnTo>
                  <a:lnTo>
                    <a:pt x="2180876" y="0"/>
                  </a:lnTo>
                  <a:lnTo>
                    <a:pt x="2180876" y="615803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8357735" y="6214900"/>
              <a:ext cx="2181225" cy="401320"/>
            </a:xfrm>
            <a:custGeom>
              <a:avLst/>
              <a:gdLst/>
              <a:ahLst/>
              <a:cxnLst/>
              <a:rect l="l" t="t" r="r" b="b"/>
              <a:pathLst>
                <a:path w="2181225" h="401320">
                  <a:moveTo>
                    <a:pt x="1090438" y="0"/>
                  </a:moveTo>
                  <a:lnTo>
                    <a:pt x="1015779" y="462"/>
                  </a:lnTo>
                  <a:lnTo>
                    <a:pt x="942471" y="1831"/>
                  </a:lnTo>
                  <a:lnTo>
                    <a:pt x="870676" y="4076"/>
                  </a:lnTo>
                  <a:lnTo>
                    <a:pt x="800556" y="7167"/>
                  </a:lnTo>
                  <a:lnTo>
                    <a:pt x="732273" y="11074"/>
                  </a:lnTo>
                  <a:lnTo>
                    <a:pt x="665990" y="15767"/>
                  </a:lnTo>
                  <a:lnTo>
                    <a:pt x="601869" y="21217"/>
                  </a:lnTo>
                  <a:lnTo>
                    <a:pt x="540072" y="27393"/>
                  </a:lnTo>
                  <a:lnTo>
                    <a:pt x="480763" y="34266"/>
                  </a:lnTo>
                  <a:lnTo>
                    <a:pt x="424103" y="41806"/>
                  </a:lnTo>
                  <a:lnTo>
                    <a:pt x="370255" y="49982"/>
                  </a:lnTo>
                  <a:lnTo>
                    <a:pt x="319381" y="58766"/>
                  </a:lnTo>
                  <a:lnTo>
                    <a:pt x="271644" y="68127"/>
                  </a:lnTo>
                  <a:lnTo>
                    <a:pt x="227206" y="78035"/>
                  </a:lnTo>
                  <a:lnTo>
                    <a:pt x="186229" y="88461"/>
                  </a:lnTo>
                  <a:lnTo>
                    <a:pt x="148876" y="99374"/>
                  </a:lnTo>
                  <a:lnTo>
                    <a:pt x="85691" y="122543"/>
                  </a:lnTo>
                  <a:lnTo>
                    <a:pt x="38951" y="147303"/>
                  </a:lnTo>
                  <a:lnTo>
                    <a:pt x="9954" y="173416"/>
                  </a:lnTo>
                  <a:lnTo>
                    <a:pt x="0" y="200643"/>
                  </a:lnTo>
                  <a:lnTo>
                    <a:pt x="2515" y="214380"/>
                  </a:lnTo>
                  <a:lnTo>
                    <a:pt x="38951" y="253982"/>
                  </a:lnTo>
                  <a:lnTo>
                    <a:pt x="85691" y="278742"/>
                  </a:lnTo>
                  <a:lnTo>
                    <a:pt x="148876" y="301912"/>
                  </a:lnTo>
                  <a:lnTo>
                    <a:pt x="186229" y="312825"/>
                  </a:lnTo>
                  <a:lnTo>
                    <a:pt x="227206" y="323250"/>
                  </a:lnTo>
                  <a:lnTo>
                    <a:pt x="271644" y="333158"/>
                  </a:lnTo>
                  <a:lnTo>
                    <a:pt x="319381" y="342519"/>
                  </a:lnTo>
                  <a:lnTo>
                    <a:pt x="370255" y="351303"/>
                  </a:lnTo>
                  <a:lnTo>
                    <a:pt x="424103" y="359480"/>
                  </a:lnTo>
                  <a:lnTo>
                    <a:pt x="480763" y="367019"/>
                  </a:lnTo>
                  <a:lnTo>
                    <a:pt x="540072" y="373892"/>
                  </a:lnTo>
                  <a:lnTo>
                    <a:pt x="601869" y="380069"/>
                  </a:lnTo>
                  <a:lnTo>
                    <a:pt x="665990" y="385518"/>
                  </a:lnTo>
                  <a:lnTo>
                    <a:pt x="732273" y="390212"/>
                  </a:lnTo>
                  <a:lnTo>
                    <a:pt x="800556" y="394119"/>
                  </a:lnTo>
                  <a:lnTo>
                    <a:pt x="870676" y="397209"/>
                  </a:lnTo>
                  <a:lnTo>
                    <a:pt x="942471" y="399454"/>
                  </a:lnTo>
                  <a:lnTo>
                    <a:pt x="1015779" y="400823"/>
                  </a:lnTo>
                  <a:lnTo>
                    <a:pt x="1090438" y="401286"/>
                  </a:lnTo>
                  <a:lnTo>
                    <a:pt x="1165096" y="400823"/>
                  </a:lnTo>
                  <a:lnTo>
                    <a:pt x="1238404" y="399454"/>
                  </a:lnTo>
                  <a:lnTo>
                    <a:pt x="1310199" y="397209"/>
                  </a:lnTo>
                  <a:lnTo>
                    <a:pt x="1380319" y="394119"/>
                  </a:lnTo>
                  <a:lnTo>
                    <a:pt x="1448602" y="390212"/>
                  </a:lnTo>
                  <a:lnTo>
                    <a:pt x="1514885" y="385518"/>
                  </a:lnTo>
                  <a:lnTo>
                    <a:pt x="1579006" y="380069"/>
                  </a:lnTo>
                  <a:lnTo>
                    <a:pt x="1640803" y="373892"/>
                  </a:lnTo>
                  <a:lnTo>
                    <a:pt x="1700112" y="367019"/>
                  </a:lnTo>
                  <a:lnTo>
                    <a:pt x="1756772" y="359480"/>
                  </a:lnTo>
                  <a:lnTo>
                    <a:pt x="1810620" y="351303"/>
                  </a:lnTo>
                  <a:lnTo>
                    <a:pt x="1861494" y="342519"/>
                  </a:lnTo>
                  <a:lnTo>
                    <a:pt x="1909231" y="333158"/>
                  </a:lnTo>
                  <a:lnTo>
                    <a:pt x="1953669" y="323250"/>
                  </a:lnTo>
                  <a:lnTo>
                    <a:pt x="1994646" y="312825"/>
                  </a:lnTo>
                  <a:lnTo>
                    <a:pt x="2031999" y="301912"/>
                  </a:lnTo>
                  <a:lnTo>
                    <a:pt x="2095184" y="278742"/>
                  </a:lnTo>
                  <a:lnTo>
                    <a:pt x="2141924" y="253982"/>
                  </a:lnTo>
                  <a:lnTo>
                    <a:pt x="2170921" y="227869"/>
                  </a:lnTo>
                  <a:lnTo>
                    <a:pt x="2180876" y="200643"/>
                  </a:lnTo>
                  <a:lnTo>
                    <a:pt x="2178360" y="186905"/>
                  </a:lnTo>
                  <a:lnTo>
                    <a:pt x="2141924" y="147303"/>
                  </a:lnTo>
                  <a:lnTo>
                    <a:pt x="2095184" y="122543"/>
                  </a:lnTo>
                  <a:lnTo>
                    <a:pt x="2031999" y="99374"/>
                  </a:lnTo>
                  <a:lnTo>
                    <a:pt x="1994646" y="88461"/>
                  </a:lnTo>
                  <a:lnTo>
                    <a:pt x="1953669" y="78035"/>
                  </a:lnTo>
                  <a:lnTo>
                    <a:pt x="1909231" y="68127"/>
                  </a:lnTo>
                  <a:lnTo>
                    <a:pt x="1861494" y="58766"/>
                  </a:lnTo>
                  <a:lnTo>
                    <a:pt x="1810620" y="49982"/>
                  </a:lnTo>
                  <a:lnTo>
                    <a:pt x="1756772" y="41806"/>
                  </a:lnTo>
                  <a:lnTo>
                    <a:pt x="1700112" y="34266"/>
                  </a:lnTo>
                  <a:lnTo>
                    <a:pt x="1640803" y="27393"/>
                  </a:lnTo>
                  <a:lnTo>
                    <a:pt x="1579006" y="21217"/>
                  </a:lnTo>
                  <a:lnTo>
                    <a:pt x="1514885" y="15767"/>
                  </a:lnTo>
                  <a:lnTo>
                    <a:pt x="1448602" y="11074"/>
                  </a:lnTo>
                  <a:lnTo>
                    <a:pt x="1380319" y="7167"/>
                  </a:lnTo>
                  <a:lnTo>
                    <a:pt x="1310199" y="4076"/>
                  </a:lnTo>
                  <a:lnTo>
                    <a:pt x="1238404" y="1831"/>
                  </a:lnTo>
                  <a:lnTo>
                    <a:pt x="1165096" y="462"/>
                  </a:lnTo>
                  <a:lnTo>
                    <a:pt x="1090438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8357735" y="6214900"/>
              <a:ext cx="2181225" cy="401320"/>
            </a:xfrm>
            <a:custGeom>
              <a:avLst/>
              <a:gdLst/>
              <a:ahLst/>
              <a:cxnLst/>
              <a:rect l="l" t="t" r="r" b="b"/>
              <a:pathLst>
                <a:path w="2181225" h="401320">
                  <a:moveTo>
                    <a:pt x="2180876" y="200643"/>
                  </a:moveTo>
                  <a:lnTo>
                    <a:pt x="2158722" y="241080"/>
                  </a:lnTo>
                  <a:lnTo>
                    <a:pt x="2120691" y="266546"/>
                  </a:lnTo>
                  <a:lnTo>
                    <a:pt x="2065566" y="290541"/>
                  </a:lnTo>
                  <a:lnTo>
                    <a:pt x="1994646" y="312825"/>
                  </a:lnTo>
                  <a:lnTo>
                    <a:pt x="1953669" y="323250"/>
                  </a:lnTo>
                  <a:lnTo>
                    <a:pt x="1909231" y="333158"/>
                  </a:lnTo>
                  <a:lnTo>
                    <a:pt x="1861494" y="342519"/>
                  </a:lnTo>
                  <a:lnTo>
                    <a:pt x="1810620" y="351303"/>
                  </a:lnTo>
                  <a:lnTo>
                    <a:pt x="1756772" y="359480"/>
                  </a:lnTo>
                  <a:lnTo>
                    <a:pt x="1700112" y="367019"/>
                  </a:lnTo>
                  <a:lnTo>
                    <a:pt x="1640803" y="373892"/>
                  </a:lnTo>
                  <a:lnTo>
                    <a:pt x="1579006" y="380069"/>
                  </a:lnTo>
                  <a:lnTo>
                    <a:pt x="1514885" y="385518"/>
                  </a:lnTo>
                  <a:lnTo>
                    <a:pt x="1448602" y="390212"/>
                  </a:lnTo>
                  <a:lnTo>
                    <a:pt x="1380319" y="394119"/>
                  </a:lnTo>
                  <a:lnTo>
                    <a:pt x="1310199" y="397209"/>
                  </a:lnTo>
                  <a:lnTo>
                    <a:pt x="1238404" y="399454"/>
                  </a:lnTo>
                  <a:lnTo>
                    <a:pt x="1165096" y="400823"/>
                  </a:lnTo>
                  <a:lnTo>
                    <a:pt x="1090438" y="401286"/>
                  </a:lnTo>
                  <a:lnTo>
                    <a:pt x="1015779" y="400823"/>
                  </a:lnTo>
                  <a:lnTo>
                    <a:pt x="942471" y="399454"/>
                  </a:lnTo>
                  <a:lnTo>
                    <a:pt x="870676" y="397209"/>
                  </a:lnTo>
                  <a:lnTo>
                    <a:pt x="800556" y="394119"/>
                  </a:lnTo>
                  <a:lnTo>
                    <a:pt x="732273" y="390212"/>
                  </a:lnTo>
                  <a:lnTo>
                    <a:pt x="665990" y="385518"/>
                  </a:lnTo>
                  <a:lnTo>
                    <a:pt x="601869" y="380069"/>
                  </a:lnTo>
                  <a:lnTo>
                    <a:pt x="540072" y="373892"/>
                  </a:lnTo>
                  <a:lnTo>
                    <a:pt x="480763" y="367019"/>
                  </a:lnTo>
                  <a:lnTo>
                    <a:pt x="424103" y="359480"/>
                  </a:lnTo>
                  <a:lnTo>
                    <a:pt x="370255" y="351303"/>
                  </a:lnTo>
                  <a:lnTo>
                    <a:pt x="319381" y="342519"/>
                  </a:lnTo>
                  <a:lnTo>
                    <a:pt x="271644" y="333158"/>
                  </a:lnTo>
                  <a:lnTo>
                    <a:pt x="227206" y="323250"/>
                  </a:lnTo>
                  <a:lnTo>
                    <a:pt x="186229" y="312825"/>
                  </a:lnTo>
                  <a:lnTo>
                    <a:pt x="148876" y="301912"/>
                  </a:lnTo>
                  <a:lnTo>
                    <a:pt x="85691" y="278742"/>
                  </a:lnTo>
                  <a:lnTo>
                    <a:pt x="38951" y="253982"/>
                  </a:lnTo>
                  <a:lnTo>
                    <a:pt x="9954" y="227869"/>
                  </a:lnTo>
                  <a:lnTo>
                    <a:pt x="0" y="200643"/>
                  </a:lnTo>
                  <a:lnTo>
                    <a:pt x="2515" y="186905"/>
                  </a:lnTo>
                  <a:lnTo>
                    <a:pt x="38951" y="147303"/>
                  </a:lnTo>
                  <a:lnTo>
                    <a:pt x="85691" y="122543"/>
                  </a:lnTo>
                  <a:lnTo>
                    <a:pt x="148876" y="99374"/>
                  </a:lnTo>
                  <a:lnTo>
                    <a:pt x="186229" y="88461"/>
                  </a:lnTo>
                  <a:lnTo>
                    <a:pt x="227206" y="78035"/>
                  </a:lnTo>
                  <a:lnTo>
                    <a:pt x="271644" y="68127"/>
                  </a:lnTo>
                  <a:lnTo>
                    <a:pt x="319381" y="58766"/>
                  </a:lnTo>
                  <a:lnTo>
                    <a:pt x="370255" y="49982"/>
                  </a:lnTo>
                  <a:lnTo>
                    <a:pt x="424103" y="41806"/>
                  </a:lnTo>
                  <a:lnTo>
                    <a:pt x="480763" y="34266"/>
                  </a:lnTo>
                  <a:lnTo>
                    <a:pt x="540072" y="27393"/>
                  </a:lnTo>
                  <a:lnTo>
                    <a:pt x="601869" y="21217"/>
                  </a:lnTo>
                  <a:lnTo>
                    <a:pt x="665990" y="15767"/>
                  </a:lnTo>
                  <a:lnTo>
                    <a:pt x="732273" y="11074"/>
                  </a:lnTo>
                  <a:lnTo>
                    <a:pt x="800556" y="7167"/>
                  </a:lnTo>
                  <a:lnTo>
                    <a:pt x="870676" y="4076"/>
                  </a:lnTo>
                  <a:lnTo>
                    <a:pt x="942471" y="1831"/>
                  </a:lnTo>
                  <a:lnTo>
                    <a:pt x="1015779" y="462"/>
                  </a:lnTo>
                  <a:lnTo>
                    <a:pt x="1090438" y="0"/>
                  </a:lnTo>
                  <a:lnTo>
                    <a:pt x="1165096" y="462"/>
                  </a:lnTo>
                  <a:lnTo>
                    <a:pt x="1238404" y="1831"/>
                  </a:lnTo>
                  <a:lnTo>
                    <a:pt x="1310199" y="4076"/>
                  </a:lnTo>
                  <a:lnTo>
                    <a:pt x="1380319" y="7167"/>
                  </a:lnTo>
                  <a:lnTo>
                    <a:pt x="1448602" y="11074"/>
                  </a:lnTo>
                  <a:lnTo>
                    <a:pt x="1514885" y="15767"/>
                  </a:lnTo>
                  <a:lnTo>
                    <a:pt x="1579006" y="21217"/>
                  </a:lnTo>
                  <a:lnTo>
                    <a:pt x="1640803" y="27393"/>
                  </a:lnTo>
                  <a:lnTo>
                    <a:pt x="1700112" y="34266"/>
                  </a:lnTo>
                  <a:lnTo>
                    <a:pt x="1756772" y="41806"/>
                  </a:lnTo>
                  <a:lnTo>
                    <a:pt x="1810620" y="49982"/>
                  </a:lnTo>
                  <a:lnTo>
                    <a:pt x="1861494" y="58766"/>
                  </a:lnTo>
                  <a:lnTo>
                    <a:pt x="1909231" y="68127"/>
                  </a:lnTo>
                  <a:lnTo>
                    <a:pt x="1953669" y="78035"/>
                  </a:lnTo>
                  <a:lnTo>
                    <a:pt x="1994646" y="88461"/>
                  </a:lnTo>
                  <a:lnTo>
                    <a:pt x="2031999" y="99374"/>
                  </a:lnTo>
                  <a:lnTo>
                    <a:pt x="2095184" y="122543"/>
                  </a:lnTo>
                  <a:lnTo>
                    <a:pt x="2141924" y="147303"/>
                  </a:lnTo>
                  <a:lnTo>
                    <a:pt x="2170921" y="173416"/>
                  </a:lnTo>
                  <a:lnTo>
                    <a:pt x="2180876" y="200643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8368478" y="6795342"/>
              <a:ext cx="2159635" cy="241300"/>
            </a:xfrm>
            <a:custGeom>
              <a:avLst/>
              <a:gdLst/>
              <a:ahLst/>
              <a:cxnLst/>
              <a:rect l="l" t="t" r="r" b="b"/>
              <a:pathLst>
                <a:path w="2159634" h="241300">
                  <a:moveTo>
                    <a:pt x="2159400" y="0"/>
                  </a:moveTo>
                  <a:lnTo>
                    <a:pt x="0" y="0"/>
                  </a:lnTo>
                  <a:lnTo>
                    <a:pt x="0" y="240935"/>
                  </a:lnTo>
                  <a:lnTo>
                    <a:pt x="2159400" y="240935"/>
                  </a:lnTo>
                  <a:lnTo>
                    <a:pt x="215940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1509957" y="6830145"/>
            <a:ext cx="3099547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top-</a:t>
            </a:r>
            <a:r>
              <a:rPr sz="2050" b="1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k</a:t>
            </a:r>
            <a:r>
              <a:rPr sz="2050" b="1" spc="-1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index</a:t>
            </a:r>
            <a:r>
              <a:rPr sz="205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[</a:t>
            </a:r>
            <a:r>
              <a:rPr sz="2050" b="1" spc="1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075" b="1" i="1" spc="-44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</a:t>
            </a:r>
            <a:r>
              <a:rPr sz="3075" b="1" i="1" spc="-367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,</a:t>
            </a:r>
            <a:r>
              <a:rPr sz="3075" b="1" i="1" spc="509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spc="172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b,</a:t>
            </a:r>
            <a:r>
              <a:rPr sz="3075" b="1" i="1" spc="359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spc="165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a,</a:t>
            </a:r>
            <a:r>
              <a:rPr sz="3075" b="1" i="1" spc="-172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...</a:t>
            </a:r>
            <a:r>
              <a:rPr sz="3075" b="1" i="1" spc="135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]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45948" y="2795235"/>
            <a:ext cx="9387205" cy="142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질의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벡터와</a:t>
            </a:r>
            <a:r>
              <a:rPr sz="3300" b="1" spc="-2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유사한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문맥</a:t>
            </a:r>
            <a:r>
              <a:rPr sz="3300" b="1" spc="-2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벡터를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검색</a:t>
            </a:r>
            <a:endParaRPr sz="330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50800" marR="5080">
              <a:lnSpc>
                <a:spcPct val="117300"/>
              </a:lnSpc>
              <a:spcBef>
                <a:spcPts val="1290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1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벡터(query</a:t>
            </a:r>
            <a:r>
              <a:rPr sz="2050" b="0" spc="-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vector)와</a:t>
            </a:r>
            <a:r>
              <a:rPr sz="20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사전에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변환된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벡터(context</a:t>
            </a:r>
            <a:r>
              <a:rPr sz="2050" b="0" spc="-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vectors)간의</a:t>
            </a:r>
            <a:r>
              <a:rPr sz="2050" b="0" spc="-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유사도를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계산하여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가장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N개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벡터의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인덱스를</a:t>
            </a:r>
            <a:r>
              <a:rPr sz="20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반환한다.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45948" y="4625616"/>
            <a:ext cx="8733790" cy="12700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인덱싱(indexing)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50800">
              <a:lnSpc>
                <a:spcPct val="100000"/>
              </a:lnSpc>
              <a:spcBef>
                <a:spcPts val="1485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벡터를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사전에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변환하는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과정을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29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‘인덱싱’이라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인덱싱은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모듈(context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embedder)을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사용하여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변환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및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저장한다.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45948" y="8220951"/>
            <a:ext cx="6566534" cy="1901189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0"/>
              </a:spcBef>
            </a:pPr>
            <a:r>
              <a:rPr sz="2450" b="1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유사도</a:t>
            </a:r>
            <a:r>
              <a:rPr sz="2450" b="1" spc="-2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계산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50800" marR="5080" algn="just">
              <a:lnSpc>
                <a:spcPct val="130700"/>
              </a:lnSpc>
              <a:spcBef>
                <a:spcPts val="580"/>
              </a:spcBef>
            </a:pPr>
            <a:r>
              <a:rPr sz="2050" b="0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인덱싱된</a:t>
            </a:r>
            <a:r>
              <a:rPr sz="2050" b="0" spc="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4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</a:t>
            </a:r>
            <a:r>
              <a:rPr sz="2050" b="0" spc="3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벡터와</a:t>
            </a:r>
            <a:r>
              <a:rPr sz="2050" b="0" spc="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</a:t>
            </a:r>
            <a:r>
              <a:rPr sz="2050" b="0" spc="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47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</a:t>
            </a:r>
            <a:r>
              <a:rPr sz="2050" b="0" spc="3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47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</a:t>
            </a:r>
            <a:r>
              <a:rPr sz="2050" b="0" spc="3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4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간의</a:t>
            </a:r>
            <a:r>
              <a:rPr sz="2050" b="0" spc="3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유사도를</a:t>
            </a:r>
            <a:r>
              <a:rPr sz="2050" b="0" spc="2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1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계산한다. </a:t>
            </a:r>
            <a:r>
              <a:rPr sz="2050" b="0" spc="-2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단어</a:t>
            </a:r>
            <a:r>
              <a:rPr sz="2050" b="0" spc="1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29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벡터화의</a:t>
            </a:r>
            <a:r>
              <a:rPr sz="2050" b="0" spc="1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경우</a:t>
            </a:r>
            <a:r>
              <a:rPr sz="2050" b="0" spc="1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알고리즘에</a:t>
            </a:r>
            <a:r>
              <a:rPr sz="2050" b="0" spc="1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따라</a:t>
            </a:r>
            <a:r>
              <a:rPr sz="2050" b="0" spc="1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정의된</a:t>
            </a:r>
            <a:r>
              <a:rPr sz="2050" b="0" spc="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점수를</a:t>
            </a:r>
            <a:r>
              <a:rPr sz="2050" b="0" spc="1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기반으로, </a:t>
            </a:r>
            <a:r>
              <a:rPr sz="20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밀집</a:t>
            </a:r>
            <a:r>
              <a:rPr sz="2050" b="0" spc="-1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벡터화의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경우</a:t>
            </a:r>
            <a:r>
              <a:rPr sz="2050" b="0" spc="-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L2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거리,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코사인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유사도</a:t>
            </a:r>
            <a:r>
              <a:rPr sz="2050" b="0" spc="-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등을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기반으로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유사한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84641" y="10190829"/>
            <a:ext cx="17437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벡터를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1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선정한다.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84641" y="7706612"/>
            <a:ext cx="151803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</a:t>
            </a:r>
            <a:r>
              <a:rPr sz="20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모듈은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모듈과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같은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방법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또는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모델을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사용하기도하며,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밀집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벡터화의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1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경우,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임베딩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모델과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다른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모델을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사용하기도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821634" y="6746679"/>
            <a:ext cx="1382816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-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Vector</a:t>
            </a:r>
            <a:r>
              <a:rPr sz="1700" b="1" spc="-1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70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Store</a:t>
            </a:r>
            <a:endParaRPr sz="17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018389" y="6072792"/>
            <a:ext cx="2280285" cy="1270000"/>
            <a:chOff x="1018389" y="6072792"/>
            <a:chExt cx="2280285" cy="1270000"/>
          </a:xfrm>
        </p:grpSpPr>
        <p:sp>
          <p:nvSpPr>
            <p:cNvPr id="67" name="object 67"/>
            <p:cNvSpPr/>
            <p:nvPr/>
          </p:nvSpPr>
          <p:spPr>
            <a:xfrm>
              <a:off x="1151596" y="6083270"/>
              <a:ext cx="2136140" cy="1126490"/>
            </a:xfrm>
            <a:custGeom>
              <a:avLst/>
              <a:gdLst/>
              <a:ahLst/>
              <a:cxnLst/>
              <a:rect l="l" t="t" r="r" b="b"/>
              <a:pathLst>
                <a:path w="2136140" h="1126490">
                  <a:moveTo>
                    <a:pt x="2043916" y="0"/>
                  </a:moveTo>
                  <a:lnTo>
                    <a:pt x="92217" y="0"/>
                  </a:lnTo>
                  <a:lnTo>
                    <a:pt x="56410" y="7276"/>
                  </a:lnTo>
                  <a:lnTo>
                    <a:pt x="27088" y="27089"/>
                  </a:lnTo>
                  <a:lnTo>
                    <a:pt x="7276" y="56414"/>
                  </a:lnTo>
                  <a:lnTo>
                    <a:pt x="0" y="92227"/>
                  </a:lnTo>
                  <a:lnTo>
                    <a:pt x="0" y="1008000"/>
                  </a:lnTo>
                  <a:lnTo>
                    <a:pt x="80668" y="1042242"/>
                  </a:lnTo>
                  <a:lnTo>
                    <a:pt x="304122" y="1099313"/>
                  </a:lnTo>
                  <a:lnTo>
                    <a:pt x="642533" y="1110727"/>
                  </a:lnTo>
                  <a:lnTo>
                    <a:pt x="1068072" y="1008000"/>
                  </a:lnTo>
                  <a:lnTo>
                    <a:pt x="1437970" y="869562"/>
                  </a:lnTo>
                  <a:lnTo>
                    <a:pt x="1672527" y="835731"/>
                  </a:lnTo>
                  <a:lnTo>
                    <a:pt x="1871874" y="917588"/>
                  </a:lnTo>
                  <a:lnTo>
                    <a:pt x="2136144" y="1126217"/>
                  </a:lnTo>
                  <a:lnTo>
                    <a:pt x="2136144" y="92227"/>
                  </a:lnTo>
                  <a:lnTo>
                    <a:pt x="2128867" y="56414"/>
                  </a:lnTo>
                  <a:lnTo>
                    <a:pt x="2109054" y="27089"/>
                  </a:lnTo>
                  <a:lnTo>
                    <a:pt x="2079729" y="7276"/>
                  </a:lnTo>
                  <a:lnTo>
                    <a:pt x="2043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1151596" y="6083270"/>
              <a:ext cx="2136140" cy="1126490"/>
            </a:xfrm>
            <a:custGeom>
              <a:avLst/>
              <a:gdLst/>
              <a:ahLst/>
              <a:cxnLst/>
              <a:rect l="l" t="t" r="r" b="b"/>
              <a:pathLst>
                <a:path w="2136140" h="1126490">
                  <a:moveTo>
                    <a:pt x="2136144" y="1126217"/>
                  </a:moveTo>
                  <a:lnTo>
                    <a:pt x="1871874" y="917588"/>
                  </a:lnTo>
                  <a:lnTo>
                    <a:pt x="1672527" y="835731"/>
                  </a:lnTo>
                  <a:lnTo>
                    <a:pt x="1437970" y="869562"/>
                  </a:lnTo>
                  <a:lnTo>
                    <a:pt x="1068072" y="1008000"/>
                  </a:lnTo>
                  <a:lnTo>
                    <a:pt x="642533" y="1110727"/>
                  </a:lnTo>
                  <a:lnTo>
                    <a:pt x="304122" y="1099313"/>
                  </a:lnTo>
                  <a:lnTo>
                    <a:pt x="80668" y="1042242"/>
                  </a:lnTo>
                  <a:lnTo>
                    <a:pt x="0" y="1008000"/>
                  </a:lnTo>
                  <a:lnTo>
                    <a:pt x="0" y="92227"/>
                  </a:lnTo>
                  <a:lnTo>
                    <a:pt x="7276" y="56414"/>
                  </a:lnTo>
                  <a:lnTo>
                    <a:pt x="27088" y="27089"/>
                  </a:lnTo>
                  <a:lnTo>
                    <a:pt x="56410" y="7276"/>
                  </a:lnTo>
                  <a:lnTo>
                    <a:pt x="92217" y="0"/>
                  </a:lnTo>
                  <a:lnTo>
                    <a:pt x="2043916" y="0"/>
                  </a:lnTo>
                  <a:lnTo>
                    <a:pt x="2079729" y="7276"/>
                  </a:lnTo>
                  <a:lnTo>
                    <a:pt x="2109054" y="27089"/>
                  </a:lnTo>
                  <a:lnTo>
                    <a:pt x="2128867" y="56414"/>
                  </a:lnTo>
                  <a:lnTo>
                    <a:pt x="2136144" y="92227"/>
                  </a:lnTo>
                  <a:lnTo>
                    <a:pt x="2136144" y="112621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1028867" y="6205999"/>
              <a:ext cx="2136140" cy="1126490"/>
            </a:xfrm>
            <a:custGeom>
              <a:avLst/>
              <a:gdLst/>
              <a:ahLst/>
              <a:cxnLst/>
              <a:rect l="l" t="t" r="r" b="b"/>
              <a:pathLst>
                <a:path w="2136140" h="1126490">
                  <a:moveTo>
                    <a:pt x="2043916" y="0"/>
                  </a:moveTo>
                  <a:lnTo>
                    <a:pt x="92217" y="0"/>
                  </a:lnTo>
                  <a:lnTo>
                    <a:pt x="56410" y="7276"/>
                  </a:lnTo>
                  <a:lnTo>
                    <a:pt x="27088" y="27089"/>
                  </a:lnTo>
                  <a:lnTo>
                    <a:pt x="7276" y="56414"/>
                  </a:lnTo>
                  <a:lnTo>
                    <a:pt x="0" y="92227"/>
                  </a:lnTo>
                  <a:lnTo>
                    <a:pt x="0" y="1008000"/>
                  </a:lnTo>
                  <a:lnTo>
                    <a:pt x="80668" y="1042242"/>
                  </a:lnTo>
                  <a:lnTo>
                    <a:pt x="304122" y="1099313"/>
                  </a:lnTo>
                  <a:lnTo>
                    <a:pt x="642533" y="1110727"/>
                  </a:lnTo>
                  <a:lnTo>
                    <a:pt x="1068072" y="1008000"/>
                  </a:lnTo>
                  <a:lnTo>
                    <a:pt x="1437970" y="869562"/>
                  </a:lnTo>
                  <a:lnTo>
                    <a:pt x="1672527" y="835731"/>
                  </a:lnTo>
                  <a:lnTo>
                    <a:pt x="1871874" y="917588"/>
                  </a:lnTo>
                  <a:lnTo>
                    <a:pt x="2136144" y="1126217"/>
                  </a:lnTo>
                  <a:lnTo>
                    <a:pt x="2136144" y="92227"/>
                  </a:lnTo>
                  <a:lnTo>
                    <a:pt x="2128867" y="56414"/>
                  </a:lnTo>
                  <a:lnTo>
                    <a:pt x="2109054" y="27089"/>
                  </a:lnTo>
                  <a:lnTo>
                    <a:pt x="2079729" y="7276"/>
                  </a:lnTo>
                  <a:lnTo>
                    <a:pt x="2043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1028867" y="6205999"/>
              <a:ext cx="2136140" cy="1126490"/>
            </a:xfrm>
            <a:custGeom>
              <a:avLst/>
              <a:gdLst/>
              <a:ahLst/>
              <a:cxnLst/>
              <a:rect l="l" t="t" r="r" b="b"/>
              <a:pathLst>
                <a:path w="2136140" h="1126490">
                  <a:moveTo>
                    <a:pt x="2136144" y="1126217"/>
                  </a:moveTo>
                  <a:lnTo>
                    <a:pt x="1871874" y="917588"/>
                  </a:lnTo>
                  <a:lnTo>
                    <a:pt x="1672527" y="835731"/>
                  </a:lnTo>
                  <a:lnTo>
                    <a:pt x="1437970" y="869562"/>
                  </a:lnTo>
                  <a:lnTo>
                    <a:pt x="1068072" y="1008000"/>
                  </a:lnTo>
                  <a:lnTo>
                    <a:pt x="642533" y="1110727"/>
                  </a:lnTo>
                  <a:lnTo>
                    <a:pt x="304122" y="1099313"/>
                  </a:lnTo>
                  <a:lnTo>
                    <a:pt x="80668" y="1042242"/>
                  </a:lnTo>
                  <a:lnTo>
                    <a:pt x="0" y="1008000"/>
                  </a:lnTo>
                  <a:lnTo>
                    <a:pt x="0" y="92227"/>
                  </a:lnTo>
                  <a:lnTo>
                    <a:pt x="7276" y="56414"/>
                  </a:lnTo>
                  <a:lnTo>
                    <a:pt x="27088" y="27089"/>
                  </a:lnTo>
                  <a:lnTo>
                    <a:pt x="56410" y="7276"/>
                  </a:lnTo>
                  <a:lnTo>
                    <a:pt x="92217" y="0"/>
                  </a:lnTo>
                  <a:lnTo>
                    <a:pt x="2043916" y="0"/>
                  </a:lnTo>
                  <a:lnTo>
                    <a:pt x="2079729" y="7276"/>
                  </a:lnTo>
                  <a:lnTo>
                    <a:pt x="2109054" y="27089"/>
                  </a:lnTo>
                  <a:lnTo>
                    <a:pt x="2128867" y="56414"/>
                  </a:lnTo>
                  <a:lnTo>
                    <a:pt x="2136144" y="92227"/>
                  </a:lnTo>
                  <a:lnTo>
                    <a:pt x="2136144" y="112621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466465" y="6542478"/>
            <a:ext cx="1361310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Documents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627200" y="6468012"/>
            <a:ext cx="2391410" cy="579755"/>
            <a:chOff x="4627200" y="6468012"/>
            <a:chExt cx="2391410" cy="579755"/>
          </a:xfrm>
        </p:grpSpPr>
        <p:sp>
          <p:nvSpPr>
            <p:cNvPr id="73" name="object 73"/>
            <p:cNvSpPr/>
            <p:nvPr/>
          </p:nvSpPr>
          <p:spPr>
            <a:xfrm>
              <a:off x="4637677" y="6478489"/>
              <a:ext cx="2370455" cy="558800"/>
            </a:xfrm>
            <a:custGeom>
              <a:avLst/>
              <a:gdLst/>
              <a:ahLst/>
              <a:cxnLst/>
              <a:rect l="l" t="t" r="r" b="b"/>
              <a:pathLst>
                <a:path w="2370454" h="558800">
                  <a:moveTo>
                    <a:pt x="2230748" y="0"/>
                  </a:moveTo>
                  <a:lnTo>
                    <a:pt x="139367" y="0"/>
                  </a:lnTo>
                  <a:lnTo>
                    <a:pt x="95440" y="7136"/>
                  </a:lnTo>
                  <a:lnTo>
                    <a:pt x="57198" y="26983"/>
                  </a:lnTo>
                  <a:lnTo>
                    <a:pt x="26983" y="57198"/>
                  </a:lnTo>
                  <a:lnTo>
                    <a:pt x="7136" y="95440"/>
                  </a:lnTo>
                  <a:lnTo>
                    <a:pt x="0" y="139367"/>
                  </a:lnTo>
                  <a:lnTo>
                    <a:pt x="0" y="418940"/>
                  </a:lnTo>
                  <a:lnTo>
                    <a:pt x="7136" y="462870"/>
                  </a:lnTo>
                  <a:lnTo>
                    <a:pt x="26983" y="501113"/>
                  </a:lnTo>
                  <a:lnTo>
                    <a:pt x="57198" y="531327"/>
                  </a:lnTo>
                  <a:lnTo>
                    <a:pt x="95440" y="551172"/>
                  </a:lnTo>
                  <a:lnTo>
                    <a:pt x="139367" y="558307"/>
                  </a:lnTo>
                  <a:lnTo>
                    <a:pt x="2230748" y="558307"/>
                  </a:lnTo>
                  <a:lnTo>
                    <a:pt x="2274675" y="551172"/>
                  </a:lnTo>
                  <a:lnTo>
                    <a:pt x="2312917" y="531327"/>
                  </a:lnTo>
                  <a:lnTo>
                    <a:pt x="2343133" y="501113"/>
                  </a:lnTo>
                  <a:lnTo>
                    <a:pt x="2362980" y="462870"/>
                  </a:lnTo>
                  <a:lnTo>
                    <a:pt x="2370116" y="418940"/>
                  </a:lnTo>
                  <a:lnTo>
                    <a:pt x="2370116" y="139367"/>
                  </a:lnTo>
                  <a:lnTo>
                    <a:pt x="2362980" y="95440"/>
                  </a:lnTo>
                  <a:lnTo>
                    <a:pt x="2343133" y="57198"/>
                  </a:lnTo>
                  <a:lnTo>
                    <a:pt x="2312917" y="26983"/>
                  </a:lnTo>
                  <a:lnTo>
                    <a:pt x="2274675" y="7136"/>
                  </a:lnTo>
                  <a:lnTo>
                    <a:pt x="223074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637677" y="6478489"/>
              <a:ext cx="2370455" cy="558800"/>
            </a:xfrm>
            <a:custGeom>
              <a:avLst/>
              <a:gdLst/>
              <a:ahLst/>
              <a:cxnLst/>
              <a:rect l="l" t="t" r="r" b="b"/>
              <a:pathLst>
                <a:path w="2370454" h="558800">
                  <a:moveTo>
                    <a:pt x="2230748" y="558307"/>
                  </a:moveTo>
                  <a:lnTo>
                    <a:pt x="139367" y="558307"/>
                  </a:lnTo>
                  <a:lnTo>
                    <a:pt x="95440" y="551172"/>
                  </a:lnTo>
                  <a:lnTo>
                    <a:pt x="57198" y="531327"/>
                  </a:lnTo>
                  <a:lnTo>
                    <a:pt x="26983" y="501113"/>
                  </a:lnTo>
                  <a:lnTo>
                    <a:pt x="7136" y="462870"/>
                  </a:lnTo>
                  <a:lnTo>
                    <a:pt x="0" y="418940"/>
                  </a:lnTo>
                  <a:lnTo>
                    <a:pt x="0" y="139367"/>
                  </a:lnTo>
                  <a:lnTo>
                    <a:pt x="7136" y="95440"/>
                  </a:lnTo>
                  <a:lnTo>
                    <a:pt x="26983" y="57198"/>
                  </a:lnTo>
                  <a:lnTo>
                    <a:pt x="57198" y="26983"/>
                  </a:lnTo>
                  <a:lnTo>
                    <a:pt x="95440" y="7136"/>
                  </a:lnTo>
                  <a:lnTo>
                    <a:pt x="139367" y="0"/>
                  </a:lnTo>
                  <a:lnTo>
                    <a:pt x="2230748" y="0"/>
                  </a:lnTo>
                  <a:lnTo>
                    <a:pt x="2274675" y="7136"/>
                  </a:lnTo>
                  <a:lnTo>
                    <a:pt x="2312917" y="26983"/>
                  </a:lnTo>
                  <a:lnTo>
                    <a:pt x="2343133" y="57198"/>
                  </a:lnTo>
                  <a:lnTo>
                    <a:pt x="2362980" y="95440"/>
                  </a:lnTo>
                  <a:lnTo>
                    <a:pt x="2370116" y="139367"/>
                  </a:lnTo>
                  <a:lnTo>
                    <a:pt x="2370116" y="418940"/>
                  </a:lnTo>
                  <a:lnTo>
                    <a:pt x="2362980" y="462870"/>
                  </a:lnTo>
                  <a:lnTo>
                    <a:pt x="2343133" y="501113"/>
                  </a:lnTo>
                  <a:lnTo>
                    <a:pt x="2312917" y="531327"/>
                  </a:lnTo>
                  <a:lnTo>
                    <a:pt x="2274675" y="551172"/>
                  </a:lnTo>
                  <a:lnTo>
                    <a:pt x="2230748" y="558307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4896054" y="6613666"/>
            <a:ext cx="2015694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Context</a:t>
            </a:r>
            <a:r>
              <a:rPr sz="1700" b="1" spc="-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700" b="1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Embedder</a:t>
            </a:r>
            <a:endParaRPr sz="17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3528362" y="6669530"/>
            <a:ext cx="4603750" cy="3890645"/>
            <a:chOff x="3528362" y="6669530"/>
            <a:chExt cx="4603750" cy="3890645"/>
          </a:xfrm>
        </p:grpSpPr>
        <p:sp>
          <p:nvSpPr>
            <p:cNvPr id="77" name="object 77"/>
            <p:cNvSpPr/>
            <p:nvPr/>
          </p:nvSpPr>
          <p:spPr>
            <a:xfrm>
              <a:off x="3528362" y="6769108"/>
              <a:ext cx="758190" cy="0"/>
            </a:xfrm>
            <a:custGeom>
              <a:avLst/>
              <a:gdLst/>
              <a:ahLst/>
              <a:cxnLst/>
              <a:rect l="l" t="t" r="r" b="b"/>
              <a:pathLst>
                <a:path w="758189">
                  <a:moveTo>
                    <a:pt x="0" y="0"/>
                  </a:moveTo>
                  <a:lnTo>
                    <a:pt x="758039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3790" y="6669530"/>
              <a:ext cx="178999" cy="19917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247137" y="6769108"/>
              <a:ext cx="758190" cy="0"/>
            </a:xfrm>
            <a:custGeom>
              <a:avLst/>
              <a:gdLst/>
              <a:ahLst/>
              <a:cxnLst/>
              <a:rect l="l" t="t" r="r" b="b"/>
              <a:pathLst>
                <a:path w="758190">
                  <a:moveTo>
                    <a:pt x="0" y="0"/>
                  </a:moveTo>
                  <a:lnTo>
                    <a:pt x="758039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52565" y="6669530"/>
              <a:ext cx="178999" cy="19917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794060" y="9022387"/>
              <a:ext cx="0" cy="1537335"/>
            </a:xfrm>
            <a:custGeom>
              <a:avLst/>
              <a:gdLst/>
              <a:ahLst/>
              <a:cxnLst/>
              <a:rect l="l" t="t" r="r" b="b"/>
              <a:pathLst>
                <a:path h="1537334">
                  <a:moveTo>
                    <a:pt x="0" y="0"/>
                  </a:moveTo>
                  <a:lnTo>
                    <a:pt x="0" y="153716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8042064" y="9127117"/>
            <a:ext cx="11611182" cy="106054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400" b="1" i="1" spc="51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top-</a:t>
            </a:r>
            <a:r>
              <a:rPr sz="3400" b="1" i="1" spc="63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k</a:t>
            </a:r>
            <a:r>
              <a:rPr sz="3400" b="1" i="1" spc="-30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 </a:t>
            </a:r>
            <a:r>
              <a:rPr sz="3400" b="1" i="1" spc="57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indexes</a:t>
            </a:r>
            <a:r>
              <a:rPr sz="3400" b="1" i="1" spc="-30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 </a:t>
            </a:r>
            <a:r>
              <a:rPr sz="34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=</a:t>
            </a:r>
            <a:r>
              <a:rPr sz="3400" b="1" i="1" spc="-21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 </a:t>
            </a:r>
            <a:r>
              <a:rPr sz="5100" b="1" i="1" spc="690" baseline="-6535" dirty="0" err="1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argsort</a:t>
            </a:r>
            <a:r>
              <a:rPr sz="5100" b="1" i="1" spc="690" baseline="-653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(</a:t>
            </a:r>
            <a:r>
              <a:rPr lang="en-US" sz="5100" b="1" i="1" spc="690" baseline="-6535" dirty="0">
                <a:latin typeface="Noto Sans KR" panose="020B0200000000000000" pitchFamily="50" charset="-127"/>
                <a:ea typeface="Noto Sans KR" panose="020B0200000000000000" pitchFamily="50" charset="-127"/>
                <a:cs typeface="Baskerville"/>
              </a:rPr>
              <a:t>[Vcontext-1, Vcontext-2,…], metric) [:k]</a:t>
            </a:r>
            <a:endParaRPr sz="4125" baseline="-2020" dirty="0">
              <a:latin typeface="Noto Sans KR" panose="020B0200000000000000" pitchFamily="50" charset="-127"/>
              <a:ea typeface="Noto Sans KR" panose="020B0200000000000000" pitchFamily="50" charset="-127"/>
              <a:cs typeface="Baskervil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4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5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208" y="1948780"/>
            <a:ext cx="15834994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더욱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구체적인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RAG의</a:t>
            </a:r>
            <a:r>
              <a:rPr sz="245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작동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과정을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살펴보면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다음과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같다.</a:t>
            </a:r>
            <a:r>
              <a:rPr sz="2450" b="0" spc="-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회색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음영은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모듈(module),</a:t>
            </a:r>
            <a:r>
              <a:rPr sz="2450" b="0" spc="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나머지는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데이터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0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혹은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결괏값을</a:t>
            </a:r>
            <a:r>
              <a:rPr sz="2450" b="0" spc="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나타낸다.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5531" y="2251524"/>
            <a:ext cx="18913475" cy="8190230"/>
            <a:chOff x="585531" y="2251524"/>
            <a:chExt cx="18913475" cy="8190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531" y="2251524"/>
              <a:ext cx="18912931" cy="81899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57960" y="2628893"/>
              <a:ext cx="18156555" cy="7434580"/>
            </a:xfrm>
            <a:custGeom>
              <a:avLst/>
              <a:gdLst/>
              <a:ahLst/>
              <a:cxnLst/>
              <a:rect l="l" t="t" r="r" b="b"/>
              <a:pathLst>
                <a:path w="18156555" h="7434580">
                  <a:moveTo>
                    <a:pt x="18156515" y="0"/>
                  </a:moveTo>
                  <a:lnTo>
                    <a:pt x="0" y="0"/>
                  </a:lnTo>
                  <a:lnTo>
                    <a:pt x="0" y="7434328"/>
                  </a:lnTo>
                  <a:lnTo>
                    <a:pt x="18156515" y="7434328"/>
                  </a:lnTo>
                  <a:lnTo>
                    <a:pt x="18156515" y="0"/>
                  </a:lnTo>
                  <a:close/>
                </a:path>
              </a:pathLst>
            </a:custGeom>
            <a:solidFill>
              <a:srgbClr val="FFFFFF">
                <a:alpha val="9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63855" y="5991315"/>
              <a:ext cx="3047365" cy="4008754"/>
            </a:xfrm>
            <a:custGeom>
              <a:avLst/>
              <a:gdLst/>
              <a:ahLst/>
              <a:cxnLst/>
              <a:rect l="l" t="t" r="r" b="b"/>
              <a:pathLst>
                <a:path w="3047365" h="4008754">
                  <a:moveTo>
                    <a:pt x="3047027" y="0"/>
                  </a:moveTo>
                  <a:lnTo>
                    <a:pt x="326890" y="0"/>
                  </a:lnTo>
                  <a:lnTo>
                    <a:pt x="277895" y="3594"/>
                  </a:lnTo>
                  <a:lnTo>
                    <a:pt x="231131" y="14038"/>
                  </a:lnTo>
                  <a:lnTo>
                    <a:pt x="187113" y="30816"/>
                  </a:lnTo>
                  <a:lnTo>
                    <a:pt x="146352" y="53416"/>
                  </a:lnTo>
                  <a:lnTo>
                    <a:pt x="109362" y="81326"/>
                  </a:lnTo>
                  <a:lnTo>
                    <a:pt x="76656" y="114032"/>
                  </a:lnTo>
                  <a:lnTo>
                    <a:pt x="48746" y="151022"/>
                  </a:lnTo>
                  <a:lnTo>
                    <a:pt x="26146" y="191783"/>
                  </a:lnTo>
                  <a:lnTo>
                    <a:pt x="9368" y="235801"/>
                  </a:lnTo>
                  <a:lnTo>
                    <a:pt x="0" y="277751"/>
                  </a:lnTo>
                  <a:lnTo>
                    <a:pt x="0" y="3730799"/>
                  </a:lnTo>
                  <a:lnTo>
                    <a:pt x="9368" y="3772750"/>
                  </a:lnTo>
                  <a:lnTo>
                    <a:pt x="26146" y="3816771"/>
                  </a:lnTo>
                  <a:lnTo>
                    <a:pt x="48746" y="3857533"/>
                  </a:lnTo>
                  <a:lnTo>
                    <a:pt x="76656" y="3894523"/>
                  </a:lnTo>
                  <a:lnTo>
                    <a:pt x="109362" y="3927231"/>
                  </a:lnTo>
                  <a:lnTo>
                    <a:pt x="146352" y="3955141"/>
                  </a:lnTo>
                  <a:lnTo>
                    <a:pt x="187113" y="3977742"/>
                  </a:lnTo>
                  <a:lnTo>
                    <a:pt x="231131" y="3994520"/>
                  </a:lnTo>
                  <a:lnTo>
                    <a:pt x="277895" y="4004963"/>
                  </a:lnTo>
                  <a:lnTo>
                    <a:pt x="326890" y="4008558"/>
                  </a:lnTo>
                  <a:lnTo>
                    <a:pt x="3047027" y="4008558"/>
                  </a:lnTo>
                  <a:lnTo>
                    <a:pt x="3047027" y="0"/>
                  </a:lnTo>
                  <a:close/>
                </a:path>
              </a:pathLst>
            </a:custGeom>
            <a:solidFill>
              <a:srgbClr val="F4E4D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219816" y="5991320"/>
              <a:ext cx="14890115" cy="4008754"/>
            </a:xfrm>
            <a:custGeom>
              <a:avLst/>
              <a:gdLst/>
              <a:ahLst/>
              <a:cxnLst/>
              <a:rect l="l" t="t" r="r" b="b"/>
              <a:pathLst>
                <a:path w="14890115" h="4008754">
                  <a:moveTo>
                    <a:pt x="11088662" y="0"/>
                  </a:moveTo>
                  <a:lnTo>
                    <a:pt x="0" y="0"/>
                  </a:lnTo>
                  <a:lnTo>
                    <a:pt x="0" y="4008564"/>
                  </a:lnTo>
                  <a:lnTo>
                    <a:pt x="11088662" y="4008564"/>
                  </a:lnTo>
                  <a:lnTo>
                    <a:pt x="11088662" y="0"/>
                  </a:lnTo>
                  <a:close/>
                </a:path>
                <a:path w="14890115" h="4008754">
                  <a:moveTo>
                    <a:pt x="14890090" y="331558"/>
                  </a:moveTo>
                  <a:lnTo>
                    <a:pt x="14886496" y="282562"/>
                  </a:lnTo>
                  <a:lnTo>
                    <a:pt x="14876044" y="235800"/>
                  </a:lnTo>
                  <a:lnTo>
                    <a:pt x="14859267" y="191782"/>
                  </a:lnTo>
                  <a:lnTo>
                    <a:pt x="14836674" y="151028"/>
                  </a:lnTo>
                  <a:lnTo>
                    <a:pt x="14808759" y="114033"/>
                  </a:lnTo>
                  <a:lnTo>
                    <a:pt x="14776044" y="81330"/>
                  </a:lnTo>
                  <a:lnTo>
                    <a:pt x="14739061" y="53416"/>
                  </a:lnTo>
                  <a:lnTo>
                    <a:pt x="14698294" y="30822"/>
                  </a:lnTo>
                  <a:lnTo>
                    <a:pt x="14654276" y="14033"/>
                  </a:lnTo>
                  <a:lnTo>
                    <a:pt x="14607515" y="3594"/>
                  </a:lnTo>
                  <a:lnTo>
                    <a:pt x="14558518" y="0"/>
                  </a:lnTo>
                  <a:lnTo>
                    <a:pt x="11371872" y="0"/>
                  </a:lnTo>
                  <a:lnTo>
                    <a:pt x="11371872" y="4008564"/>
                  </a:lnTo>
                  <a:lnTo>
                    <a:pt x="14558518" y="4008564"/>
                  </a:lnTo>
                  <a:lnTo>
                    <a:pt x="14607515" y="4004970"/>
                  </a:lnTo>
                  <a:lnTo>
                    <a:pt x="14654276" y="3994518"/>
                  </a:lnTo>
                  <a:lnTo>
                    <a:pt x="14698294" y="3977741"/>
                  </a:lnTo>
                  <a:lnTo>
                    <a:pt x="14739061" y="3955148"/>
                  </a:lnTo>
                  <a:lnTo>
                    <a:pt x="14776044" y="3927233"/>
                  </a:lnTo>
                  <a:lnTo>
                    <a:pt x="14808759" y="3894531"/>
                  </a:lnTo>
                  <a:lnTo>
                    <a:pt x="14836674" y="3857536"/>
                  </a:lnTo>
                  <a:lnTo>
                    <a:pt x="14859267" y="3816769"/>
                  </a:lnTo>
                  <a:lnTo>
                    <a:pt x="14876044" y="3772751"/>
                  </a:lnTo>
                  <a:lnTo>
                    <a:pt x="14886496" y="3725989"/>
                  </a:lnTo>
                  <a:lnTo>
                    <a:pt x="14890090" y="3676993"/>
                  </a:lnTo>
                  <a:lnTo>
                    <a:pt x="14890090" y="331558"/>
                  </a:lnTo>
                  <a:close/>
                </a:path>
              </a:pathLst>
            </a:custGeom>
            <a:solidFill>
              <a:srgbClr val="EAE9E8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3005377" y="5991315"/>
              <a:ext cx="20955" cy="464184"/>
            </a:xfrm>
            <a:custGeom>
              <a:avLst/>
              <a:gdLst/>
              <a:ahLst/>
              <a:cxnLst/>
              <a:rect l="l" t="t" r="r" b="b"/>
              <a:pathLst>
                <a:path w="20955" h="464185">
                  <a:moveTo>
                    <a:pt x="20941" y="0"/>
                  </a:moveTo>
                  <a:lnTo>
                    <a:pt x="0" y="0"/>
                  </a:lnTo>
                  <a:lnTo>
                    <a:pt x="0" y="464168"/>
                  </a:lnTo>
                  <a:lnTo>
                    <a:pt x="20941" y="464168"/>
                  </a:lnTo>
                  <a:lnTo>
                    <a:pt x="209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6920" y="6402764"/>
              <a:ext cx="199177" cy="1789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54886" y="7471158"/>
              <a:ext cx="2315210" cy="691515"/>
            </a:xfrm>
            <a:custGeom>
              <a:avLst/>
              <a:gdLst/>
              <a:ahLst/>
              <a:cxnLst/>
              <a:rect l="l" t="t" r="r" b="b"/>
              <a:pathLst>
                <a:path w="2315210" h="691515">
                  <a:moveTo>
                    <a:pt x="2314641" y="0"/>
                  </a:moveTo>
                  <a:lnTo>
                    <a:pt x="314849" y="0"/>
                  </a:lnTo>
                  <a:lnTo>
                    <a:pt x="0" y="691078"/>
                  </a:lnTo>
                  <a:lnTo>
                    <a:pt x="1999792" y="691078"/>
                  </a:lnTo>
                  <a:lnTo>
                    <a:pt x="2314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354886" y="7471158"/>
              <a:ext cx="2315210" cy="691515"/>
            </a:xfrm>
            <a:custGeom>
              <a:avLst/>
              <a:gdLst/>
              <a:ahLst/>
              <a:cxnLst/>
              <a:rect l="l" t="t" r="r" b="b"/>
              <a:pathLst>
                <a:path w="2315210" h="691515">
                  <a:moveTo>
                    <a:pt x="1999792" y="691078"/>
                  </a:moveTo>
                  <a:lnTo>
                    <a:pt x="0" y="691078"/>
                  </a:lnTo>
                  <a:lnTo>
                    <a:pt x="314849" y="0"/>
                  </a:lnTo>
                  <a:lnTo>
                    <a:pt x="2314641" y="0"/>
                  </a:lnTo>
                  <a:lnTo>
                    <a:pt x="1999792" y="69107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28420" y="7583262"/>
            <a:ext cx="1428609" cy="39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-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Response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45332" y="6769603"/>
            <a:ext cx="11235690" cy="2628265"/>
            <a:chOff x="7445332" y="6769603"/>
            <a:chExt cx="11235690" cy="2628265"/>
          </a:xfrm>
        </p:grpSpPr>
        <p:sp>
          <p:nvSpPr>
            <p:cNvPr id="15" name="object 15"/>
            <p:cNvSpPr/>
            <p:nvPr/>
          </p:nvSpPr>
          <p:spPr>
            <a:xfrm>
              <a:off x="7455809" y="8696252"/>
              <a:ext cx="2795905" cy="691515"/>
            </a:xfrm>
            <a:custGeom>
              <a:avLst/>
              <a:gdLst/>
              <a:ahLst/>
              <a:cxnLst/>
              <a:rect l="l" t="t" r="r" b="b"/>
              <a:pathLst>
                <a:path w="2795904" h="691515">
                  <a:moveTo>
                    <a:pt x="2634904" y="0"/>
                  </a:moveTo>
                  <a:lnTo>
                    <a:pt x="160822" y="0"/>
                  </a:lnTo>
                  <a:lnTo>
                    <a:pt x="118067" y="5744"/>
                  </a:lnTo>
                  <a:lnTo>
                    <a:pt x="79650" y="21955"/>
                  </a:lnTo>
                  <a:lnTo>
                    <a:pt x="47101" y="47101"/>
                  </a:lnTo>
                  <a:lnTo>
                    <a:pt x="21955" y="79650"/>
                  </a:lnTo>
                  <a:lnTo>
                    <a:pt x="5744" y="118067"/>
                  </a:lnTo>
                  <a:lnTo>
                    <a:pt x="0" y="160822"/>
                  </a:lnTo>
                  <a:lnTo>
                    <a:pt x="0" y="530256"/>
                  </a:lnTo>
                  <a:lnTo>
                    <a:pt x="5744" y="573010"/>
                  </a:lnTo>
                  <a:lnTo>
                    <a:pt x="21955" y="611428"/>
                  </a:lnTo>
                  <a:lnTo>
                    <a:pt x="47101" y="643976"/>
                  </a:lnTo>
                  <a:lnTo>
                    <a:pt x="79650" y="669122"/>
                  </a:lnTo>
                  <a:lnTo>
                    <a:pt x="118067" y="685334"/>
                  </a:lnTo>
                  <a:lnTo>
                    <a:pt x="160822" y="691078"/>
                  </a:lnTo>
                  <a:lnTo>
                    <a:pt x="2634904" y="691078"/>
                  </a:lnTo>
                  <a:lnTo>
                    <a:pt x="2677658" y="685334"/>
                  </a:lnTo>
                  <a:lnTo>
                    <a:pt x="2716076" y="669122"/>
                  </a:lnTo>
                  <a:lnTo>
                    <a:pt x="2748624" y="643976"/>
                  </a:lnTo>
                  <a:lnTo>
                    <a:pt x="2773770" y="611428"/>
                  </a:lnTo>
                  <a:lnTo>
                    <a:pt x="2789981" y="573010"/>
                  </a:lnTo>
                  <a:lnTo>
                    <a:pt x="2795726" y="530256"/>
                  </a:lnTo>
                  <a:lnTo>
                    <a:pt x="2795726" y="160822"/>
                  </a:lnTo>
                  <a:lnTo>
                    <a:pt x="2789981" y="118067"/>
                  </a:lnTo>
                  <a:lnTo>
                    <a:pt x="2773770" y="79650"/>
                  </a:lnTo>
                  <a:lnTo>
                    <a:pt x="2748624" y="47101"/>
                  </a:lnTo>
                  <a:lnTo>
                    <a:pt x="2716076" y="21955"/>
                  </a:lnTo>
                  <a:lnTo>
                    <a:pt x="2677658" y="5744"/>
                  </a:lnTo>
                  <a:lnTo>
                    <a:pt x="2634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455809" y="8696252"/>
              <a:ext cx="2795905" cy="691515"/>
            </a:xfrm>
            <a:custGeom>
              <a:avLst/>
              <a:gdLst/>
              <a:ahLst/>
              <a:cxnLst/>
              <a:rect l="l" t="t" r="r" b="b"/>
              <a:pathLst>
                <a:path w="2795904" h="691515">
                  <a:moveTo>
                    <a:pt x="2634904" y="691078"/>
                  </a:moveTo>
                  <a:lnTo>
                    <a:pt x="160822" y="691078"/>
                  </a:lnTo>
                  <a:lnTo>
                    <a:pt x="118067" y="685334"/>
                  </a:lnTo>
                  <a:lnTo>
                    <a:pt x="79650" y="669122"/>
                  </a:lnTo>
                  <a:lnTo>
                    <a:pt x="47101" y="643976"/>
                  </a:lnTo>
                  <a:lnTo>
                    <a:pt x="21955" y="611428"/>
                  </a:lnTo>
                  <a:lnTo>
                    <a:pt x="5744" y="573010"/>
                  </a:lnTo>
                  <a:lnTo>
                    <a:pt x="0" y="530256"/>
                  </a:lnTo>
                  <a:lnTo>
                    <a:pt x="0" y="160822"/>
                  </a:lnTo>
                  <a:lnTo>
                    <a:pt x="5744" y="118067"/>
                  </a:lnTo>
                  <a:lnTo>
                    <a:pt x="21955" y="79650"/>
                  </a:lnTo>
                  <a:lnTo>
                    <a:pt x="47101" y="47101"/>
                  </a:lnTo>
                  <a:lnTo>
                    <a:pt x="79650" y="21955"/>
                  </a:lnTo>
                  <a:lnTo>
                    <a:pt x="118067" y="5744"/>
                  </a:lnTo>
                  <a:lnTo>
                    <a:pt x="160822" y="0"/>
                  </a:lnTo>
                  <a:lnTo>
                    <a:pt x="2634904" y="0"/>
                  </a:lnTo>
                  <a:lnTo>
                    <a:pt x="2677658" y="5744"/>
                  </a:lnTo>
                  <a:lnTo>
                    <a:pt x="2716076" y="21955"/>
                  </a:lnTo>
                  <a:lnTo>
                    <a:pt x="2748624" y="47101"/>
                  </a:lnTo>
                  <a:lnTo>
                    <a:pt x="2773770" y="79650"/>
                  </a:lnTo>
                  <a:lnTo>
                    <a:pt x="2789981" y="118067"/>
                  </a:lnTo>
                  <a:lnTo>
                    <a:pt x="2795726" y="160822"/>
                  </a:lnTo>
                  <a:lnTo>
                    <a:pt x="2795726" y="530256"/>
                  </a:lnTo>
                  <a:lnTo>
                    <a:pt x="2789981" y="573010"/>
                  </a:lnTo>
                  <a:lnTo>
                    <a:pt x="2773770" y="611428"/>
                  </a:lnTo>
                  <a:lnTo>
                    <a:pt x="2748624" y="643976"/>
                  </a:lnTo>
                  <a:lnTo>
                    <a:pt x="2716076" y="669122"/>
                  </a:lnTo>
                  <a:lnTo>
                    <a:pt x="2677658" y="685334"/>
                  </a:lnTo>
                  <a:lnTo>
                    <a:pt x="2634904" y="691078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6062876" y="8790490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5">
                  <a:moveTo>
                    <a:pt x="1303625" y="0"/>
                  </a:moveTo>
                  <a:lnTo>
                    <a:pt x="1227026" y="408"/>
                  </a:lnTo>
                  <a:lnTo>
                    <a:pt x="1151593" y="1620"/>
                  </a:lnTo>
                  <a:lnTo>
                    <a:pt x="1077448" y="3611"/>
                  </a:lnTo>
                  <a:lnTo>
                    <a:pt x="1004714" y="6360"/>
                  </a:lnTo>
                  <a:lnTo>
                    <a:pt x="933511" y="9843"/>
                  </a:lnTo>
                  <a:lnTo>
                    <a:pt x="863963" y="14039"/>
                  </a:lnTo>
                  <a:lnTo>
                    <a:pt x="796193" y="18924"/>
                  </a:lnTo>
                  <a:lnTo>
                    <a:pt x="730321" y="24477"/>
                  </a:lnTo>
                  <a:lnTo>
                    <a:pt x="666471" y="30674"/>
                  </a:lnTo>
                  <a:lnTo>
                    <a:pt x="604764" y="37493"/>
                  </a:lnTo>
                  <a:lnTo>
                    <a:pt x="545324" y="44911"/>
                  </a:lnTo>
                  <a:lnTo>
                    <a:pt x="488271" y="52906"/>
                  </a:lnTo>
                  <a:lnTo>
                    <a:pt x="433729" y="61455"/>
                  </a:lnTo>
                  <a:lnTo>
                    <a:pt x="381820" y="70535"/>
                  </a:lnTo>
                  <a:lnTo>
                    <a:pt x="332666" y="80125"/>
                  </a:lnTo>
                  <a:lnTo>
                    <a:pt x="286390" y="90201"/>
                  </a:lnTo>
                  <a:lnTo>
                    <a:pt x="243112" y="100741"/>
                  </a:lnTo>
                  <a:lnTo>
                    <a:pt x="202957" y="111721"/>
                  </a:lnTo>
                  <a:lnTo>
                    <a:pt x="166045" y="123121"/>
                  </a:lnTo>
                  <a:lnTo>
                    <a:pt x="102444" y="147086"/>
                  </a:lnTo>
                  <a:lnTo>
                    <a:pt x="53286" y="172454"/>
                  </a:lnTo>
                  <a:lnTo>
                    <a:pt x="19549" y="199045"/>
                  </a:lnTo>
                  <a:lnTo>
                    <a:pt x="0" y="240830"/>
                  </a:lnTo>
                  <a:lnTo>
                    <a:pt x="2212" y="254981"/>
                  </a:lnTo>
                  <a:lnTo>
                    <a:pt x="34429" y="296052"/>
                  </a:lnTo>
                  <a:lnTo>
                    <a:pt x="75998" y="322054"/>
                  </a:lnTo>
                  <a:lnTo>
                    <a:pt x="132500" y="346743"/>
                  </a:lnTo>
                  <a:lnTo>
                    <a:pt x="202957" y="369938"/>
                  </a:lnTo>
                  <a:lnTo>
                    <a:pt x="243112" y="380919"/>
                  </a:lnTo>
                  <a:lnTo>
                    <a:pt x="286390" y="391459"/>
                  </a:lnTo>
                  <a:lnTo>
                    <a:pt x="332666" y="401535"/>
                  </a:lnTo>
                  <a:lnTo>
                    <a:pt x="381820" y="411124"/>
                  </a:lnTo>
                  <a:lnTo>
                    <a:pt x="433729" y="420205"/>
                  </a:lnTo>
                  <a:lnTo>
                    <a:pt x="488271" y="428754"/>
                  </a:lnTo>
                  <a:lnTo>
                    <a:pt x="545324" y="436749"/>
                  </a:lnTo>
                  <a:lnTo>
                    <a:pt x="604764" y="444167"/>
                  </a:lnTo>
                  <a:lnTo>
                    <a:pt x="666471" y="450986"/>
                  </a:lnTo>
                  <a:lnTo>
                    <a:pt x="730321" y="457183"/>
                  </a:lnTo>
                  <a:lnTo>
                    <a:pt x="796193" y="462735"/>
                  </a:lnTo>
                  <a:lnTo>
                    <a:pt x="863963" y="467621"/>
                  </a:lnTo>
                  <a:lnTo>
                    <a:pt x="933511" y="471816"/>
                  </a:lnTo>
                  <a:lnTo>
                    <a:pt x="1004714" y="475300"/>
                  </a:lnTo>
                  <a:lnTo>
                    <a:pt x="1077448" y="478049"/>
                  </a:lnTo>
                  <a:lnTo>
                    <a:pt x="1151593" y="480040"/>
                  </a:lnTo>
                  <a:lnTo>
                    <a:pt x="1227026" y="481251"/>
                  </a:lnTo>
                  <a:lnTo>
                    <a:pt x="1303625" y="481660"/>
                  </a:lnTo>
                  <a:lnTo>
                    <a:pt x="1380222" y="481251"/>
                  </a:lnTo>
                  <a:lnTo>
                    <a:pt x="1455654" y="480040"/>
                  </a:lnTo>
                  <a:lnTo>
                    <a:pt x="1529798" y="478049"/>
                  </a:lnTo>
                  <a:lnTo>
                    <a:pt x="1602533" y="475300"/>
                  </a:lnTo>
                  <a:lnTo>
                    <a:pt x="1673734" y="471816"/>
                  </a:lnTo>
                  <a:lnTo>
                    <a:pt x="1743282" y="467621"/>
                  </a:lnTo>
                  <a:lnTo>
                    <a:pt x="1811053" y="462735"/>
                  </a:lnTo>
                  <a:lnTo>
                    <a:pt x="1876924" y="457183"/>
                  </a:lnTo>
                  <a:lnTo>
                    <a:pt x="1940774" y="450986"/>
                  </a:lnTo>
                  <a:lnTo>
                    <a:pt x="2002481" y="444167"/>
                  </a:lnTo>
                  <a:lnTo>
                    <a:pt x="2061921" y="436749"/>
                  </a:lnTo>
                  <a:lnTo>
                    <a:pt x="2118974" y="428754"/>
                  </a:lnTo>
                  <a:lnTo>
                    <a:pt x="2173516" y="420205"/>
                  </a:lnTo>
                  <a:lnTo>
                    <a:pt x="2225425" y="411124"/>
                  </a:lnTo>
                  <a:lnTo>
                    <a:pt x="2274580" y="401535"/>
                  </a:lnTo>
                  <a:lnTo>
                    <a:pt x="2320857" y="391459"/>
                  </a:lnTo>
                  <a:lnTo>
                    <a:pt x="2364134" y="380919"/>
                  </a:lnTo>
                  <a:lnTo>
                    <a:pt x="2404290" y="369938"/>
                  </a:lnTo>
                  <a:lnTo>
                    <a:pt x="2441202" y="358539"/>
                  </a:lnTo>
                  <a:lnTo>
                    <a:pt x="2504804" y="334574"/>
                  </a:lnTo>
                  <a:lnTo>
                    <a:pt x="2553963" y="309206"/>
                  </a:lnTo>
                  <a:lnTo>
                    <a:pt x="2587700" y="282614"/>
                  </a:lnTo>
                  <a:lnTo>
                    <a:pt x="2607250" y="240830"/>
                  </a:lnTo>
                  <a:lnTo>
                    <a:pt x="2605037" y="226679"/>
                  </a:lnTo>
                  <a:lnTo>
                    <a:pt x="2572820" y="185608"/>
                  </a:lnTo>
                  <a:lnTo>
                    <a:pt x="2531250" y="159606"/>
                  </a:lnTo>
                  <a:lnTo>
                    <a:pt x="2474747" y="134917"/>
                  </a:lnTo>
                  <a:lnTo>
                    <a:pt x="2404290" y="111721"/>
                  </a:lnTo>
                  <a:lnTo>
                    <a:pt x="2364134" y="100741"/>
                  </a:lnTo>
                  <a:lnTo>
                    <a:pt x="2320857" y="90201"/>
                  </a:lnTo>
                  <a:lnTo>
                    <a:pt x="2274580" y="80125"/>
                  </a:lnTo>
                  <a:lnTo>
                    <a:pt x="2225425" y="70535"/>
                  </a:lnTo>
                  <a:lnTo>
                    <a:pt x="2173516" y="61455"/>
                  </a:lnTo>
                  <a:lnTo>
                    <a:pt x="2118974" y="52906"/>
                  </a:lnTo>
                  <a:lnTo>
                    <a:pt x="2061921" y="44911"/>
                  </a:lnTo>
                  <a:lnTo>
                    <a:pt x="2002481" y="37493"/>
                  </a:lnTo>
                  <a:lnTo>
                    <a:pt x="1940774" y="30674"/>
                  </a:lnTo>
                  <a:lnTo>
                    <a:pt x="1876924" y="24477"/>
                  </a:lnTo>
                  <a:lnTo>
                    <a:pt x="1811053" y="18924"/>
                  </a:lnTo>
                  <a:lnTo>
                    <a:pt x="1743282" y="14039"/>
                  </a:lnTo>
                  <a:lnTo>
                    <a:pt x="1673734" y="9843"/>
                  </a:lnTo>
                  <a:lnTo>
                    <a:pt x="1602533" y="6360"/>
                  </a:lnTo>
                  <a:lnTo>
                    <a:pt x="1529798" y="3611"/>
                  </a:lnTo>
                  <a:lnTo>
                    <a:pt x="1455654" y="1620"/>
                  </a:lnTo>
                  <a:lnTo>
                    <a:pt x="1380222" y="408"/>
                  </a:lnTo>
                  <a:lnTo>
                    <a:pt x="130362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6062876" y="8790490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5">
                  <a:moveTo>
                    <a:pt x="2607250" y="240830"/>
                  </a:moveTo>
                  <a:lnTo>
                    <a:pt x="2587700" y="282614"/>
                  </a:lnTo>
                  <a:lnTo>
                    <a:pt x="2553963" y="309206"/>
                  </a:lnTo>
                  <a:lnTo>
                    <a:pt x="2504804" y="334574"/>
                  </a:lnTo>
                  <a:lnTo>
                    <a:pt x="2441202" y="358539"/>
                  </a:lnTo>
                  <a:lnTo>
                    <a:pt x="2404290" y="369938"/>
                  </a:lnTo>
                  <a:lnTo>
                    <a:pt x="2364134" y="380919"/>
                  </a:lnTo>
                  <a:lnTo>
                    <a:pt x="2320857" y="391459"/>
                  </a:lnTo>
                  <a:lnTo>
                    <a:pt x="2274580" y="401535"/>
                  </a:lnTo>
                  <a:lnTo>
                    <a:pt x="2225425" y="411124"/>
                  </a:lnTo>
                  <a:lnTo>
                    <a:pt x="2173516" y="420205"/>
                  </a:lnTo>
                  <a:lnTo>
                    <a:pt x="2118974" y="428754"/>
                  </a:lnTo>
                  <a:lnTo>
                    <a:pt x="2061921" y="436749"/>
                  </a:lnTo>
                  <a:lnTo>
                    <a:pt x="2002481" y="444167"/>
                  </a:lnTo>
                  <a:lnTo>
                    <a:pt x="1940774" y="450986"/>
                  </a:lnTo>
                  <a:lnTo>
                    <a:pt x="1876924" y="457183"/>
                  </a:lnTo>
                  <a:lnTo>
                    <a:pt x="1811053" y="462735"/>
                  </a:lnTo>
                  <a:lnTo>
                    <a:pt x="1743282" y="467621"/>
                  </a:lnTo>
                  <a:lnTo>
                    <a:pt x="1673734" y="471816"/>
                  </a:lnTo>
                  <a:lnTo>
                    <a:pt x="1602533" y="475300"/>
                  </a:lnTo>
                  <a:lnTo>
                    <a:pt x="1529798" y="478049"/>
                  </a:lnTo>
                  <a:lnTo>
                    <a:pt x="1455654" y="480040"/>
                  </a:lnTo>
                  <a:lnTo>
                    <a:pt x="1380222" y="481251"/>
                  </a:lnTo>
                  <a:lnTo>
                    <a:pt x="1303625" y="481660"/>
                  </a:lnTo>
                  <a:lnTo>
                    <a:pt x="1227026" y="481251"/>
                  </a:lnTo>
                  <a:lnTo>
                    <a:pt x="1151593" y="480040"/>
                  </a:lnTo>
                  <a:lnTo>
                    <a:pt x="1077448" y="478049"/>
                  </a:lnTo>
                  <a:lnTo>
                    <a:pt x="1004714" y="475300"/>
                  </a:lnTo>
                  <a:lnTo>
                    <a:pt x="933511" y="471816"/>
                  </a:lnTo>
                  <a:lnTo>
                    <a:pt x="863963" y="467621"/>
                  </a:lnTo>
                  <a:lnTo>
                    <a:pt x="796193" y="462735"/>
                  </a:lnTo>
                  <a:lnTo>
                    <a:pt x="730321" y="457183"/>
                  </a:lnTo>
                  <a:lnTo>
                    <a:pt x="666471" y="450986"/>
                  </a:lnTo>
                  <a:lnTo>
                    <a:pt x="604764" y="444167"/>
                  </a:lnTo>
                  <a:lnTo>
                    <a:pt x="545324" y="436749"/>
                  </a:lnTo>
                  <a:lnTo>
                    <a:pt x="488271" y="428754"/>
                  </a:lnTo>
                  <a:lnTo>
                    <a:pt x="433729" y="420205"/>
                  </a:lnTo>
                  <a:lnTo>
                    <a:pt x="381820" y="411124"/>
                  </a:lnTo>
                  <a:lnTo>
                    <a:pt x="332666" y="401535"/>
                  </a:lnTo>
                  <a:lnTo>
                    <a:pt x="286390" y="391459"/>
                  </a:lnTo>
                  <a:lnTo>
                    <a:pt x="243112" y="380919"/>
                  </a:lnTo>
                  <a:lnTo>
                    <a:pt x="202957" y="369938"/>
                  </a:lnTo>
                  <a:lnTo>
                    <a:pt x="166045" y="358539"/>
                  </a:lnTo>
                  <a:lnTo>
                    <a:pt x="102444" y="334574"/>
                  </a:lnTo>
                  <a:lnTo>
                    <a:pt x="53286" y="309206"/>
                  </a:lnTo>
                  <a:lnTo>
                    <a:pt x="19549" y="282614"/>
                  </a:lnTo>
                  <a:lnTo>
                    <a:pt x="0" y="240830"/>
                  </a:lnTo>
                  <a:lnTo>
                    <a:pt x="2212" y="226679"/>
                  </a:lnTo>
                  <a:lnTo>
                    <a:pt x="34429" y="185608"/>
                  </a:lnTo>
                  <a:lnTo>
                    <a:pt x="75998" y="159606"/>
                  </a:lnTo>
                  <a:lnTo>
                    <a:pt x="132500" y="134917"/>
                  </a:lnTo>
                  <a:lnTo>
                    <a:pt x="202957" y="111721"/>
                  </a:lnTo>
                  <a:lnTo>
                    <a:pt x="243112" y="100741"/>
                  </a:lnTo>
                  <a:lnTo>
                    <a:pt x="286390" y="90201"/>
                  </a:lnTo>
                  <a:lnTo>
                    <a:pt x="332666" y="80125"/>
                  </a:lnTo>
                  <a:lnTo>
                    <a:pt x="381820" y="70535"/>
                  </a:lnTo>
                  <a:lnTo>
                    <a:pt x="433729" y="61455"/>
                  </a:lnTo>
                  <a:lnTo>
                    <a:pt x="488271" y="52906"/>
                  </a:lnTo>
                  <a:lnTo>
                    <a:pt x="545324" y="44911"/>
                  </a:lnTo>
                  <a:lnTo>
                    <a:pt x="604764" y="37493"/>
                  </a:lnTo>
                  <a:lnTo>
                    <a:pt x="666471" y="30674"/>
                  </a:lnTo>
                  <a:lnTo>
                    <a:pt x="730321" y="24477"/>
                  </a:lnTo>
                  <a:lnTo>
                    <a:pt x="796193" y="18924"/>
                  </a:lnTo>
                  <a:lnTo>
                    <a:pt x="863963" y="14039"/>
                  </a:lnTo>
                  <a:lnTo>
                    <a:pt x="933511" y="9843"/>
                  </a:lnTo>
                  <a:lnTo>
                    <a:pt x="1004714" y="6360"/>
                  </a:lnTo>
                  <a:lnTo>
                    <a:pt x="1077448" y="3611"/>
                  </a:lnTo>
                  <a:lnTo>
                    <a:pt x="1151593" y="1620"/>
                  </a:lnTo>
                  <a:lnTo>
                    <a:pt x="1227026" y="408"/>
                  </a:lnTo>
                  <a:lnTo>
                    <a:pt x="1303625" y="0"/>
                  </a:lnTo>
                  <a:lnTo>
                    <a:pt x="1380222" y="408"/>
                  </a:lnTo>
                  <a:lnTo>
                    <a:pt x="1455654" y="1620"/>
                  </a:lnTo>
                  <a:lnTo>
                    <a:pt x="1529798" y="3611"/>
                  </a:lnTo>
                  <a:lnTo>
                    <a:pt x="1602533" y="6360"/>
                  </a:lnTo>
                  <a:lnTo>
                    <a:pt x="1673734" y="9843"/>
                  </a:lnTo>
                  <a:lnTo>
                    <a:pt x="1743282" y="14039"/>
                  </a:lnTo>
                  <a:lnTo>
                    <a:pt x="1811053" y="18924"/>
                  </a:lnTo>
                  <a:lnTo>
                    <a:pt x="1876924" y="24477"/>
                  </a:lnTo>
                  <a:lnTo>
                    <a:pt x="1940774" y="30674"/>
                  </a:lnTo>
                  <a:lnTo>
                    <a:pt x="2002481" y="37493"/>
                  </a:lnTo>
                  <a:lnTo>
                    <a:pt x="2061921" y="44911"/>
                  </a:lnTo>
                  <a:lnTo>
                    <a:pt x="2118974" y="52906"/>
                  </a:lnTo>
                  <a:lnTo>
                    <a:pt x="2173516" y="61455"/>
                  </a:lnTo>
                  <a:lnTo>
                    <a:pt x="2225425" y="70535"/>
                  </a:lnTo>
                  <a:lnTo>
                    <a:pt x="2274580" y="80125"/>
                  </a:lnTo>
                  <a:lnTo>
                    <a:pt x="2320857" y="90201"/>
                  </a:lnTo>
                  <a:lnTo>
                    <a:pt x="2364134" y="100741"/>
                  </a:lnTo>
                  <a:lnTo>
                    <a:pt x="2404290" y="111721"/>
                  </a:lnTo>
                  <a:lnTo>
                    <a:pt x="2441202" y="123121"/>
                  </a:lnTo>
                  <a:lnTo>
                    <a:pt x="2504804" y="147086"/>
                  </a:lnTo>
                  <a:lnTo>
                    <a:pt x="2553963" y="172454"/>
                  </a:lnTo>
                  <a:lnTo>
                    <a:pt x="2587700" y="199045"/>
                  </a:lnTo>
                  <a:lnTo>
                    <a:pt x="2607250" y="24083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6062876" y="7020912"/>
              <a:ext cx="2607310" cy="1993900"/>
            </a:xfrm>
            <a:custGeom>
              <a:avLst/>
              <a:gdLst/>
              <a:ahLst/>
              <a:cxnLst/>
              <a:rect l="l" t="t" r="r" b="b"/>
              <a:pathLst>
                <a:path w="2607309" h="1993900">
                  <a:moveTo>
                    <a:pt x="2607250" y="0"/>
                  </a:moveTo>
                  <a:lnTo>
                    <a:pt x="0" y="0"/>
                  </a:lnTo>
                  <a:lnTo>
                    <a:pt x="0" y="1993897"/>
                  </a:lnTo>
                  <a:lnTo>
                    <a:pt x="1303625" y="1770019"/>
                  </a:lnTo>
                  <a:lnTo>
                    <a:pt x="2607250" y="1993897"/>
                  </a:lnTo>
                  <a:lnTo>
                    <a:pt x="2607250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6062876" y="7020912"/>
              <a:ext cx="2607310" cy="1993900"/>
            </a:xfrm>
            <a:custGeom>
              <a:avLst/>
              <a:gdLst/>
              <a:ahLst/>
              <a:cxnLst/>
              <a:rect l="l" t="t" r="r" b="b"/>
              <a:pathLst>
                <a:path w="2607309" h="1993900">
                  <a:moveTo>
                    <a:pt x="2607250" y="1993897"/>
                  </a:moveTo>
                  <a:lnTo>
                    <a:pt x="1303625" y="1770019"/>
                  </a:lnTo>
                  <a:lnTo>
                    <a:pt x="0" y="1993897"/>
                  </a:lnTo>
                  <a:lnTo>
                    <a:pt x="0" y="0"/>
                  </a:lnTo>
                  <a:lnTo>
                    <a:pt x="2607250" y="0"/>
                  </a:lnTo>
                  <a:lnTo>
                    <a:pt x="2607250" y="199389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6062876" y="6780080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5">
                  <a:moveTo>
                    <a:pt x="1303625" y="0"/>
                  </a:moveTo>
                  <a:lnTo>
                    <a:pt x="1227026" y="408"/>
                  </a:lnTo>
                  <a:lnTo>
                    <a:pt x="1151593" y="1620"/>
                  </a:lnTo>
                  <a:lnTo>
                    <a:pt x="1077448" y="3611"/>
                  </a:lnTo>
                  <a:lnTo>
                    <a:pt x="1004714" y="6360"/>
                  </a:lnTo>
                  <a:lnTo>
                    <a:pt x="933511" y="9843"/>
                  </a:lnTo>
                  <a:lnTo>
                    <a:pt x="863963" y="14039"/>
                  </a:lnTo>
                  <a:lnTo>
                    <a:pt x="796193" y="18924"/>
                  </a:lnTo>
                  <a:lnTo>
                    <a:pt x="730321" y="24477"/>
                  </a:lnTo>
                  <a:lnTo>
                    <a:pt x="666471" y="30674"/>
                  </a:lnTo>
                  <a:lnTo>
                    <a:pt x="604764" y="37493"/>
                  </a:lnTo>
                  <a:lnTo>
                    <a:pt x="545324" y="44911"/>
                  </a:lnTo>
                  <a:lnTo>
                    <a:pt x="488271" y="52906"/>
                  </a:lnTo>
                  <a:lnTo>
                    <a:pt x="433729" y="61455"/>
                  </a:lnTo>
                  <a:lnTo>
                    <a:pt x="381820" y="70535"/>
                  </a:lnTo>
                  <a:lnTo>
                    <a:pt x="332666" y="80125"/>
                  </a:lnTo>
                  <a:lnTo>
                    <a:pt x="286390" y="90201"/>
                  </a:lnTo>
                  <a:lnTo>
                    <a:pt x="243112" y="100741"/>
                  </a:lnTo>
                  <a:lnTo>
                    <a:pt x="202957" y="111721"/>
                  </a:lnTo>
                  <a:lnTo>
                    <a:pt x="166045" y="123121"/>
                  </a:lnTo>
                  <a:lnTo>
                    <a:pt x="102444" y="147086"/>
                  </a:lnTo>
                  <a:lnTo>
                    <a:pt x="53286" y="172454"/>
                  </a:lnTo>
                  <a:lnTo>
                    <a:pt x="19549" y="199045"/>
                  </a:lnTo>
                  <a:lnTo>
                    <a:pt x="0" y="240830"/>
                  </a:lnTo>
                  <a:lnTo>
                    <a:pt x="2212" y="254981"/>
                  </a:lnTo>
                  <a:lnTo>
                    <a:pt x="34429" y="296052"/>
                  </a:lnTo>
                  <a:lnTo>
                    <a:pt x="75998" y="322054"/>
                  </a:lnTo>
                  <a:lnTo>
                    <a:pt x="132500" y="346743"/>
                  </a:lnTo>
                  <a:lnTo>
                    <a:pt x="202957" y="369938"/>
                  </a:lnTo>
                  <a:lnTo>
                    <a:pt x="243112" y="380919"/>
                  </a:lnTo>
                  <a:lnTo>
                    <a:pt x="286390" y="391459"/>
                  </a:lnTo>
                  <a:lnTo>
                    <a:pt x="332666" y="401535"/>
                  </a:lnTo>
                  <a:lnTo>
                    <a:pt x="381820" y="411124"/>
                  </a:lnTo>
                  <a:lnTo>
                    <a:pt x="433729" y="420205"/>
                  </a:lnTo>
                  <a:lnTo>
                    <a:pt x="488271" y="428754"/>
                  </a:lnTo>
                  <a:lnTo>
                    <a:pt x="545324" y="436749"/>
                  </a:lnTo>
                  <a:lnTo>
                    <a:pt x="604764" y="444167"/>
                  </a:lnTo>
                  <a:lnTo>
                    <a:pt x="666471" y="450986"/>
                  </a:lnTo>
                  <a:lnTo>
                    <a:pt x="730321" y="457183"/>
                  </a:lnTo>
                  <a:lnTo>
                    <a:pt x="796193" y="462735"/>
                  </a:lnTo>
                  <a:lnTo>
                    <a:pt x="863963" y="467621"/>
                  </a:lnTo>
                  <a:lnTo>
                    <a:pt x="933511" y="471816"/>
                  </a:lnTo>
                  <a:lnTo>
                    <a:pt x="1004714" y="475300"/>
                  </a:lnTo>
                  <a:lnTo>
                    <a:pt x="1077448" y="478049"/>
                  </a:lnTo>
                  <a:lnTo>
                    <a:pt x="1151593" y="480040"/>
                  </a:lnTo>
                  <a:lnTo>
                    <a:pt x="1227026" y="481251"/>
                  </a:lnTo>
                  <a:lnTo>
                    <a:pt x="1303625" y="481660"/>
                  </a:lnTo>
                  <a:lnTo>
                    <a:pt x="1380222" y="481251"/>
                  </a:lnTo>
                  <a:lnTo>
                    <a:pt x="1455654" y="480040"/>
                  </a:lnTo>
                  <a:lnTo>
                    <a:pt x="1529798" y="478049"/>
                  </a:lnTo>
                  <a:lnTo>
                    <a:pt x="1602533" y="475300"/>
                  </a:lnTo>
                  <a:lnTo>
                    <a:pt x="1673734" y="471816"/>
                  </a:lnTo>
                  <a:lnTo>
                    <a:pt x="1743282" y="467621"/>
                  </a:lnTo>
                  <a:lnTo>
                    <a:pt x="1811053" y="462735"/>
                  </a:lnTo>
                  <a:lnTo>
                    <a:pt x="1876924" y="457183"/>
                  </a:lnTo>
                  <a:lnTo>
                    <a:pt x="1940774" y="450986"/>
                  </a:lnTo>
                  <a:lnTo>
                    <a:pt x="2002481" y="444167"/>
                  </a:lnTo>
                  <a:lnTo>
                    <a:pt x="2061921" y="436749"/>
                  </a:lnTo>
                  <a:lnTo>
                    <a:pt x="2118974" y="428754"/>
                  </a:lnTo>
                  <a:lnTo>
                    <a:pt x="2173516" y="420205"/>
                  </a:lnTo>
                  <a:lnTo>
                    <a:pt x="2225425" y="411124"/>
                  </a:lnTo>
                  <a:lnTo>
                    <a:pt x="2274580" y="401535"/>
                  </a:lnTo>
                  <a:lnTo>
                    <a:pt x="2320857" y="391459"/>
                  </a:lnTo>
                  <a:lnTo>
                    <a:pt x="2364134" y="380919"/>
                  </a:lnTo>
                  <a:lnTo>
                    <a:pt x="2404290" y="369938"/>
                  </a:lnTo>
                  <a:lnTo>
                    <a:pt x="2441202" y="358539"/>
                  </a:lnTo>
                  <a:lnTo>
                    <a:pt x="2504804" y="334574"/>
                  </a:lnTo>
                  <a:lnTo>
                    <a:pt x="2553963" y="309206"/>
                  </a:lnTo>
                  <a:lnTo>
                    <a:pt x="2587700" y="282614"/>
                  </a:lnTo>
                  <a:lnTo>
                    <a:pt x="2607250" y="240830"/>
                  </a:lnTo>
                  <a:lnTo>
                    <a:pt x="2605037" y="226679"/>
                  </a:lnTo>
                  <a:lnTo>
                    <a:pt x="2572820" y="185608"/>
                  </a:lnTo>
                  <a:lnTo>
                    <a:pt x="2531250" y="159606"/>
                  </a:lnTo>
                  <a:lnTo>
                    <a:pt x="2474747" y="134917"/>
                  </a:lnTo>
                  <a:lnTo>
                    <a:pt x="2404290" y="111721"/>
                  </a:lnTo>
                  <a:lnTo>
                    <a:pt x="2364134" y="100741"/>
                  </a:lnTo>
                  <a:lnTo>
                    <a:pt x="2320857" y="90201"/>
                  </a:lnTo>
                  <a:lnTo>
                    <a:pt x="2274580" y="80125"/>
                  </a:lnTo>
                  <a:lnTo>
                    <a:pt x="2225425" y="70535"/>
                  </a:lnTo>
                  <a:lnTo>
                    <a:pt x="2173516" y="61455"/>
                  </a:lnTo>
                  <a:lnTo>
                    <a:pt x="2118974" y="52906"/>
                  </a:lnTo>
                  <a:lnTo>
                    <a:pt x="2061921" y="44911"/>
                  </a:lnTo>
                  <a:lnTo>
                    <a:pt x="2002481" y="37493"/>
                  </a:lnTo>
                  <a:lnTo>
                    <a:pt x="1940774" y="30674"/>
                  </a:lnTo>
                  <a:lnTo>
                    <a:pt x="1876924" y="24477"/>
                  </a:lnTo>
                  <a:lnTo>
                    <a:pt x="1811053" y="18924"/>
                  </a:lnTo>
                  <a:lnTo>
                    <a:pt x="1743282" y="14039"/>
                  </a:lnTo>
                  <a:lnTo>
                    <a:pt x="1673734" y="9843"/>
                  </a:lnTo>
                  <a:lnTo>
                    <a:pt x="1602533" y="6360"/>
                  </a:lnTo>
                  <a:lnTo>
                    <a:pt x="1529798" y="3611"/>
                  </a:lnTo>
                  <a:lnTo>
                    <a:pt x="1455654" y="1620"/>
                  </a:lnTo>
                  <a:lnTo>
                    <a:pt x="1380222" y="408"/>
                  </a:lnTo>
                  <a:lnTo>
                    <a:pt x="1303625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6062876" y="6780080"/>
              <a:ext cx="2607310" cy="481965"/>
            </a:xfrm>
            <a:custGeom>
              <a:avLst/>
              <a:gdLst/>
              <a:ahLst/>
              <a:cxnLst/>
              <a:rect l="l" t="t" r="r" b="b"/>
              <a:pathLst>
                <a:path w="2607309" h="481965">
                  <a:moveTo>
                    <a:pt x="2607250" y="240830"/>
                  </a:moveTo>
                  <a:lnTo>
                    <a:pt x="2587700" y="282614"/>
                  </a:lnTo>
                  <a:lnTo>
                    <a:pt x="2553963" y="309206"/>
                  </a:lnTo>
                  <a:lnTo>
                    <a:pt x="2504804" y="334574"/>
                  </a:lnTo>
                  <a:lnTo>
                    <a:pt x="2441202" y="358539"/>
                  </a:lnTo>
                  <a:lnTo>
                    <a:pt x="2404290" y="369938"/>
                  </a:lnTo>
                  <a:lnTo>
                    <a:pt x="2364134" y="380919"/>
                  </a:lnTo>
                  <a:lnTo>
                    <a:pt x="2320857" y="391459"/>
                  </a:lnTo>
                  <a:lnTo>
                    <a:pt x="2274580" y="401535"/>
                  </a:lnTo>
                  <a:lnTo>
                    <a:pt x="2225425" y="411124"/>
                  </a:lnTo>
                  <a:lnTo>
                    <a:pt x="2173516" y="420205"/>
                  </a:lnTo>
                  <a:lnTo>
                    <a:pt x="2118974" y="428754"/>
                  </a:lnTo>
                  <a:lnTo>
                    <a:pt x="2061921" y="436749"/>
                  </a:lnTo>
                  <a:lnTo>
                    <a:pt x="2002481" y="444167"/>
                  </a:lnTo>
                  <a:lnTo>
                    <a:pt x="1940774" y="450986"/>
                  </a:lnTo>
                  <a:lnTo>
                    <a:pt x="1876924" y="457183"/>
                  </a:lnTo>
                  <a:lnTo>
                    <a:pt x="1811053" y="462735"/>
                  </a:lnTo>
                  <a:lnTo>
                    <a:pt x="1743282" y="467621"/>
                  </a:lnTo>
                  <a:lnTo>
                    <a:pt x="1673734" y="471816"/>
                  </a:lnTo>
                  <a:lnTo>
                    <a:pt x="1602533" y="475300"/>
                  </a:lnTo>
                  <a:lnTo>
                    <a:pt x="1529798" y="478049"/>
                  </a:lnTo>
                  <a:lnTo>
                    <a:pt x="1455654" y="480040"/>
                  </a:lnTo>
                  <a:lnTo>
                    <a:pt x="1380222" y="481251"/>
                  </a:lnTo>
                  <a:lnTo>
                    <a:pt x="1303625" y="481660"/>
                  </a:lnTo>
                  <a:lnTo>
                    <a:pt x="1227026" y="481251"/>
                  </a:lnTo>
                  <a:lnTo>
                    <a:pt x="1151593" y="480040"/>
                  </a:lnTo>
                  <a:lnTo>
                    <a:pt x="1077448" y="478049"/>
                  </a:lnTo>
                  <a:lnTo>
                    <a:pt x="1004714" y="475300"/>
                  </a:lnTo>
                  <a:lnTo>
                    <a:pt x="933511" y="471816"/>
                  </a:lnTo>
                  <a:lnTo>
                    <a:pt x="863963" y="467621"/>
                  </a:lnTo>
                  <a:lnTo>
                    <a:pt x="796193" y="462735"/>
                  </a:lnTo>
                  <a:lnTo>
                    <a:pt x="730321" y="457183"/>
                  </a:lnTo>
                  <a:lnTo>
                    <a:pt x="666471" y="450986"/>
                  </a:lnTo>
                  <a:lnTo>
                    <a:pt x="604764" y="444167"/>
                  </a:lnTo>
                  <a:lnTo>
                    <a:pt x="545324" y="436749"/>
                  </a:lnTo>
                  <a:lnTo>
                    <a:pt x="488271" y="428754"/>
                  </a:lnTo>
                  <a:lnTo>
                    <a:pt x="433729" y="420205"/>
                  </a:lnTo>
                  <a:lnTo>
                    <a:pt x="381820" y="411124"/>
                  </a:lnTo>
                  <a:lnTo>
                    <a:pt x="332666" y="401535"/>
                  </a:lnTo>
                  <a:lnTo>
                    <a:pt x="286390" y="391459"/>
                  </a:lnTo>
                  <a:lnTo>
                    <a:pt x="243112" y="380919"/>
                  </a:lnTo>
                  <a:lnTo>
                    <a:pt x="202957" y="369938"/>
                  </a:lnTo>
                  <a:lnTo>
                    <a:pt x="166045" y="358539"/>
                  </a:lnTo>
                  <a:lnTo>
                    <a:pt x="102444" y="334574"/>
                  </a:lnTo>
                  <a:lnTo>
                    <a:pt x="53286" y="309206"/>
                  </a:lnTo>
                  <a:lnTo>
                    <a:pt x="19549" y="282614"/>
                  </a:lnTo>
                  <a:lnTo>
                    <a:pt x="0" y="240830"/>
                  </a:lnTo>
                  <a:lnTo>
                    <a:pt x="2212" y="226679"/>
                  </a:lnTo>
                  <a:lnTo>
                    <a:pt x="34429" y="185608"/>
                  </a:lnTo>
                  <a:lnTo>
                    <a:pt x="75998" y="159606"/>
                  </a:lnTo>
                  <a:lnTo>
                    <a:pt x="132500" y="134917"/>
                  </a:lnTo>
                  <a:lnTo>
                    <a:pt x="202957" y="111721"/>
                  </a:lnTo>
                  <a:lnTo>
                    <a:pt x="243112" y="100741"/>
                  </a:lnTo>
                  <a:lnTo>
                    <a:pt x="286390" y="90201"/>
                  </a:lnTo>
                  <a:lnTo>
                    <a:pt x="332666" y="80125"/>
                  </a:lnTo>
                  <a:lnTo>
                    <a:pt x="381820" y="70535"/>
                  </a:lnTo>
                  <a:lnTo>
                    <a:pt x="433729" y="61455"/>
                  </a:lnTo>
                  <a:lnTo>
                    <a:pt x="488271" y="52906"/>
                  </a:lnTo>
                  <a:lnTo>
                    <a:pt x="545324" y="44911"/>
                  </a:lnTo>
                  <a:lnTo>
                    <a:pt x="604764" y="37493"/>
                  </a:lnTo>
                  <a:lnTo>
                    <a:pt x="666471" y="30674"/>
                  </a:lnTo>
                  <a:lnTo>
                    <a:pt x="730321" y="24477"/>
                  </a:lnTo>
                  <a:lnTo>
                    <a:pt x="796193" y="18924"/>
                  </a:lnTo>
                  <a:lnTo>
                    <a:pt x="863963" y="14039"/>
                  </a:lnTo>
                  <a:lnTo>
                    <a:pt x="933511" y="9843"/>
                  </a:lnTo>
                  <a:lnTo>
                    <a:pt x="1004714" y="6360"/>
                  </a:lnTo>
                  <a:lnTo>
                    <a:pt x="1077448" y="3611"/>
                  </a:lnTo>
                  <a:lnTo>
                    <a:pt x="1151593" y="1620"/>
                  </a:lnTo>
                  <a:lnTo>
                    <a:pt x="1227026" y="408"/>
                  </a:lnTo>
                  <a:lnTo>
                    <a:pt x="1303625" y="0"/>
                  </a:lnTo>
                  <a:lnTo>
                    <a:pt x="1380222" y="408"/>
                  </a:lnTo>
                  <a:lnTo>
                    <a:pt x="1455654" y="1620"/>
                  </a:lnTo>
                  <a:lnTo>
                    <a:pt x="1529798" y="3611"/>
                  </a:lnTo>
                  <a:lnTo>
                    <a:pt x="1602533" y="6360"/>
                  </a:lnTo>
                  <a:lnTo>
                    <a:pt x="1673734" y="9843"/>
                  </a:lnTo>
                  <a:lnTo>
                    <a:pt x="1743282" y="14039"/>
                  </a:lnTo>
                  <a:lnTo>
                    <a:pt x="1811053" y="18924"/>
                  </a:lnTo>
                  <a:lnTo>
                    <a:pt x="1876924" y="24477"/>
                  </a:lnTo>
                  <a:lnTo>
                    <a:pt x="1940774" y="30674"/>
                  </a:lnTo>
                  <a:lnTo>
                    <a:pt x="2002481" y="37493"/>
                  </a:lnTo>
                  <a:lnTo>
                    <a:pt x="2061921" y="44911"/>
                  </a:lnTo>
                  <a:lnTo>
                    <a:pt x="2118974" y="52906"/>
                  </a:lnTo>
                  <a:lnTo>
                    <a:pt x="2173516" y="61455"/>
                  </a:lnTo>
                  <a:lnTo>
                    <a:pt x="2225425" y="70535"/>
                  </a:lnTo>
                  <a:lnTo>
                    <a:pt x="2274580" y="80125"/>
                  </a:lnTo>
                  <a:lnTo>
                    <a:pt x="2320857" y="90201"/>
                  </a:lnTo>
                  <a:lnTo>
                    <a:pt x="2364134" y="100741"/>
                  </a:lnTo>
                  <a:lnTo>
                    <a:pt x="2404290" y="111721"/>
                  </a:lnTo>
                  <a:lnTo>
                    <a:pt x="2441202" y="123121"/>
                  </a:lnTo>
                  <a:lnTo>
                    <a:pt x="2504804" y="147086"/>
                  </a:lnTo>
                  <a:lnTo>
                    <a:pt x="2553963" y="172454"/>
                  </a:lnTo>
                  <a:lnTo>
                    <a:pt x="2587700" y="199045"/>
                  </a:lnTo>
                  <a:lnTo>
                    <a:pt x="2607250" y="24083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6073353" y="8727661"/>
              <a:ext cx="2586355" cy="293370"/>
            </a:xfrm>
            <a:custGeom>
              <a:avLst/>
              <a:gdLst/>
              <a:ahLst/>
              <a:cxnLst/>
              <a:rect l="l" t="t" r="r" b="b"/>
              <a:pathLst>
                <a:path w="2586355" h="293370">
                  <a:moveTo>
                    <a:pt x="2586308" y="0"/>
                  </a:moveTo>
                  <a:lnTo>
                    <a:pt x="0" y="0"/>
                  </a:lnTo>
                  <a:lnTo>
                    <a:pt x="0" y="293184"/>
                  </a:lnTo>
                  <a:lnTo>
                    <a:pt x="2586308" y="293184"/>
                  </a:lnTo>
                  <a:lnTo>
                    <a:pt x="2586308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514420" y="7990584"/>
            <a:ext cx="1767229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1" spc="-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Text</a:t>
            </a:r>
            <a:r>
              <a:rPr sz="20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Database</a:t>
            </a:r>
            <a:endParaRPr sz="20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565534" y="6989491"/>
            <a:ext cx="1497965" cy="1851660"/>
            <a:chOff x="14565534" y="6989491"/>
            <a:chExt cx="1497965" cy="1851660"/>
          </a:xfrm>
        </p:grpSpPr>
        <p:sp>
          <p:nvSpPr>
            <p:cNvPr id="26" name="object 26"/>
            <p:cNvSpPr/>
            <p:nvPr/>
          </p:nvSpPr>
          <p:spPr>
            <a:xfrm>
              <a:off x="14576011" y="6999968"/>
              <a:ext cx="1361440" cy="1005205"/>
            </a:xfrm>
            <a:custGeom>
              <a:avLst/>
              <a:gdLst/>
              <a:ahLst/>
              <a:cxnLst/>
              <a:rect l="l" t="t" r="r" b="b"/>
              <a:pathLst>
                <a:path w="1361440" h="1005204">
                  <a:moveTo>
                    <a:pt x="1361215" y="1005204"/>
                  </a:moveTo>
                  <a:lnTo>
                    <a:pt x="980608" y="1005204"/>
                  </a:lnTo>
                  <a:lnTo>
                    <a:pt x="941274" y="997263"/>
                  </a:lnTo>
                  <a:lnTo>
                    <a:pt x="909152" y="975606"/>
                  </a:lnTo>
                  <a:lnTo>
                    <a:pt x="887495" y="943485"/>
                  </a:lnTo>
                  <a:lnTo>
                    <a:pt x="879554" y="904150"/>
                  </a:lnTo>
                  <a:lnTo>
                    <a:pt x="879554" y="101064"/>
                  </a:lnTo>
                  <a:lnTo>
                    <a:pt x="871612" y="61724"/>
                  </a:lnTo>
                  <a:lnTo>
                    <a:pt x="849954" y="29599"/>
                  </a:lnTo>
                  <a:lnTo>
                    <a:pt x="817829" y="7941"/>
                  </a:lnTo>
                  <a:lnTo>
                    <a:pt x="778489" y="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80368" y="7900052"/>
              <a:ext cx="178999" cy="19917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4701662" y="8298358"/>
              <a:ext cx="1351280" cy="440055"/>
            </a:xfrm>
            <a:custGeom>
              <a:avLst/>
              <a:gdLst/>
              <a:ahLst/>
              <a:cxnLst/>
              <a:rect l="l" t="t" r="r" b="b"/>
              <a:pathLst>
                <a:path w="1351280" h="440054">
                  <a:moveTo>
                    <a:pt x="1350744" y="0"/>
                  </a:moveTo>
                  <a:lnTo>
                    <a:pt x="854968" y="0"/>
                  </a:lnTo>
                  <a:lnTo>
                    <a:pt x="815628" y="7937"/>
                  </a:lnTo>
                  <a:lnTo>
                    <a:pt x="783503" y="29594"/>
                  </a:lnTo>
                  <a:lnTo>
                    <a:pt x="761845" y="61718"/>
                  </a:lnTo>
                  <a:lnTo>
                    <a:pt x="753903" y="101054"/>
                  </a:lnTo>
                  <a:lnTo>
                    <a:pt x="753903" y="338722"/>
                  </a:lnTo>
                  <a:lnTo>
                    <a:pt x="745962" y="378057"/>
                  </a:lnTo>
                  <a:lnTo>
                    <a:pt x="724305" y="410178"/>
                  </a:lnTo>
                  <a:lnTo>
                    <a:pt x="692183" y="431835"/>
                  </a:lnTo>
                  <a:lnTo>
                    <a:pt x="652849" y="439777"/>
                  </a:lnTo>
                  <a:lnTo>
                    <a:pt x="0" y="43977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80373" y="8641414"/>
              <a:ext cx="178999" cy="19917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919568" y="8267162"/>
            <a:ext cx="1903730" cy="25327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위</a:t>
            </a:r>
            <a:r>
              <a:rPr sz="15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문맥을</a:t>
            </a:r>
            <a:r>
              <a:rPr sz="15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바탕으로</a:t>
            </a:r>
            <a:r>
              <a:rPr sz="15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질문</a:t>
            </a:r>
            <a:endParaRPr sz="15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59130" y="8829768"/>
            <a:ext cx="1418590" cy="915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b="1" spc="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Message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72390">
              <a:lnSpc>
                <a:spcPct val="100000"/>
              </a:lnSpc>
              <a:spcBef>
                <a:spcPts val="2175"/>
              </a:spcBef>
            </a:pPr>
            <a:r>
              <a:rPr sz="155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에</a:t>
            </a:r>
            <a:r>
              <a:rPr sz="15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1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답하면?</a:t>
            </a:r>
            <a:r>
              <a:rPr sz="15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55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답변:</a:t>
            </a:r>
            <a:endParaRPr sz="15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509957" y="6830156"/>
            <a:ext cx="3020695" cy="6450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0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top-</a:t>
            </a:r>
            <a:r>
              <a:rPr sz="2050" b="1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k</a:t>
            </a:r>
            <a:r>
              <a:rPr sz="2050" b="1" spc="-1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index</a:t>
            </a:r>
            <a:r>
              <a:rPr sz="2050" b="1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050" b="1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[</a:t>
            </a:r>
            <a:r>
              <a:rPr sz="2050" b="1" spc="1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075" b="1" i="1" spc="-44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</a:t>
            </a:r>
            <a:r>
              <a:rPr sz="3075" b="1" i="1" spc="-367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,</a:t>
            </a:r>
            <a:r>
              <a:rPr sz="3075" b="1" i="1" spc="509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spc="172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b,</a:t>
            </a:r>
            <a:r>
              <a:rPr sz="3075" b="1" i="1" spc="359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spc="165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a,</a:t>
            </a:r>
            <a:r>
              <a:rPr sz="3075" b="1" i="1" spc="-172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3075" b="1" i="1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...</a:t>
            </a:r>
            <a:r>
              <a:rPr sz="3075" b="1" i="1" spc="135" baseline="1084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050" b="1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]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1508035" y="7732920"/>
            <a:ext cx="3026410" cy="1851660"/>
            <a:chOff x="11508035" y="7732920"/>
            <a:chExt cx="3026410" cy="1851660"/>
          </a:xfrm>
        </p:grpSpPr>
        <p:sp>
          <p:nvSpPr>
            <p:cNvPr id="34" name="object 34"/>
            <p:cNvSpPr/>
            <p:nvPr/>
          </p:nvSpPr>
          <p:spPr>
            <a:xfrm>
              <a:off x="11968761" y="7743397"/>
              <a:ext cx="2555240" cy="1348740"/>
            </a:xfrm>
            <a:custGeom>
              <a:avLst/>
              <a:gdLst/>
              <a:ahLst/>
              <a:cxnLst/>
              <a:rect l="l" t="t" r="r" b="b"/>
              <a:pathLst>
                <a:path w="2555240" h="1348740">
                  <a:moveTo>
                    <a:pt x="2444459" y="0"/>
                  </a:moveTo>
                  <a:lnTo>
                    <a:pt x="110436" y="0"/>
                  </a:lnTo>
                  <a:lnTo>
                    <a:pt x="67555" y="8713"/>
                  </a:lnTo>
                  <a:lnTo>
                    <a:pt x="32440" y="32440"/>
                  </a:lnTo>
                  <a:lnTo>
                    <a:pt x="8713" y="67555"/>
                  </a:lnTo>
                  <a:lnTo>
                    <a:pt x="0" y="110436"/>
                  </a:lnTo>
                  <a:lnTo>
                    <a:pt x="0" y="1207041"/>
                  </a:lnTo>
                  <a:lnTo>
                    <a:pt x="96482" y="1248044"/>
                  </a:lnTo>
                  <a:lnTo>
                    <a:pt x="363741" y="1316381"/>
                  </a:lnTo>
                  <a:lnTo>
                    <a:pt x="768491" y="1330048"/>
                  </a:lnTo>
                  <a:lnTo>
                    <a:pt x="1277448" y="1207041"/>
                  </a:lnTo>
                  <a:lnTo>
                    <a:pt x="1719859" y="1041268"/>
                  </a:lnTo>
                  <a:lnTo>
                    <a:pt x="2000397" y="1000756"/>
                  </a:lnTo>
                  <a:lnTo>
                    <a:pt x="2238822" y="1098775"/>
                  </a:lnTo>
                  <a:lnTo>
                    <a:pt x="2554896" y="1348597"/>
                  </a:lnTo>
                  <a:lnTo>
                    <a:pt x="2554896" y="110436"/>
                  </a:lnTo>
                  <a:lnTo>
                    <a:pt x="2546182" y="67555"/>
                  </a:lnTo>
                  <a:lnTo>
                    <a:pt x="2522455" y="32440"/>
                  </a:lnTo>
                  <a:lnTo>
                    <a:pt x="2487340" y="8713"/>
                  </a:lnTo>
                  <a:lnTo>
                    <a:pt x="2444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1968761" y="7743397"/>
              <a:ext cx="2555240" cy="1348740"/>
            </a:xfrm>
            <a:custGeom>
              <a:avLst/>
              <a:gdLst/>
              <a:ahLst/>
              <a:cxnLst/>
              <a:rect l="l" t="t" r="r" b="b"/>
              <a:pathLst>
                <a:path w="2555240" h="1348740">
                  <a:moveTo>
                    <a:pt x="2554896" y="1348597"/>
                  </a:moveTo>
                  <a:lnTo>
                    <a:pt x="2238822" y="1098775"/>
                  </a:lnTo>
                  <a:lnTo>
                    <a:pt x="2000397" y="1000756"/>
                  </a:lnTo>
                  <a:lnTo>
                    <a:pt x="1719859" y="1041268"/>
                  </a:lnTo>
                  <a:lnTo>
                    <a:pt x="1277448" y="1207041"/>
                  </a:lnTo>
                  <a:lnTo>
                    <a:pt x="768491" y="1330048"/>
                  </a:lnTo>
                  <a:lnTo>
                    <a:pt x="363741" y="1316381"/>
                  </a:lnTo>
                  <a:lnTo>
                    <a:pt x="96482" y="1248044"/>
                  </a:lnTo>
                  <a:lnTo>
                    <a:pt x="0" y="1207041"/>
                  </a:lnTo>
                  <a:lnTo>
                    <a:pt x="0" y="110436"/>
                  </a:lnTo>
                  <a:lnTo>
                    <a:pt x="8713" y="67555"/>
                  </a:lnTo>
                  <a:lnTo>
                    <a:pt x="32440" y="32440"/>
                  </a:lnTo>
                  <a:lnTo>
                    <a:pt x="67555" y="8713"/>
                  </a:lnTo>
                  <a:lnTo>
                    <a:pt x="110436" y="0"/>
                  </a:lnTo>
                  <a:lnTo>
                    <a:pt x="2444459" y="0"/>
                  </a:lnTo>
                  <a:lnTo>
                    <a:pt x="2487340" y="8713"/>
                  </a:lnTo>
                  <a:lnTo>
                    <a:pt x="2522455" y="32440"/>
                  </a:lnTo>
                  <a:lnTo>
                    <a:pt x="2546182" y="67555"/>
                  </a:lnTo>
                  <a:lnTo>
                    <a:pt x="2554896" y="110436"/>
                  </a:lnTo>
                  <a:lnTo>
                    <a:pt x="2554896" y="134859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1748872" y="7963286"/>
              <a:ext cx="2555240" cy="1348740"/>
            </a:xfrm>
            <a:custGeom>
              <a:avLst/>
              <a:gdLst/>
              <a:ahLst/>
              <a:cxnLst/>
              <a:rect l="l" t="t" r="r" b="b"/>
              <a:pathLst>
                <a:path w="2555240" h="1348740">
                  <a:moveTo>
                    <a:pt x="2444459" y="0"/>
                  </a:moveTo>
                  <a:lnTo>
                    <a:pt x="110436" y="0"/>
                  </a:lnTo>
                  <a:lnTo>
                    <a:pt x="67555" y="8713"/>
                  </a:lnTo>
                  <a:lnTo>
                    <a:pt x="32440" y="32440"/>
                  </a:lnTo>
                  <a:lnTo>
                    <a:pt x="8713" y="67555"/>
                  </a:lnTo>
                  <a:lnTo>
                    <a:pt x="0" y="110436"/>
                  </a:lnTo>
                  <a:lnTo>
                    <a:pt x="0" y="1207041"/>
                  </a:lnTo>
                  <a:lnTo>
                    <a:pt x="96482" y="1248044"/>
                  </a:lnTo>
                  <a:lnTo>
                    <a:pt x="363741" y="1316381"/>
                  </a:lnTo>
                  <a:lnTo>
                    <a:pt x="768491" y="1330048"/>
                  </a:lnTo>
                  <a:lnTo>
                    <a:pt x="1277448" y="1207041"/>
                  </a:lnTo>
                  <a:lnTo>
                    <a:pt x="1719859" y="1041268"/>
                  </a:lnTo>
                  <a:lnTo>
                    <a:pt x="2000397" y="1000756"/>
                  </a:lnTo>
                  <a:lnTo>
                    <a:pt x="2238822" y="1098775"/>
                  </a:lnTo>
                  <a:lnTo>
                    <a:pt x="2554896" y="1348597"/>
                  </a:lnTo>
                  <a:lnTo>
                    <a:pt x="2554896" y="110436"/>
                  </a:lnTo>
                  <a:lnTo>
                    <a:pt x="2546182" y="67555"/>
                  </a:lnTo>
                  <a:lnTo>
                    <a:pt x="2522455" y="32440"/>
                  </a:lnTo>
                  <a:lnTo>
                    <a:pt x="2487340" y="8713"/>
                  </a:lnTo>
                  <a:lnTo>
                    <a:pt x="2444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1748872" y="7963286"/>
              <a:ext cx="2555240" cy="1348740"/>
            </a:xfrm>
            <a:custGeom>
              <a:avLst/>
              <a:gdLst/>
              <a:ahLst/>
              <a:cxnLst/>
              <a:rect l="l" t="t" r="r" b="b"/>
              <a:pathLst>
                <a:path w="2555240" h="1348740">
                  <a:moveTo>
                    <a:pt x="2554896" y="1348597"/>
                  </a:moveTo>
                  <a:lnTo>
                    <a:pt x="2238822" y="1098775"/>
                  </a:lnTo>
                  <a:lnTo>
                    <a:pt x="2000397" y="1000756"/>
                  </a:lnTo>
                  <a:lnTo>
                    <a:pt x="1719859" y="1041268"/>
                  </a:lnTo>
                  <a:lnTo>
                    <a:pt x="1277448" y="1207041"/>
                  </a:lnTo>
                  <a:lnTo>
                    <a:pt x="768491" y="1330048"/>
                  </a:lnTo>
                  <a:lnTo>
                    <a:pt x="363741" y="1316381"/>
                  </a:lnTo>
                  <a:lnTo>
                    <a:pt x="96482" y="1248044"/>
                  </a:lnTo>
                  <a:lnTo>
                    <a:pt x="0" y="1207041"/>
                  </a:lnTo>
                  <a:lnTo>
                    <a:pt x="0" y="110436"/>
                  </a:lnTo>
                  <a:lnTo>
                    <a:pt x="8713" y="67555"/>
                  </a:lnTo>
                  <a:lnTo>
                    <a:pt x="32440" y="32440"/>
                  </a:lnTo>
                  <a:lnTo>
                    <a:pt x="67555" y="8713"/>
                  </a:lnTo>
                  <a:lnTo>
                    <a:pt x="110436" y="0"/>
                  </a:lnTo>
                  <a:lnTo>
                    <a:pt x="2444459" y="0"/>
                  </a:lnTo>
                  <a:lnTo>
                    <a:pt x="2487340" y="8713"/>
                  </a:lnTo>
                  <a:lnTo>
                    <a:pt x="2522455" y="32440"/>
                  </a:lnTo>
                  <a:lnTo>
                    <a:pt x="2546182" y="67555"/>
                  </a:lnTo>
                  <a:lnTo>
                    <a:pt x="2554896" y="110436"/>
                  </a:lnTo>
                  <a:lnTo>
                    <a:pt x="2554896" y="134859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1518513" y="8225058"/>
              <a:ext cx="2555240" cy="1348740"/>
            </a:xfrm>
            <a:custGeom>
              <a:avLst/>
              <a:gdLst/>
              <a:ahLst/>
              <a:cxnLst/>
              <a:rect l="l" t="t" r="r" b="b"/>
              <a:pathLst>
                <a:path w="2555240" h="1348740">
                  <a:moveTo>
                    <a:pt x="2444459" y="0"/>
                  </a:moveTo>
                  <a:lnTo>
                    <a:pt x="110436" y="0"/>
                  </a:lnTo>
                  <a:lnTo>
                    <a:pt x="67555" y="8713"/>
                  </a:lnTo>
                  <a:lnTo>
                    <a:pt x="32440" y="32440"/>
                  </a:lnTo>
                  <a:lnTo>
                    <a:pt x="8713" y="67555"/>
                  </a:lnTo>
                  <a:lnTo>
                    <a:pt x="0" y="110436"/>
                  </a:lnTo>
                  <a:lnTo>
                    <a:pt x="0" y="1207041"/>
                  </a:lnTo>
                  <a:lnTo>
                    <a:pt x="96482" y="1248044"/>
                  </a:lnTo>
                  <a:lnTo>
                    <a:pt x="363741" y="1316381"/>
                  </a:lnTo>
                  <a:lnTo>
                    <a:pt x="768491" y="1330048"/>
                  </a:lnTo>
                  <a:lnTo>
                    <a:pt x="1277448" y="1207041"/>
                  </a:lnTo>
                  <a:lnTo>
                    <a:pt x="1719859" y="1041268"/>
                  </a:lnTo>
                  <a:lnTo>
                    <a:pt x="2000397" y="1000756"/>
                  </a:lnTo>
                  <a:lnTo>
                    <a:pt x="2238822" y="1098775"/>
                  </a:lnTo>
                  <a:lnTo>
                    <a:pt x="2554896" y="1348597"/>
                  </a:lnTo>
                  <a:lnTo>
                    <a:pt x="2554896" y="110436"/>
                  </a:lnTo>
                  <a:lnTo>
                    <a:pt x="2546182" y="67555"/>
                  </a:lnTo>
                  <a:lnTo>
                    <a:pt x="2522455" y="32440"/>
                  </a:lnTo>
                  <a:lnTo>
                    <a:pt x="2487340" y="8713"/>
                  </a:lnTo>
                  <a:lnTo>
                    <a:pt x="2444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1518513" y="8225058"/>
              <a:ext cx="2555240" cy="1348740"/>
            </a:xfrm>
            <a:custGeom>
              <a:avLst/>
              <a:gdLst/>
              <a:ahLst/>
              <a:cxnLst/>
              <a:rect l="l" t="t" r="r" b="b"/>
              <a:pathLst>
                <a:path w="2555240" h="1348740">
                  <a:moveTo>
                    <a:pt x="2554896" y="1348597"/>
                  </a:moveTo>
                  <a:lnTo>
                    <a:pt x="2238822" y="1098775"/>
                  </a:lnTo>
                  <a:lnTo>
                    <a:pt x="2000397" y="1000756"/>
                  </a:lnTo>
                  <a:lnTo>
                    <a:pt x="1719859" y="1041268"/>
                  </a:lnTo>
                  <a:lnTo>
                    <a:pt x="1277448" y="1207041"/>
                  </a:lnTo>
                  <a:lnTo>
                    <a:pt x="768491" y="1330048"/>
                  </a:lnTo>
                  <a:lnTo>
                    <a:pt x="363741" y="1316381"/>
                  </a:lnTo>
                  <a:lnTo>
                    <a:pt x="96482" y="1248044"/>
                  </a:lnTo>
                  <a:lnTo>
                    <a:pt x="0" y="1207041"/>
                  </a:lnTo>
                  <a:lnTo>
                    <a:pt x="0" y="110436"/>
                  </a:lnTo>
                  <a:lnTo>
                    <a:pt x="8713" y="67555"/>
                  </a:lnTo>
                  <a:lnTo>
                    <a:pt x="32440" y="32440"/>
                  </a:lnTo>
                  <a:lnTo>
                    <a:pt x="67555" y="8713"/>
                  </a:lnTo>
                  <a:lnTo>
                    <a:pt x="110436" y="0"/>
                  </a:lnTo>
                  <a:lnTo>
                    <a:pt x="2444459" y="0"/>
                  </a:lnTo>
                  <a:lnTo>
                    <a:pt x="2487340" y="8713"/>
                  </a:lnTo>
                  <a:lnTo>
                    <a:pt x="2522455" y="32440"/>
                  </a:lnTo>
                  <a:lnTo>
                    <a:pt x="2546182" y="67555"/>
                  </a:lnTo>
                  <a:lnTo>
                    <a:pt x="2554896" y="110436"/>
                  </a:lnTo>
                  <a:lnTo>
                    <a:pt x="2554896" y="134859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570134" y="7687866"/>
            <a:ext cx="1827169" cy="7725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079" marR="5080" indent="264795">
              <a:lnSpc>
                <a:spcPct val="123700"/>
              </a:lnSpc>
              <a:spcBef>
                <a:spcPts val="95"/>
              </a:spcBef>
            </a:pPr>
            <a:r>
              <a:rPr sz="13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a-th</a:t>
            </a:r>
            <a:r>
              <a:rPr sz="1300" b="1" i="1" spc="114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1300" b="1" i="1" spc="6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 </a:t>
            </a:r>
            <a:r>
              <a:rPr sz="13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b-th</a:t>
            </a:r>
            <a:r>
              <a:rPr sz="1300" b="1" i="1" spc="114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1300" b="1" i="1" spc="6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g-th</a:t>
            </a:r>
            <a:r>
              <a:rPr sz="1300" b="1" i="1" spc="55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1300" b="1" i="1" spc="6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445333" y="5980837"/>
            <a:ext cx="3455670" cy="3141345"/>
            <a:chOff x="7445333" y="5980837"/>
            <a:chExt cx="3455670" cy="3141345"/>
          </a:xfrm>
        </p:grpSpPr>
        <p:sp>
          <p:nvSpPr>
            <p:cNvPr id="42" name="object 42"/>
            <p:cNvSpPr/>
            <p:nvPr/>
          </p:nvSpPr>
          <p:spPr>
            <a:xfrm>
              <a:off x="10471424" y="5991314"/>
              <a:ext cx="419100" cy="3029585"/>
            </a:xfrm>
            <a:custGeom>
              <a:avLst/>
              <a:gdLst/>
              <a:ahLst/>
              <a:cxnLst/>
              <a:rect l="l" t="t" r="r" b="b"/>
              <a:pathLst>
                <a:path w="419100" h="3029584">
                  <a:moveTo>
                    <a:pt x="0" y="3029534"/>
                  </a:moveTo>
                  <a:lnTo>
                    <a:pt x="224569" y="3029534"/>
                  </a:lnTo>
                  <a:lnTo>
                    <a:pt x="269114" y="3024404"/>
                  </a:lnTo>
                  <a:lnTo>
                    <a:pt x="310004" y="3009790"/>
                  </a:lnTo>
                  <a:lnTo>
                    <a:pt x="346074" y="2986858"/>
                  </a:lnTo>
                  <a:lnTo>
                    <a:pt x="376158" y="2956774"/>
                  </a:lnTo>
                  <a:lnTo>
                    <a:pt x="399090" y="2920704"/>
                  </a:lnTo>
                  <a:lnTo>
                    <a:pt x="413704" y="2879813"/>
                  </a:lnTo>
                  <a:lnTo>
                    <a:pt x="418835" y="2835268"/>
                  </a:lnTo>
                  <a:lnTo>
                    <a:pt x="418835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1986" y="8922988"/>
              <a:ext cx="178999" cy="19917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455811" y="6225123"/>
              <a:ext cx="2795905" cy="1864360"/>
            </a:xfrm>
            <a:custGeom>
              <a:avLst/>
              <a:gdLst/>
              <a:ahLst/>
              <a:cxnLst/>
              <a:rect l="l" t="t" r="r" b="b"/>
              <a:pathLst>
                <a:path w="2795904" h="1864359">
                  <a:moveTo>
                    <a:pt x="2613627" y="0"/>
                  </a:moveTo>
                  <a:lnTo>
                    <a:pt x="182099" y="0"/>
                  </a:lnTo>
                  <a:lnTo>
                    <a:pt x="133689" y="6504"/>
                  </a:lnTo>
                  <a:lnTo>
                    <a:pt x="90189" y="24861"/>
                  </a:lnTo>
                  <a:lnTo>
                    <a:pt x="53334" y="53334"/>
                  </a:lnTo>
                  <a:lnTo>
                    <a:pt x="24861" y="90189"/>
                  </a:lnTo>
                  <a:lnTo>
                    <a:pt x="6504" y="133689"/>
                  </a:lnTo>
                  <a:lnTo>
                    <a:pt x="0" y="182099"/>
                  </a:lnTo>
                  <a:lnTo>
                    <a:pt x="0" y="1681718"/>
                  </a:lnTo>
                  <a:lnTo>
                    <a:pt x="6504" y="1730128"/>
                  </a:lnTo>
                  <a:lnTo>
                    <a:pt x="24861" y="1773628"/>
                  </a:lnTo>
                  <a:lnTo>
                    <a:pt x="53334" y="1810482"/>
                  </a:lnTo>
                  <a:lnTo>
                    <a:pt x="90189" y="1838956"/>
                  </a:lnTo>
                  <a:lnTo>
                    <a:pt x="133689" y="1857312"/>
                  </a:lnTo>
                  <a:lnTo>
                    <a:pt x="182099" y="1863817"/>
                  </a:lnTo>
                  <a:lnTo>
                    <a:pt x="2613627" y="1863817"/>
                  </a:lnTo>
                  <a:lnTo>
                    <a:pt x="2662037" y="1857312"/>
                  </a:lnTo>
                  <a:lnTo>
                    <a:pt x="2705537" y="1838956"/>
                  </a:lnTo>
                  <a:lnTo>
                    <a:pt x="2742391" y="1810482"/>
                  </a:lnTo>
                  <a:lnTo>
                    <a:pt x="2770865" y="1773628"/>
                  </a:lnTo>
                  <a:lnTo>
                    <a:pt x="2789221" y="1730128"/>
                  </a:lnTo>
                  <a:lnTo>
                    <a:pt x="2795726" y="1681718"/>
                  </a:lnTo>
                  <a:lnTo>
                    <a:pt x="2795726" y="182099"/>
                  </a:lnTo>
                  <a:lnTo>
                    <a:pt x="2789221" y="133689"/>
                  </a:lnTo>
                  <a:lnTo>
                    <a:pt x="2770865" y="90189"/>
                  </a:lnTo>
                  <a:lnTo>
                    <a:pt x="2742391" y="53334"/>
                  </a:lnTo>
                  <a:lnTo>
                    <a:pt x="2705537" y="24861"/>
                  </a:lnTo>
                  <a:lnTo>
                    <a:pt x="2662037" y="6504"/>
                  </a:lnTo>
                  <a:lnTo>
                    <a:pt x="26136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7455811" y="6225123"/>
              <a:ext cx="2795905" cy="1864360"/>
            </a:xfrm>
            <a:custGeom>
              <a:avLst/>
              <a:gdLst/>
              <a:ahLst/>
              <a:cxnLst/>
              <a:rect l="l" t="t" r="r" b="b"/>
              <a:pathLst>
                <a:path w="2795904" h="1864359">
                  <a:moveTo>
                    <a:pt x="2613627" y="1863817"/>
                  </a:moveTo>
                  <a:lnTo>
                    <a:pt x="182099" y="1863817"/>
                  </a:lnTo>
                  <a:lnTo>
                    <a:pt x="133689" y="1857312"/>
                  </a:lnTo>
                  <a:lnTo>
                    <a:pt x="90189" y="1838956"/>
                  </a:lnTo>
                  <a:lnTo>
                    <a:pt x="53334" y="1810482"/>
                  </a:lnTo>
                  <a:lnTo>
                    <a:pt x="24861" y="1773628"/>
                  </a:lnTo>
                  <a:lnTo>
                    <a:pt x="6504" y="1730128"/>
                  </a:lnTo>
                  <a:lnTo>
                    <a:pt x="0" y="1681718"/>
                  </a:lnTo>
                  <a:lnTo>
                    <a:pt x="0" y="182099"/>
                  </a:lnTo>
                  <a:lnTo>
                    <a:pt x="6504" y="133689"/>
                  </a:lnTo>
                  <a:lnTo>
                    <a:pt x="24861" y="90189"/>
                  </a:lnTo>
                  <a:lnTo>
                    <a:pt x="53334" y="53334"/>
                  </a:lnTo>
                  <a:lnTo>
                    <a:pt x="90189" y="24861"/>
                  </a:lnTo>
                  <a:lnTo>
                    <a:pt x="133689" y="6504"/>
                  </a:lnTo>
                  <a:lnTo>
                    <a:pt x="182099" y="0"/>
                  </a:lnTo>
                  <a:lnTo>
                    <a:pt x="2613627" y="0"/>
                  </a:lnTo>
                  <a:lnTo>
                    <a:pt x="2662037" y="6504"/>
                  </a:lnTo>
                  <a:lnTo>
                    <a:pt x="2705537" y="24861"/>
                  </a:lnTo>
                  <a:lnTo>
                    <a:pt x="2742391" y="53334"/>
                  </a:lnTo>
                  <a:lnTo>
                    <a:pt x="2770865" y="90189"/>
                  </a:lnTo>
                  <a:lnTo>
                    <a:pt x="2789221" y="133689"/>
                  </a:lnTo>
                  <a:lnTo>
                    <a:pt x="2795726" y="182099"/>
                  </a:lnTo>
                  <a:lnTo>
                    <a:pt x="2795726" y="1681718"/>
                  </a:lnTo>
                  <a:lnTo>
                    <a:pt x="2789221" y="1730128"/>
                  </a:lnTo>
                  <a:lnTo>
                    <a:pt x="2770865" y="1773628"/>
                  </a:lnTo>
                  <a:lnTo>
                    <a:pt x="2742391" y="1810482"/>
                  </a:lnTo>
                  <a:lnTo>
                    <a:pt x="2705537" y="1838956"/>
                  </a:lnTo>
                  <a:lnTo>
                    <a:pt x="2662037" y="1857312"/>
                  </a:lnTo>
                  <a:lnTo>
                    <a:pt x="2613627" y="1863817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455809" y="6842905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941" y="0"/>
                  </a:moveTo>
                  <a:lnTo>
                    <a:pt x="0" y="0"/>
                  </a:lnTo>
                  <a:lnTo>
                    <a:pt x="0" y="20941"/>
                  </a:lnTo>
                  <a:lnTo>
                    <a:pt x="20941" y="20941"/>
                  </a:lnTo>
                  <a:lnTo>
                    <a:pt x="209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518635" y="6853376"/>
              <a:ext cx="2691130" cy="0"/>
            </a:xfrm>
            <a:custGeom>
              <a:avLst/>
              <a:gdLst/>
              <a:ahLst/>
              <a:cxnLst/>
              <a:rect l="l" t="t" r="r" b="b"/>
              <a:pathLst>
                <a:path w="2691129">
                  <a:moveTo>
                    <a:pt x="0" y="0"/>
                  </a:moveTo>
                  <a:lnTo>
                    <a:pt x="269101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455802" y="6842918"/>
              <a:ext cx="2795905" cy="638810"/>
            </a:xfrm>
            <a:custGeom>
              <a:avLst/>
              <a:gdLst/>
              <a:ahLst/>
              <a:cxnLst/>
              <a:rect l="l" t="t" r="r" b="b"/>
              <a:pathLst>
                <a:path w="2795904" h="638809">
                  <a:moveTo>
                    <a:pt x="20942" y="617778"/>
                  </a:moveTo>
                  <a:lnTo>
                    <a:pt x="0" y="617778"/>
                  </a:lnTo>
                  <a:lnTo>
                    <a:pt x="0" y="638721"/>
                  </a:lnTo>
                  <a:lnTo>
                    <a:pt x="20942" y="638721"/>
                  </a:lnTo>
                  <a:lnTo>
                    <a:pt x="20942" y="617778"/>
                  </a:lnTo>
                  <a:close/>
                </a:path>
                <a:path w="2795904" h="638809">
                  <a:moveTo>
                    <a:pt x="2795727" y="0"/>
                  </a:moveTo>
                  <a:lnTo>
                    <a:pt x="2774785" y="0"/>
                  </a:lnTo>
                  <a:lnTo>
                    <a:pt x="2774785" y="20929"/>
                  </a:lnTo>
                  <a:lnTo>
                    <a:pt x="2795727" y="20929"/>
                  </a:lnTo>
                  <a:lnTo>
                    <a:pt x="2795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518635" y="7471158"/>
              <a:ext cx="2691130" cy="0"/>
            </a:xfrm>
            <a:custGeom>
              <a:avLst/>
              <a:gdLst/>
              <a:ahLst/>
              <a:cxnLst/>
              <a:rect l="l" t="t" r="r" b="b"/>
              <a:pathLst>
                <a:path w="2691129">
                  <a:moveTo>
                    <a:pt x="0" y="0"/>
                  </a:moveTo>
                  <a:lnTo>
                    <a:pt x="2691017" y="0"/>
                  </a:lnTo>
                </a:path>
              </a:pathLst>
            </a:custGeom>
            <a:ln w="2094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10230594" y="7460687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941" y="0"/>
                  </a:moveTo>
                  <a:lnTo>
                    <a:pt x="0" y="0"/>
                  </a:lnTo>
                  <a:lnTo>
                    <a:pt x="0" y="20941"/>
                  </a:lnTo>
                  <a:lnTo>
                    <a:pt x="20941" y="20941"/>
                  </a:lnTo>
                  <a:lnTo>
                    <a:pt x="209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792402" y="6330307"/>
            <a:ext cx="2259648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g-th</a:t>
            </a:r>
            <a:r>
              <a:rPr sz="2200" b="1" i="1" spc="7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200" b="1" i="1" spc="10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2200" dirty="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73621" y="6978122"/>
            <a:ext cx="227768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i="1" spc="55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b-</a:t>
            </a:r>
            <a:r>
              <a:rPr sz="22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th</a:t>
            </a:r>
            <a:r>
              <a:rPr sz="2200" b="1" i="1" spc="8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200" b="1" i="1" spc="10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220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75302" y="7588656"/>
            <a:ext cx="227376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i="1" spc="5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a-</a:t>
            </a:r>
            <a:r>
              <a:rPr sz="2200" b="1" i="1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th</a:t>
            </a:r>
            <a:r>
              <a:rPr sz="2200" b="1" i="1" spc="65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 </a:t>
            </a:r>
            <a:r>
              <a:rPr sz="2200" b="1" i="1" spc="100" dirty="0">
                <a:latin typeface="Noto Sans KR" panose="020B0200000000000000" pitchFamily="50" charset="-127"/>
                <a:ea typeface="Noto Sans KR" panose="020B0200000000000000" pitchFamily="50" charset="-127"/>
                <a:cs typeface="Times New Roman"/>
              </a:rPr>
              <a:t>document</a:t>
            </a:r>
            <a:endParaRPr sz="2200">
              <a:latin typeface="Noto Sans KR" panose="020B0200000000000000" pitchFamily="50" charset="-127"/>
              <a:ea typeface="Noto Sans KR" panose="020B0200000000000000" pitchFamily="50" charset="-127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047496" y="6235587"/>
            <a:ext cx="1539240" cy="3173095"/>
            <a:chOff x="5047496" y="6235587"/>
            <a:chExt cx="1539240" cy="3173095"/>
          </a:xfrm>
        </p:grpSpPr>
        <p:sp>
          <p:nvSpPr>
            <p:cNvPr id="55" name="object 55"/>
            <p:cNvSpPr/>
            <p:nvPr/>
          </p:nvSpPr>
          <p:spPr>
            <a:xfrm>
              <a:off x="5057973" y="6246065"/>
              <a:ext cx="1518285" cy="3152140"/>
            </a:xfrm>
            <a:custGeom>
              <a:avLst/>
              <a:gdLst/>
              <a:ahLst/>
              <a:cxnLst/>
              <a:rect l="l" t="t" r="r" b="b"/>
              <a:pathLst>
                <a:path w="1518284" h="3152140">
                  <a:moveTo>
                    <a:pt x="1281542" y="0"/>
                  </a:moveTo>
                  <a:lnTo>
                    <a:pt x="236746" y="0"/>
                  </a:lnTo>
                  <a:lnTo>
                    <a:pt x="189034" y="4809"/>
                  </a:lnTo>
                  <a:lnTo>
                    <a:pt x="144594" y="18603"/>
                  </a:lnTo>
                  <a:lnTo>
                    <a:pt x="104380" y="40429"/>
                  </a:lnTo>
                  <a:lnTo>
                    <a:pt x="69342" y="69336"/>
                  </a:lnTo>
                  <a:lnTo>
                    <a:pt x="40433" y="104372"/>
                  </a:lnTo>
                  <a:lnTo>
                    <a:pt x="18604" y="144586"/>
                  </a:lnTo>
                  <a:lnTo>
                    <a:pt x="4809" y="189024"/>
                  </a:lnTo>
                  <a:lnTo>
                    <a:pt x="0" y="236736"/>
                  </a:lnTo>
                  <a:lnTo>
                    <a:pt x="0" y="2915000"/>
                  </a:lnTo>
                  <a:lnTo>
                    <a:pt x="4809" y="2962709"/>
                  </a:lnTo>
                  <a:lnTo>
                    <a:pt x="18604" y="3007146"/>
                  </a:lnTo>
                  <a:lnTo>
                    <a:pt x="40433" y="3047358"/>
                  </a:lnTo>
                  <a:lnTo>
                    <a:pt x="69342" y="3082395"/>
                  </a:lnTo>
                  <a:lnTo>
                    <a:pt x="104380" y="3111303"/>
                  </a:lnTo>
                  <a:lnTo>
                    <a:pt x="144594" y="3133131"/>
                  </a:lnTo>
                  <a:lnTo>
                    <a:pt x="189034" y="3146926"/>
                  </a:lnTo>
                  <a:lnTo>
                    <a:pt x="236746" y="3151736"/>
                  </a:lnTo>
                  <a:lnTo>
                    <a:pt x="1281542" y="3151736"/>
                  </a:lnTo>
                  <a:lnTo>
                    <a:pt x="1329253" y="3146926"/>
                  </a:lnTo>
                  <a:lnTo>
                    <a:pt x="1373692" y="3133131"/>
                  </a:lnTo>
                  <a:lnTo>
                    <a:pt x="1413905" y="3111303"/>
                  </a:lnTo>
                  <a:lnTo>
                    <a:pt x="1448941" y="3082395"/>
                  </a:lnTo>
                  <a:lnTo>
                    <a:pt x="1477848" y="3047358"/>
                  </a:lnTo>
                  <a:lnTo>
                    <a:pt x="1499675" y="3007146"/>
                  </a:lnTo>
                  <a:lnTo>
                    <a:pt x="1513468" y="2962709"/>
                  </a:lnTo>
                  <a:lnTo>
                    <a:pt x="1518278" y="2915000"/>
                  </a:lnTo>
                  <a:lnTo>
                    <a:pt x="1518278" y="236736"/>
                  </a:lnTo>
                  <a:lnTo>
                    <a:pt x="1513468" y="189024"/>
                  </a:lnTo>
                  <a:lnTo>
                    <a:pt x="1499675" y="144586"/>
                  </a:lnTo>
                  <a:lnTo>
                    <a:pt x="1477848" y="104372"/>
                  </a:lnTo>
                  <a:lnTo>
                    <a:pt x="1448941" y="69336"/>
                  </a:lnTo>
                  <a:lnTo>
                    <a:pt x="1413905" y="40429"/>
                  </a:lnTo>
                  <a:lnTo>
                    <a:pt x="1373692" y="18603"/>
                  </a:lnTo>
                  <a:lnTo>
                    <a:pt x="1329253" y="4809"/>
                  </a:lnTo>
                  <a:lnTo>
                    <a:pt x="128154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5057973" y="6246065"/>
              <a:ext cx="1518285" cy="3152140"/>
            </a:xfrm>
            <a:custGeom>
              <a:avLst/>
              <a:gdLst/>
              <a:ahLst/>
              <a:cxnLst/>
              <a:rect l="l" t="t" r="r" b="b"/>
              <a:pathLst>
                <a:path w="1518284" h="3152140">
                  <a:moveTo>
                    <a:pt x="1281542" y="3151736"/>
                  </a:moveTo>
                  <a:lnTo>
                    <a:pt x="236746" y="3151736"/>
                  </a:lnTo>
                  <a:lnTo>
                    <a:pt x="189034" y="3146926"/>
                  </a:lnTo>
                  <a:lnTo>
                    <a:pt x="144594" y="3133131"/>
                  </a:lnTo>
                  <a:lnTo>
                    <a:pt x="104380" y="3111303"/>
                  </a:lnTo>
                  <a:lnTo>
                    <a:pt x="69342" y="3082395"/>
                  </a:lnTo>
                  <a:lnTo>
                    <a:pt x="40433" y="3047358"/>
                  </a:lnTo>
                  <a:lnTo>
                    <a:pt x="18604" y="3007146"/>
                  </a:lnTo>
                  <a:lnTo>
                    <a:pt x="4809" y="2962709"/>
                  </a:lnTo>
                  <a:lnTo>
                    <a:pt x="0" y="2915000"/>
                  </a:lnTo>
                  <a:lnTo>
                    <a:pt x="0" y="236736"/>
                  </a:lnTo>
                  <a:lnTo>
                    <a:pt x="4809" y="189024"/>
                  </a:lnTo>
                  <a:lnTo>
                    <a:pt x="18604" y="144586"/>
                  </a:lnTo>
                  <a:lnTo>
                    <a:pt x="40433" y="104372"/>
                  </a:lnTo>
                  <a:lnTo>
                    <a:pt x="69342" y="69336"/>
                  </a:lnTo>
                  <a:lnTo>
                    <a:pt x="104380" y="40429"/>
                  </a:lnTo>
                  <a:lnTo>
                    <a:pt x="144594" y="18603"/>
                  </a:lnTo>
                  <a:lnTo>
                    <a:pt x="189034" y="4809"/>
                  </a:lnTo>
                  <a:lnTo>
                    <a:pt x="236746" y="0"/>
                  </a:lnTo>
                  <a:lnTo>
                    <a:pt x="1281542" y="0"/>
                  </a:lnTo>
                  <a:lnTo>
                    <a:pt x="1329253" y="4809"/>
                  </a:lnTo>
                  <a:lnTo>
                    <a:pt x="1373692" y="18603"/>
                  </a:lnTo>
                  <a:lnTo>
                    <a:pt x="1413905" y="40429"/>
                  </a:lnTo>
                  <a:lnTo>
                    <a:pt x="1448941" y="69336"/>
                  </a:lnTo>
                  <a:lnTo>
                    <a:pt x="1477848" y="104372"/>
                  </a:lnTo>
                  <a:lnTo>
                    <a:pt x="1499675" y="144586"/>
                  </a:lnTo>
                  <a:lnTo>
                    <a:pt x="1513468" y="189024"/>
                  </a:lnTo>
                  <a:lnTo>
                    <a:pt x="1518278" y="236736"/>
                  </a:lnTo>
                  <a:lnTo>
                    <a:pt x="1518278" y="2915000"/>
                  </a:lnTo>
                  <a:lnTo>
                    <a:pt x="1513468" y="2962709"/>
                  </a:lnTo>
                  <a:lnTo>
                    <a:pt x="1499675" y="3007146"/>
                  </a:lnTo>
                  <a:lnTo>
                    <a:pt x="1477848" y="3047358"/>
                  </a:lnTo>
                  <a:lnTo>
                    <a:pt x="1448941" y="3082395"/>
                  </a:lnTo>
                  <a:lnTo>
                    <a:pt x="1413905" y="3111303"/>
                  </a:lnTo>
                  <a:lnTo>
                    <a:pt x="1373692" y="3133131"/>
                  </a:lnTo>
                  <a:lnTo>
                    <a:pt x="1329253" y="3146926"/>
                  </a:lnTo>
                  <a:lnTo>
                    <a:pt x="1281542" y="3151736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204724" y="7385849"/>
            <a:ext cx="1208823" cy="697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195" marR="5080" indent="-278130">
              <a:lnSpc>
                <a:spcPct val="129700"/>
              </a:lnSpc>
              <a:spcBef>
                <a:spcPts val="95"/>
              </a:spcBef>
            </a:pPr>
            <a:r>
              <a:rPr sz="1800" b="1" spc="-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Generation </a:t>
            </a:r>
            <a:r>
              <a:rPr sz="1800" b="1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Model</a:t>
            </a:r>
            <a:endParaRPr sz="18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613317" y="4537299"/>
            <a:ext cx="14580235" cy="4264025"/>
            <a:chOff x="3613317" y="4537299"/>
            <a:chExt cx="14580235" cy="4264025"/>
          </a:xfrm>
        </p:grpSpPr>
        <p:sp>
          <p:nvSpPr>
            <p:cNvPr id="59" name="object 59"/>
            <p:cNvSpPr/>
            <p:nvPr/>
          </p:nvSpPr>
          <p:spPr>
            <a:xfrm>
              <a:off x="6879910" y="7785285"/>
              <a:ext cx="387985" cy="20955"/>
            </a:xfrm>
            <a:custGeom>
              <a:avLst/>
              <a:gdLst/>
              <a:ahLst/>
              <a:cxnLst/>
              <a:rect l="l" t="t" r="r" b="b"/>
              <a:pathLst>
                <a:path w="387984" h="20954">
                  <a:moveTo>
                    <a:pt x="387422" y="0"/>
                  </a:moveTo>
                  <a:lnTo>
                    <a:pt x="0" y="0"/>
                  </a:lnTo>
                  <a:lnTo>
                    <a:pt x="0" y="20941"/>
                  </a:lnTo>
                  <a:lnTo>
                    <a:pt x="387422" y="20941"/>
                  </a:lnTo>
                  <a:lnTo>
                    <a:pt x="3874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8100" y="7699710"/>
              <a:ext cx="178999" cy="19917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738645" y="7806227"/>
              <a:ext cx="1319530" cy="20955"/>
            </a:xfrm>
            <a:custGeom>
              <a:avLst/>
              <a:gdLst/>
              <a:ahLst/>
              <a:cxnLst/>
              <a:rect l="l" t="t" r="r" b="b"/>
              <a:pathLst>
                <a:path w="1319529" h="20954">
                  <a:moveTo>
                    <a:pt x="1319331" y="0"/>
                  </a:moveTo>
                  <a:lnTo>
                    <a:pt x="0" y="0"/>
                  </a:lnTo>
                  <a:lnTo>
                    <a:pt x="0" y="20941"/>
                  </a:lnTo>
                  <a:lnTo>
                    <a:pt x="1319331" y="20941"/>
                  </a:lnTo>
                  <a:lnTo>
                    <a:pt x="1319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3317" y="7721582"/>
              <a:ext cx="178999" cy="199177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0523779" y="7157032"/>
              <a:ext cx="848360" cy="1633855"/>
            </a:xfrm>
            <a:custGeom>
              <a:avLst/>
              <a:gdLst/>
              <a:ahLst/>
              <a:cxnLst/>
              <a:rect l="l" t="t" r="r" b="b"/>
              <a:pathLst>
                <a:path w="848359" h="1633854">
                  <a:moveTo>
                    <a:pt x="848141" y="1633458"/>
                  </a:moveTo>
                  <a:lnTo>
                    <a:pt x="699130" y="1633458"/>
                  </a:lnTo>
                  <a:lnTo>
                    <a:pt x="656870" y="1626641"/>
                  </a:lnTo>
                  <a:lnTo>
                    <a:pt x="620168" y="1607660"/>
                  </a:lnTo>
                  <a:lnTo>
                    <a:pt x="591225" y="1578717"/>
                  </a:lnTo>
                  <a:lnTo>
                    <a:pt x="572244" y="1542015"/>
                  </a:lnTo>
                  <a:lnTo>
                    <a:pt x="565427" y="1499755"/>
                  </a:lnTo>
                  <a:lnTo>
                    <a:pt x="565427" y="133702"/>
                  </a:lnTo>
                  <a:lnTo>
                    <a:pt x="558611" y="91442"/>
                  </a:lnTo>
                  <a:lnTo>
                    <a:pt x="539630" y="54740"/>
                  </a:lnTo>
                  <a:lnTo>
                    <a:pt x="510687" y="25797"/>
                  </a:lnTo>
                  <a:lnTo>
                    <a:pt x="473984" y="6816"/>
                  </a:lnTo>
                  <a:lnTo>
                    <a:pt x="431725" y="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95404" y="7060996"/>
              <a:ext cx="178999" cy="199177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2701102" y="4537299"/>
              <a:ext cx="952500" cy="967740"/>
            </a:xfrm>
            <a:custGeom>
              <a:avLst/>
              <a:gdLst/>
              <a:ahLst/>
              <a:cxnLst/>
              <a:rect l="l" t="t" r="r" b="b"/>
              <a:pathLst>
                <a:path w="952500" h="967739">
                  <a:moveTo>
                    <a:pt x="449838" y="886466"/>
                  </a:moveTo>
                  <a:lnTo>
                    <a:pt x="344918" y="886466"/>
                  </a:lnTo>
                  <a:lnTo>
                    <a:pt x="382998" y="921104"/>
                  </a:lnTo>
                  <a:lnTo>
                    <a:pt x="427056" y="946630"/>
                  </a:lnTo>
                  <a:lnTo>
                    <a:pt x="475495" y="962332"/>
                  </a:lnTo>
                  <a:lnTo>
                    <a:pt x="526723" y="967499"/>
                  </a:lnTo>
                  <a:lnTo>
                    <a:pt x="578499" y="962089"/>
                  </a:lnTo>
                  <a:lnTo>
                    <a:pt x="626905" y="946254"/>
                  </a:lnTo>
                  <a:lnTo>
                    <a:pt x="670370" y="921104"/>
                  </a:lnTo>
                  <a:lnTo>
                    <a:pt x="689192" y="904276"/>
                  </a:lnTo>
                  <a:lnTo>
                    <a:pt x="526785" y="904276"/>
                  </a:lnTo>
                  <a:lnTo>
                    <a:pt x="495328" y="901567"/>
                  </a:lnTo>
                  <a:lnTo>
                    <a:pt x="465047" y="893509"/>
                  </a:lnTo>
                  <a:lnTo>
                    <a:pt x="449838" y="886466"/>
                  </a:lnTo>
                  <a:close/>
                </a:path>
                <a:path w="952500" h="967739">
                  <a:moveTo>
                    <a:pt x="713548" y="448782"/>
                  </a:moveTo>
                  <a:lnTo>
                    <a:pt x="624929" y="448782"/>
                  </a:lnTo>
                  <a:lnTo>
                    <a:pt x="706351" y="495796"/>
                  </a:lnTo>
                  <a:lnTo>
                    <a:pt x="707230" y="496225"/>
                  </a:lnTo>
                  <a:lnTo>
                    <a:pt x="707796" y="497073"/>
                  </a:lnTo>
                  <a:lnTo>
                    <a:pt x="707853" y="723465"/>
                  </a:lnTo>
                  <a:lnTo>
                    <a:pt x="701406" y="771106"/>
                  </a:lnTo>
                  <a:lnTo>
                    <a:pt x="683131" y="814375"/>
                  </a:lnTo>
                  <a:lnTo>
                    <a:pt x="654813" y="851047"/>
                  </a:lnTo>
                  <a:lnTo>
                    <a:pt x="618171" y="879401"/>
                  </a:lnTo>
                  <a:lnTo>
                    <a:pt x="574923" y="897718"/>
                  </a:lnTo>
                  <a:lnTo>
                    <a:pt x="526785" y="904276"/>
                  </a:lnTo>
                  <a:lnTo>
                    <a:pt x="689192" y="904276"/>
                  </a:lnTo>
                  <a:lnTo>
                    <a:pt x="708113" y="887295"/>
                  </a:lnTo>
                  <a:lnTo>
                    <a:pt x="738166" y="846167"/>
                  </a:lnTo>
                  <a:lnTo>
                    <a:pt x="759354" y="798603"/>
                  </a:lnTo>
                  <a:lnTo>
                    <a:pt x="808417" y="782946"/>
                  </a:lnTo>
                  <a:lnTo>
                    <a:pt x="852575" y="757559"/>
                  </a:lnTo>
                  <a:lnTo>
                    <a:pt x="883561" y="729642"/>
                  </a:lnTo>
                  <a:lnTo>
                    <a:pt x="771260" y="729642"/>
                  </a:lnTo>
                  <a:lnTo>
                    <a:pt x="771260" y="500424"/>
                  </a:lnTo>
                  <a:lnTo>
                    <a:pt x="770220" y="492164"/>
                  </a:lnTo>
                  <a:lnTo>
                    <a:pt x="767108" y="484596"/>
                  </a:lnTo>
                  <a:lnTo>
                    <a:pt x="762142" y="478094"/>
                  </a:lnTo>
                  <a:lnTo>
                    <a:pt x="755535" y="473046"/>
                  </a:lnTo>
                  <a:lnTo>
                    <a:pt x="713548" y="448782"/>
                  </a:lnTo>
                  <a:close/>
                </a:path>
                <a:path w="952500" h="967739">
                  <a:moveTo>
                    <a:pt x="425375" y="0"/>
                  </a:moveTo>
                  <a:lnTo>
                    <a:pt x="373627" y="5417"/>
                  </a:lnTo>
                  <a:lnTo>
                    <a:pt x="325242" y="21247"/>
                  </a:lnTo>
                  <a:lnTo>
                    <a:pt x="281597" y="46494"/>
                  </a:lnTo>
                  <a:lnTo>
                    <a:pt x="244064" y="80162"/>
                  </a:lnTo>
                  <a:lnTo>
                    <a:pt x="214020" y="121256"/>
                  </a:lnTo>
                  <a:lnTo>
                    <a:pt x="192838" y="168780"/>
                  </a:lnTo>
                  <a:lnTo>
                    <a:pt x="143773" y="184436"/>
                  </a:lnTo>
                  <a:lnTo>
                    <a:pt x="99611" y="209820"/>
                  </a:lnTo>
                  <a:lnTo>
                    <a:pt x="61766" y="243914"/>
                  </a:lnTo>
                  <a:lnTo>
                    <a:pt x="31649" y="285698"/>
                  </a:lnTo>
                  <a:lnTo>
                    <a:pt x="10471" y="333243"/>
                  </a:lnTo>
                  <a:lnTo>
                    <a:pt x="0" y="383079"/>
                  </a:lnTo>
                  <a:lnTo>
                    <a:pt x="58" y="433516"/>
                  </a:lnTo>
                  <a:lnTo>
                    <a:pt x="10490" y="482914"/>
                  </a:lnTo>
                  <a:lnTo>
                    <a:pt x="31054" y="529438"/>
                  </a:lnTo>
                  <a:lnTo>
                    <a:pt x="61637" y="571542"/>
                  </a:lnTo>
                  <a:lnTo>
                    <a:pt x="50679" y="621843"/>
                  </a:lnTo>
                  <a:lnTo>
                    <a:pt x="50601" y="672763"/>
                  </a:lnTo>
                  <a:lnTo>
                    <a:pt x="61219" y="722566"/>
                  </a:lnTo>
                  <a:lnTo>
                    <a:pt x="82349" y="769515"/>
                  </a:lnTo>
                  <a:lnTo>
                    <a:pt x="112932" y="811642"/>
                  </a:lnTo>
                  <a:lnTo>
                    <a:pt x="150852" y="845638"/>
                  </a:lnTo>
                  <a:lnTo>
                    <a:pt x="194561" y="870809"/>
                  </a:lnTo>
                  <a:lnTo>
                    <a:pt x="242508" y="886466"/>
                  </a:lnTo>
                  <a:lnTo>
                    <a:pt x="293143" y="891915"/>
                  </a:lnTo>
                  <a:lnTo>
                    <a:pt x="344906" y="886466"/>
                  </a:lnTo>
                  <a:lnTo>
                    <a:pt x="449838" y="886466"/>
                  </a:lnTo>
                  <a:lnTo>
                    <a:pt x="436614" y="880342"/>
                  </a:lnTo>
                  <a:lnTo>
                    <a:pt x="410705" y="862308"/>
                  </a:lnTo>
                  <a:lnTo>
                    <a:pt x="412192" y="861523"/>
                  </a:lnTo>
                  <a:lnTo>
                    <a:pt x="414757" y="860099"/>
                  </a:lnTo>
                  <a:lnTo>
                    <a:pt x="416422" y="859073"/>
                  </a:lnTo>
                  <a:lnTo>
                    <a:pt x="469361" y="828501"/>
                  </a:lnTo>
                  <a:lnTo>
                    <a:pt x="293328" y="828501"/>
                  </a:lnTo>
                  <a:lnTo>
                    <a:pt x="247387" y="822290"/>
                  </a:lnTo>
                  <a:lnTo>
                    <a:pt x="204494" y="804698"/>
                  </a:lnTo>
                  <a:lnTo>
                    <a:pt x="167000" y="776356"/>
                  </a:lnTo>
                  <a:lnTo>
                    <a:pt x="137232" y="737905"/>
                  </a:lnTo>
                  <a:lnTo>
                    <a:pt x="136485" y="736253"/>
                  </a:lnTo>
                  <a:lnTo>
                    <a:pt x="123858" y="709295"/>
                  </a:lnTo>
                  <a:lnTo>
                    <a:pt x="115717" y="679040"/>
                  </a:lnTo>
                  <a:lnTo>
                    <a:pt x="112928" y="647842"/>
                  </a:lnTo>
                  <a:lnTo>
                    <a:pt x="115542" y="617258"/>
                  </a:lnTo>
                  <a:lnTo>
                    <a:pt x="115615" y="616410"/>
                  </a:lnTo>
                  <a:lnTo>
                    <a:pt x="241877" y="616410"/>
                  </a:lnTo>
                  <a:lnTo>
                    <a:pt x="152860" y="564977"/>
                  </a:lnTo>
                  <a:lnTo>
                    <a:pt x="114423" y="535250"/>
                  </a:lnTo>
                  <a:lnTo>
                    <a:pt x="86097" y="497773"/>
                  </a:lnTo>
                  <a:lnTo>
                    <a:pt x="68510" y="454895"/>
                  </a:lnTo>
                  <a:lnTo>
                    <a:pt x="62294" y="408970"/>
                  </a:lnTo>
                  <a:lnTo>
                    <a:pt x="68024" y="362795"/>
                  </a:lnTo>
                  <a:lnTo>
                    <a:pt x="86495" y="317383"/>
                  </a:lnTo>
                  <a:lnTo>
                    <a:pt x="126723" y="269296"/>
                  </a:lnTo>
                  <a:lnTo>
                    <a:pt x="180890" y="237867"/>
                  </a:lnTo>
                  <a:lnTo>
                    <a:pt x="244913" y="237867"/>
                  </a:lnTo>
                  <a:lnTo>
                    <a:pt x="250527" y="196283"/>
                  </a:lnTo>
                  <a:lnTo>
                    <a:pt x="268835" y="152976"/>
                  </a:lnTo>
                  <a:lnTo>
                    <a:pt x="297213" y="116292"/>
                  </a:lnTo>
                  <a:lnTo>
                    <a:pt x="333929" y="87958"/>
                  </a:lnTo>
                  <a:lnTo>
                    <a:pt x="377255" y="69702"/>
                  </a:lnTo>
                  <a:lnTo>
                    <a:pt x="425459" y="63254"/>
                  </a:lnTo>
                  <a:lnTo>
                    <a:pt x="587593" y="63254"/>
                  </a:lnTo>
                  <a:lnTo>
                    <a:pt x="569161" y="46494"/>
                  </a:lnTo>
                  <a:lnTo>
                    <a:pt x="525026" y="20895"/>
                  </a:lnTo>
                  <a:lnTo>
                    <a:pt x="476594" y="5184"/>
                  </a:lnTo>
                  <a:lnTo>
                    <a:pt x="425375" y="0"/>
                  </a:lnTo>
                  <a:close/>
                </a:path>
                <a:path w="952500" h="967739">
                  <a:moveTo>
                    <a:pt x="624929" y="595269"/>
                  </a:moveTo>
                  <a:lnTo>
                    <a:pt x="580847" y="595269"/>
                  </a:lnTo>
                  <a:lnTo>
                    <a:pt x="580899" y="690272"/>
                  </a:lnTo>
                  <a:lnTo>
                    <a:pt x="580449" y="691214"/>
                  </a:lnTo>
                  <a:lnTo>
                    <a:pt x="579695" y="691811"/>
                  </a:lnTo>
                  <a:lnTo>
                    <a:pt x="384947" y="804258"/>
                  </a:lnTo>
                  <a:lnTo>
                    <a:pt x="339965" y="822700"/>
                  </a:lnTo>
                  <a:lnTo>
                    <a:pt x="293328" y="828501"/>
                  </a:lnTo>
                  <a:lnTo>
                    <a:pt x="469361" y="828501"/>
                  </a:lnTo>
                  <a:lnTo>
                    <a:pt x="609087" y="747809"/>
                  </a:lnTo>
                  <a:lnTo>
                    <a:pt x="624929" y="720386"/>
                  </a:lnTo>
                  <a:lnTo>
                    <a:pt x="624929" y="595269"/>
                  </a:lnTo>
                  <a:close/>
                </a:path>
                <a:path w="952500" h="967739">
                  <a:moveTo>
                    <a:pt x="241877" y="616410"/>
                  </a:moveTo>
                  <a:lnTo>
                    <a:pt x="115615" y="616410"/>
                  </a:lnTo>
                  <a:lnTo>
                    <a:pt x="117039" y="617258"/>
                  </a:lnTo>
                  <a:lnTo>
                    <a:pt x="119541" y="618797"/>
                  </a:lnTo>
                  <a:lnTo>
                    <a:pt x="313986" y="731087"/>
                  </a:lnTo>
                  <a:lnTo>
                    <a:pt x="321676" y="734303"/>
                  </a:lnTo>
                  <a:lnTo>
                    <a:pt x="329805" y="735375"/>
                  </a:lnTo>
                  <a:lnTo>
                    <a:pt x="337937" y="734303"/>
                  </a:lnTo>
                  <a:lnTo>
                    <a:pt x="345639" y="731087"/>
                  </a:lnTo>
                  <a:lnTo>
                    <a:pt x="437738" y="677906"/>
                  </a:lnTo>
                  <a:lnTo>
                    <a:pt x="348540" y="677906"/>
                  </a:lnTo>
                  <a:lnTo>
                    <a:pt x="347639" y="677518"/>
                  </a:lnTo>
                  <a:lnTo>
                    <a:pt x="241877" y="616410"/>
                  </a:lnTo>
                  <a:close/>
                </a:path>
                <a:path w="952500" h="967739">
                  <a:moveTo>
                    <a:pt x="730473" y="289687"/>
                  </a:moveTo>
                  <a:lnTo>
                    <a:pt x="603795" y="289687"/>
                  </a:lnTo>
                  <a:lnTo>
                    <a:pt x="604490" y="289991"/>
                  </a:lnTo>
                  <a:lnTo>
                    <a:pt x="799259" y="402438"/>
                  </a:lnTo>
                  <a:lnTo>
                    <a:pt x="837763" y="432161"/>
                  </a:lnTo>
                  <a:lnTo>
                    <a:pt x="866133" y="469661"/>
                  </a:lnTo>
                  <a:lnTo>
                    <a:pt x="883735" y="512577"/>
                  </a:lnTo>
                  <a:lnTo>
                    <a:pt x="889937" y="558544"/>
                  </a:lnTo>
                  <a:lnTo>
                    <a:pt x="884165" y="604704"/>
                  </a:lnTo>
                  <a:lnTo>
                    <a:pt x="865602" y="650179"/>
                  </a:lnTo>
                  <a:lnTo>
                    <a:pt x="825393" y="698188"/>
                  </a:lnTo>
                  <a:lnTo>
                    <a:pt x="771260" y="729642"/>
                  </a:lnTo>
                  <a:lnTo>
                    <a:pt x="883561" y="729642"/>
                  </a:lnTo>
                  <a:lnTo>
                    <a:pt x="890417" y="723465"/>
                  </a:lnTo>
                  <a:lnTo>
                    <a:pt x="920533" y="681686"/>
                  </a:lnTo>
                  <a:lnTo>
                    <a:pt x="941687" y="634147"/>
                  </a:lnTo>
                  <a:lnTo>
                    <a:pt x="952138" y="584326"/>
                  </a:lnTo>
                  <a:lnTo>
                    <a:pt x="952064" y="533910"/>
                  </a:lnTo>
                  <a:lnTo>
                    <a:pt x="941648" y="484596"/>
                  </a:lnTo>
                  <a:lnTo>
                    <a:pt x="921058" y="438029"/>
                  </a:lnTo>
                  <a:lnTo>
                    <a:pt x="890527" y="395998"/>
                  </a:lnTo>
                  <a:lnTo>
                    <a:pt x="893266" y="383079"/>
                  </a:lnTo>
                  <a:lnTo>
                    <a:pt x="900243" y="351067"/>
                  </a:lnTo>
                  <a:lnTo>
                    <a:pt x="836546" y="351067"/>
                  </a:lnTo>
                  <a:lnTo>
                    <a:pt x="832609" y="348670"/>
                  </a:lnTo>
                  <a:lnTo>
                    <a:pt x="730473" y="289687"/>
                  </a:lnTo>
                  <a:close/>
                </a:path>
                <a:path w="952500" h="967739">
                  <a:moveTo>
                    <a:pt x="244913" y="237867"/>
                  </a:moveTo>
                  <a:lnTo>
                    <a:pt x="180890" y="237867"/>
                  </a:lnTo>
                  <a:lnTo>
                    <a:pt x="180796" y="467074"/>
                  </a:lnTo>
                  <a:lnTo>
                    <a:pt x="431815" y="630253"/>
                  </a:lnTo>
                  <a:lnTo>
                    <a:pt x="350393" y="677267"/>
                  </a:lnTo>
                  <a:lnTo>
                    <a:pt x="349435" y="677906"/>
                  </a:lnTo>
                  <a:lnTo>
                    <a:pt x="437738" y="677906"/>
                  </a:lnTo>
                  <a:lnTo>
                    <a:pt x="564509" y="604704"/>
                  </a:lnTo>
                  <a:lnTo>
                    <a:pt x="476044" y="604704"/>
                  </a:lnTo>
                  <a:lnTo>
                    <a:pt x="371282" y="544234"/>
                  </a:lnTo>
                  <a:lnTo>
                    <a:pt x="371282" y="518654"/>
                  </a:lnTo>
                  <a:lnTo>
                    <a:pt x="327043" y="518654"/>
                  </a:lnTo>
                  <a:lnTo>
                    <a:pt x="245590" y="471640"/>
                  </a:lnTo>
                  <a:lnTo>
                    <a:pt x="244721" y="471221"/>
                  </a:lnTo>
                  <a:lnTo>
                    <a:pt x="244145" y="470373"/>
                  </a:lnTo>
                  <a:lnTo>
                    <a:pt x="244096" y="243914"/>
                  </a:lnTo>
                  <a:lnTo>
                    <a:pt x="244913" y="237867"/>
                  </a:lnTo>
                  <a:close/>
                </a:path>
                <a:path w="952500" h="967739">
                  <a:moveTo>
                    <a:pt x="564619" y="362795"/>
                  </a:moveTo>
                  <a:lnTo>
                    <a:pt x="476044" y="362795"/>
                  </a:lnTo>
                  <a:lnTo>
                    <a:pt x="580815" y="423296"/>
                  </a:lnTo>
                  <a:lnTo>
                    <a:pt x="580815" y="544234"/>
                  </a:lnTo>
                  <a:lnTo>
                    <a:pt x="476044" y="604704"/>
                  </a:lnTo>
                  <a:lnTo>
                    <a:pt x="564509" y="604704"/>
                  </a:lnTo>
                  <a:lnTo>
                    <a:pt x="580847" y="595269"/>
                  </a:lnTo>
                  <a:lnTo>
                    <a:pt x="624929" y="595269"/>
                  </a:lnTo>
                  <a:lnTo>
                    <a:pt x="624929" y="448782"/>
                  </a:lnTo>
                  <a:lnTo>
                    <a:pt x="713548" y="448782"/>
                  </a:lnTo>
                  <a:lnTo>
                    <a:pt x="564619" y="362795"/>
                  </a:lnTo>
                  <a:close/>
                </a:path>
                <a:path w="952500" h="967739">
                  <a:moveTo>
                    <a:pt x="587593" y="63254"/>
                  </a:moveTo>
                  <a:lnTo>
                    <a:pt x="425459" y="63254"/>
                  </a:lnTo>
                  <a:lnTo>
                    <a:pt x="456865" y="66002"/>
                  </a:lnTo>
                  <a:lnTo>
                    <a:pt x="487096" y="74080"/>
                  </a:lnTo>
                  <a:lnTo>
                    <a:pt x="515488" y="87236"/>
                  </a:lnTo>
                  <a:lnTo>
                    <a:pt x="541382" y="105221"/>
                  </a:lnTo>
                  <a:lnTo>
                    <a:pt x="539905" y="106007"/>
                  </a:lnTo>
                  <a:lnTo>
                    <a:pt x="537361" y="107431"/>
                  </a:lnTo>
                  <a:lnTo>
                    <a:pt x="535675" y="108457"/>
                  </a:lnTo>
                  <a:lnTo>
                    <a:pt x="343011" y="219721"/>
                  </a:lnTo>
                  <a:lnTo>
                    <a:pt x="336370" y="224765"/>
                  </a:lnTo>
                  <a:lnTo>
                    <a:pt x="331371" y="231261"/>
                  </a:lnTo>
                  <a:lnTo>
                    <a:pt x="328232" y="238835"/>
                  </a:lnTo>
                  <a:lnTo>
                    <a:pt x="327169" y="247112"/>
                  </a:lnTo>
                  <a:lnTo>
                    <a:pt x="327043" y="518654"/>
                  </a:lnTo>
                  <a:lnTo>
                    <a:pt x="371282" y="518654"/>
                  </a:lnTo>
                  <a:lnTo>
                    <a:pt x="371282" y="423296"/>
                  </a:lnTo>
                  <a:lnTo>
                    <a:pt x="459762" y="372198"/>
                  </a:lnTo>
                  <a:lnTo>
                    <a:pt x="371314" y="372198"/>
                  </a:lnTo>
                  <a:lnTo>
                    <a:pt x="371251" y="277195"/>
                  </a:lnTo>
                  <a:lnTo>
                    <a:pt x="567203" y="163303"/>
                  </a:lnTo>
                  <a:lnTo>
                    <a:pt x="612197" y="144829"/>
                  </a:lnTo>
                  <a:lnTo>
                    <a:pt x="658854" y="139025"/>
                  </a:lnTo>
                  <a:lnTo>
                    <a:pt x="820345" y="139025"/>
                  </a:lnTo>
                  <a:lnTo>
                    <a:pt x="801240" y="121897"/>
                  </a:lnTo>
                  <a:lnTo>
                    <a:pt x="757531" y="96724"/>
                  </a:lnTo>
                  <a:lnTo>
                    <a:pt x="709584" y="81066"/>
                  </a:lnTo>
                  <a:lnTo>
                    <a:pt x="607182" y="81066"/>
                  </a:lnTo>
                  <a:lnTo>
                    <a:pt x="587593" y="63254"/>
                  </a:lnTo>
                  <a:close/>
                </a:path>
                <a:path w="952500" h="967739">
                  <a:moveTo>
                    <a:pt x="622353" y="232092"/>
                  </a:moveTo>
                  <a:lnTo>
                    <a:pt x="614219" y="233164"/>
                  </a:lnTo>
                  <a:lnTo>
                    <a:pt x="606511" y="236380"/>
                  </a:lnTo>
                  <a:lnTo>
                    <a:pt x="371314" y="372198"/>
                  </a:lnTo>
                  <a:lnTo>
                    <a:pt x="459762" y="372198"/>
                  </a:lnTo>
                  <a:lnTo>
                    <a:pt x="476044" y="362795"/>
                  </a:lnTo>
                  <a:lnTo>
                    <a:pt x="564619" y="362795"/>
                  </a:lnTo>
                  <a:lnTo>
                    <a:pt x="520314" y="337214"/>
                  </a:lnTo>
                  <a:lnTo>
                    <a:pt x="601736" y="290232"/>
                  </a:lnTo>
                  <a:lnTo>
                    <a:pt x="602553" y="289687"/>
                  </a:lnTo>
                  <a:lnTo>
                    <a:pt x="730473" y="289687"/>
                  </a:lnTo>
                  <a:lnTo>
                    <a:pt x="638164" y="236380"/>
                  </a:lnTo>
                  <a:lnTo>
                    <a:pt x="630480" y="233164"/>
                  </a:lnTo>
                  <a:lnTo>
                    <a:pt x="622353" y="232092"/>
                  </a:lnTo>
                  <a:close/>
                </a:path>
                <a:path w="952500" h="967739">
                  <a:moveTo>
                    <a:pt x="820345" y="139025"/>
                  </a:moveTo>
                  <a:lnTo>
                    <a:pt x="658854" y="139025"/>
                  </a:lnTo>
                  <a:lnTo>
                    <a:pt x="704810" y="145256"/>
                  </a:lnTo>
                  <a:lnTo>
                    <a:pt x="747705" y="162888"/>
                  </a:lnTo>
                  <a:lnTo>
                    <a:pt x="785176" y="191290"/>
                  </a:lnTo>
                  <a:lnTo>
                    <a:pt x="814860" y="229825"/>
                  </a:lnTo>
                  <a:lnTo>
                    <a:pt x="836285" y="288550"/>
                  </a:lnTo>
                  <a:lnTo>
                    <a:pt x="839099" y="319685"/>
                  </a:lnTo>
                  <a:lnTo>
                    <a:pt x="836483" y="351067"/>
                  </a:lnTo>
                  <a:lnTo>
                    <a:pt x="900243" y="351067"/>
                  </a:lnTo>
                  <a:lnTo>
                    <a:pt x="901414" y="345696"/>
                  </a:lnTo>
                  <a:lnTo>
                    <a:pt x="901494" y="294772"/>
                  </a:lnTo>
                  <a:lnTo>
                    <a:pt x="890874" y="244965"/>
                  </a:lnTo>
                  <a:lnTo>
                    <a:pt x="869738" y="198014"/>
                  </a:lnTo>
                  <a:lnTo>
                    <a:pt x="839159" y="155891"/>
                  </a:lnTo>
                  <a:lnTo>
                    <a:pt x="820345" y="139025"/>
                  </a:lnTo>
                  <a:close/>
                </a:path>
                <a:path w="952500" h="967739">
                  <a:moveTo>
                    <a:pt x="658950" y="75616"/>
                  </a:moveTo>
                  <a:lnTo>
                    <a:pt x="607170" y="81066"/>
                  </a:lnTo>
                  <a:lnTo>
                    <a:pt x="709584" y="81066"/>
                  </a:lnTo>
                  <a:lnTo>
                    <a:pt x="658950" y="75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43296" y="4555641"/>
              <a:ext cx="930840" cy="93083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4962925" y="4560322"/>
              <a:ext cx="918844" cy="918844"/>
            </a:xfrm>
            <a:custGeom>
              <a:avLst/>
              <a:gdLst/>
              <a:ahLst/>
              <a:cxnLst/>
              <a:rect l="l" t="t" r="r" b="b"/>
              <a:pathLst>
                <a:path w="918844" h="918845">
                  <a:moveTo>
                    <a:pt x="792865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792865"/>
                  </a:lnTo>
                  <a:lnTo>
                    <a:pt x="9914" y="841653"/>
                  </a:lnTo>
                  <a:lnTo>
                    <a:pt x="36909" y="881606"/>
                  </a:lnTo>
                  <a:lnTo>
                    <a:pt x="76862" y="908601"/>
                  </a:lnTo>
                  <a:lnTo>
                    <a:pt x="125650" y="918516"/>
                  </a:lnTo>
                  <a:lnTo>
                    <a:pt x="792865" y="918516"/>
                  </a:lnTo>
                  <a:lnTo>
                    <a:pt x="841653" y="908601"/>
                  </a:lnTo>
                  <a:lnTo>
                    <a:pt x="881606" y="881606"/>
                  </a:lnTo>
                  <a:lnTo>
                    <a:pt x="908601" y="841653"/>
                  </a:lnTo>
                  <a:lnTo>
                    <a:pt x="918516" y="792865"/>
                  </a:lnTo>
                  <a:lnTo>
                    <a:pt x="918516" y="125650"/>
                  </a:lnTo>
                  <a:lnTo>
                    <a:pt x="908601" y="76862"/>
                  </a:lnTo>
                  <a:lnTo>
                    <a:pt x="881606" y="36909"/>
                  </a:lnTo>
                  <a:lnTo>
                    <a:pt x="841653" y="9914"/>
                  </a:lnTo>
                  <a:lnTo>
                    <a:pt x="792865" y="0"/>
                  </a:lnTo>
                  <a:close/>
                </a:path>
              </a:pathLst>
            </a:custGeom>
            <a:solidFill>
              <a:srgbClr val="1381FA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14962925" y="4560322"/>
              <a:ext cx="918844" cy="918844"/>
            </a:xfrm>
            <a:custGeom>
              <a:avLst/>
              <a:gdLst/>
              <a:ahLst/>
              <a:cxnLst/>
              <a:rect l="l" t="t" r="r" b="b"/>
              <a:pathLst>
                <a:path w="918844" h="918845">
                  <a:moveTo>
                    <a:pt x="792865" y="918516"/>
                  </a:moveTo>
                  <a:lnTo>
                    <a:pt x="125650" y="918516"/>
                  </a:lnTo>
                  <a:lnTo>
                    <a:pt x="76862" y="908601"/>
                  </a:lnTo>
                  <a:lnTo>
                    <a:pt x="36909" y="881606"/>
                  </a:lnTo>
                  <a:lnTo>
                    <a:pt x="9914" y="841653"/>
                  </a:lnTo>
                  <a:lnTo>
                    <a:pt x="0" y="792865"/>
                  </a:lnTo>
                  <a:lnTo>
                    <a:pt x="0" y="125650"/>
                  </a:lnTo>
                  <a:lnTo>
                    <a:pt x="9914" y="76862"/>
                  </a:lnTo>
                  <a:lnTo>
                    <a:pt x="36909" y="36909"/>
                  </a:lnTo>
                  <a:lnTo>
                    <a:pt x="76862" y="9914"/>
                  </a:lnTo>
                  <a:lnTo>
                    <a:pt x="125650" y="0"/>
                  </a:lnTo>
                  <a:lnTo>
                    <a:pt x="792865" y="0"/>
                  </a:lnTo>
                  <a:lnTo>
                    <a:pt x="841653" y="9914"/>
                  </a:lnTo>
                  <a:lnTo>
                    <a:pt x="881606" y="36909"/>
                  </a:lnTo>
                  <a:lnTo>
                    <a:pt x="908601" y="76862"/>
                  </a:lnTo>
                  <a:lnTo>
                    <a:pt x="918516" y="125650"/>
                  </a:lnTo>
                  <a:lnTo>
                    <a:pt x="918516" y="792865"/>
                  </a:lnTo>
                  <a:lnTo>
                    <a:pt x="908601" y="841653"/>
                  </a:lnTo>
                  <a:lnTo>
                    <a:pt x="881606" y="881606"/>
                  </a:lnTo>
                  <a:lnTo>
                    <a:pt x="841653" y="908601"/>
                  </a:lnTo>
                  <a:lnTo>
                    <a:pt x="792865" y="918516"/>
                  </a:lnTo>
                  <a:close/>
                </a:path>
              </a:pathLst>
            </a:custGeom>
            <a:ln w="10470">
              <a:solidFill>
                <a:srgbClr val="0D62D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15142936" y="4775877"/>
              <a:ext cx="519430" cy="581660"/>
            </a:xfrm>
            <a:custGeom>
              <a:avLst/>
              <a:gdLst/>
              <a:ahLst/>
              <a:cxnLst/>
              <a:rect l="l" t="t" r="r" b="b"/>
              <a:pathLst>
                <a:path w="519430" h="581660">
                  <a:moveTo>
                    <a:pt x="287908" y="0"/>
                  </a:moveTo>
                  <a:lnTo>
                    <a:pt x="252033" y="3585"/>
                  </a:lnTo>
                  <a:lnTo>
                    <a:pt x="218731" y="18370"/>
                  </a:lnTo>
                  <a:lnTo>
                    <a:pt x="190237" y="42560"/>
                  </a:lnTo>
                  <a:lnTo>
                    <a:pt x="168784" y="74363"/>
                  </a:lnTo>
                  <a:lnTo>
                    <a:pt x="50203" y="105145"/>
                  </a:lnTo>
                  <a:lnTo>
                    <a:pt x="0" y="136775"/>
                  </a:lnTo>
                  <a:lnTo>
                    <a:pt x="8563" y="188486"/>
                  </a:lnTo>
                  <a:lnTo>
                    <a:pt x="66284" y="279509"/>
                  </a:lnTo>
                  <a:lnTo>
                    <a:pt x="47005" y="347321"/>
                  </a:lnTo>
                  <a:lnTo>
                    <a:pt x="47918" y="394977"/>
                  </a:lnTo>
                  <a:lnTo>
                    <a:pt x="60250" y="429792"/>
                  </a:lnTo>
                  <a:lnTo>
                    <a:pt x="75226" y="459085"/>
                  </a:lnTo>
                  <a:lnTo>
                    <a:pt x="48893" y="490231"/>
                  </a:lnTo>
                  <a:lnTo>
                    <a:pt x="37327" y="513300"/>
                  </a:lnTo>
                  <a:lnTo>
                    <a:pt x="38020" y="539711"/>
                  </a:lnTo>
                  <a:lnTo>
                    <a:pt x="48463" y="580882"/>
                  </a:lnTo>
                  <a:lnTo>
                    <a:pt x="262908" y="581440"/>
                  </a:lnTo>
                  <a:lnTo>
                    <a:pt x="417532" y="581509"/>
                  </a:lnTo>
                  <a:lnTo>
                    <a:pt x="502931" y="580882"/>
                  </a:lnTo>
                  <a:lnTo>
                    <a:pt x="514882" y="552683"/>
                  </a:lnTo>
                  <a:lnTo>
                    <a:pt x="515417" y="517939"/>
                  </a:lnTo>
                  <a:lnTo>
                    <a:pt x="504895" y="484588"/>
                  </a:lnTo>
                  <a:lnTo>
                    <a:pt x="483675" y="460572"/>
                  </a:lnTo>
                  <a:lnTo>
                    <a:pt x="510664" y="416173"/>
                  </a:lnTo>
                  <a:lnTo>
                    <a:pt x="517142" y="367194"/>
                  </a:lnTo>
                  <a:lnTo>
                    <a:pt x="508374" y="319637"/>
                  </a:lnTo>
                  <a:lnTo>
                    <a:pt x="489622" y="279509"/>
                  </a:lnTo>
                  <a:lnTo>
                    <a:pt x="510801" y="242373"/>
                  </a:lnTo>
                  <a:lnTo>
                    <a:pt x="518829" y="203044"/>
                  </a:lnTo>
                  <a:lnTo>
                    <a:pt x="514475" y="164404"/>
                  </a:lnTo>
                  <a:lnTo>
                    <a:pt x="498508" y="129334"/>
                  </a:lnTo>
                  <a:lnTo>
                    <a:pt x="471697" y="100716"/>
                  </a:lnTo>
                  <a:lnTo>
                    <a:pt x="434811" y="81432"/>
                  </a:lnTo>
                  <a:lnTo>
                    <a:pt x="388620" y="74363"/>
                  </a:lnTo>
                  <a:lnTo>
                    <a:pt x="358435" y="33595"/>
                  </a:lnTo>
                  <a:lnTo>
                    <a:pt x="324120" y="9405"/>
                  </a:lnTo>
                  <a:lnTo>
                    <a:pt x="287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15142936" y="4775877"/>
              <a:ext cx="519430" cy="581660"/>
            </a:xfrm>
            <a:custGeom>
              <a:avLst/>
              <a:gdLst/>
              <a:ahLst/>
              <a:cxnLst/>
              <a:rect l="l" t="t" r="r" b="b"/>
              <a:pathLst>
                <a:path w="519430" h="581660">
                  <a:moveTo>
                    <a:pt x="48463" y="580882"/>
                  </a:moveTo>
                  <a:lnTo>
                    <a:pt x="38020" y="539711"/>
                  </a:lnTo>
                  <a:lnTo>
                    <a:pt x="37327" y="513300"/>
                  </a:lnTo>
                  <a:lnTo>
                    <a:pt x="48893" y="490231"/>
                  </a:lnTo>
                  <a:lnTo>
                    <a:pt x="75226" y="459085"/>
                  </a:lnTo>
                  <a:lnTo>
                    <a:pt x="60250" y="429792"/>
                  </a:lnTo>
                  <a:lnTo>
                    <a:pt x="47918" y="394977"/>
                  </a:lnTo>
                  <a:lnTo>
                    <a:pt x="47005" y="347321"/>
                  </a:lnTo>
                  <a:lnTo>
                    <a:pt x="66284" y="279509"/>
                  </a:lnTo>
                  <a:lnTo>
                    <a:pt x="8563" y="188486"/>
                  </a:lnTo>
                  <a:lnTo>
                    <a:pt x="0" y="136775"/>
                  </a:lnTo>
                  <a:lnTo>
                    <a:pt x="50203" y="105145"/>
                  </a:lnTo>
                  <a:lnTo>
                    <a:pt x="168784" y="74363"/>
                  </a:lnTo>
                  <a:lnTo>
                    <a:pt x="190237" y="42560"/>
                  </a:lnTo>
                  <a:lnTo>
                    <a:pt x="218731" y="18370"/>
                  </a:lnTo>
                  <a:lnTo>
                    <a:pt x="252033" y="3585"/>
                  </a:lnTo>
                  <a:lnTo>
                    <a:pt x="287908" y="0"/>
                  </a:lnTo>
                  <a:lnTo>
                    <a:pt x="324120" y="9405"/>
                  </a:lnTo>
                  <a:lnTo>
                    <a:pt x="358435" y="33595"/>
                  </a:lnTo>
                  <a:lnTo>
                    <a:pt x="388620" y="74363"/>
                  </a:lnTo>
                  <a:lnTo>
                    <a:pt x="434811" y="81432"/>
                  </a:lnTo>
                  <a:lnTo>
                    <a:pt x="471697" y="100716"/>
                  </a:lnTo>
                  <a:lnTo>
                    <a:pt x="498508" y="129334"/>
                  </a:lnTo>
                  <a:lnTo>
                    <a:pt x="514475" y="164404"/>
                  </a:lnTo>
                  <a:lnTo>
                    <a:pt x="518829" y="203044"/>
                  </a:lnTo>
                  <a:lnTo>
                    <a:pt x="510801" y="242373"/>
                  </a:lnTo>
                  <a:lnTo>
                    <a:pt x="489622" y="279509"/>
                  </a:lnTo>
                  <a:lnTo>
                    <a:pt x="508374" y="319637"/>
                  </a:lnTo>
                  <a:lnTo>
                    <a:pt x="517142" y="367194"/>
                  </a:lnTo>
                  <a:lnTo>
                    <a:pt x="510664" y="416173"/>
                  </a:lnTo>
                  <a:lnTo>
                    <a:pt x="483675" y="460572"/>
                  </a:lnTo>
                  <a:lnTo>
                    <a:pt x="504895" y="484588"/>
                  </a:lnTo>
                  <a:lnTo>
                    <a:pt x="515417" y="517939"/>
                  </a:lnTo>
                  <a:lnTo>
                    <a:pt x="514882" y="552683"/>
                  </a:lnTo>
                  <a:lnTo>
                    <a:pt x="502931" y="580882"/>
                  </a:lnTo>
                  <a:lnTo>
                    <a:pt x="417532" y="581509"/>
                  </a:lnTo>
                  <a:lnTo>
                    <a:pt x="262908" y="581440"/>
                  </a:lnTo>
                  <a:lnTo>
                    <a:pt x="114677" y="581091"/>
                  </a:lnTo>
                  <a:lnTo>
                    <a:pt x="48463" y="580882"/>
                  </a:lnTo>
                  <a:close/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10276" y="4675989"/>
              <a:ext cx="142867" cy="19926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91037" y="4670783"/>
              <a:ext cx="133779" cy="19926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263510" y="4961580"/>
              <a:ext cx="317337" cy="17293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6125163" y="5019579"/>
              <a:ext cx="494665" cy="0"/>
            </a:xfrm>
            <a:custGeom>
              <a:avLst/>
              <a:gdLst/>
              <a:ahLst/>
              <a:cxnLst/>
              <a:rect l="l" t="t" r="r" b="b"/>
              <a:pathLst>
                <a:path w="494665">
                  <a:moveTo>
                    <a:pt x="0" y="0"/>
                  </a:moveTo>
                  <a:lnTo>
                    <a:pt x="494372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566925" y="4920001"/>
              <a:ext cx="178999" cy="19917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1898165" y="5019579"/>
              <a:ext cx="494665" cy="0"/>
            </a:xfrm>
            <a:custGeom>
              <a:avLst/>
              <a:gdLst/>
              <a:ahLst/>
              <a:cxnLst/>
              <a:rect l="l" t="t" r="r" b="b"/>
              <a:pathLst>
                <a:path w="494665">
                  <a:moveTo>
                    <a:pt x="0" y="0"/>
                  </a:moveTo>
                  <a:lnTo>
                    <a:pt x="494372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77" name="object 7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39928" y="4920001"/>
              <a:ext cx="178999" cy="19917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6922625" y="4718532"/>
              <a:ext cx="1260475" cy="612140"/>
            </a:xfrm>
            <a:custGeom>
              <a:avLst/>
              <a:gdLst/>
              <a:ahLst/>
              <a:cxnLst/>
              <a:rect l="l" t="t" r="r" b="b"/>
              <a:pathLst>
                <a:path w="1260475" h="612139">
                  <a:moveTo>
                    <a:pt x="1209313" y="0"/>
                  </a:moveTo>
                  <a:lnTo>
                    <a:pt x="50815" y="0"/>
                  </a:lnTo>
                  <a:lnTo>
                    <a:pt x="31085" y="4009"/>
                  </a:lnTo>
                  <a:lnTo>
                    <a:pt x="14927" y="14927"/>
                  </a:lnTo>
                  <a:lnTo>
                    <a:pt x="4009" y="31085"/>
                  </a:lnTo>
                  <a:lnTo>
                    <a:pt x="0" y="50815"/>
                  </a:lnTo>
                  <a:lnTo>
                    <a:pt x="0" y="561281"/>
                  </a:lnTo>
                  <a:lnTo>
                    <a:pt x="4009" y="581005"/>
                  </a:lnTo>
                  <a:lnTo>
                    <a:pt x="14927" y="597159"/>
                  </a:lnTo>
                  <a:lnTo>
                    <a:pt x="31085" y="608076"/>
                  </a:lnTo>
                  <a:lnTo>
                    <a:pt x="50815" y="612086"/>
                  </a:lnTo>
                  <a:lnTo>
                    <a:pt x="1209313" y="612086"/>
                  </a:lnTo>
                  <a:lnTo>
                    <a:pt x="1229042" y="608076"/>
                  </a:lnTo>
                  <a:lnTo>
                    <a:pt x="1245196" y="597159"/>
                  </a:lnTo>
                  <a:lnTo>
                    <a:pt x="1256110" y="581005"/>
                  </a:lnTo>
                  <a:lnTo>
                    <a:pt x="1260118" y="561281"/>
                  </a:lnTo>
                  <a:lnTo>
                    <a:pt x="1260118" y="50815"/>
                  </a:lnTo>
                  <a:lnTo>
                    <a:pt x="1256110" y="31085"/>
                  </a:lnTo>
                  <a:lnTo>
                    <a:pt x="1245196" y="14927"/>
                  </a:lnTo>
                  <a:lnTo>
                    <a:pt x="1229042" y="4009"/>
                  </a:lnTo>
                  <a:lnTo>
                    <a:pt x="1209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16922625" y="4718532"/>
              <a:ext cx="1260475" cy="612140"/>
            </a:xfrm>
            <a:custGeom>
              <a:avLst/>
              <a:gdLst/>
              <a:ahLst/>
              <a:cxnLst/>
              <a:rect l="l" t="t" r="r" b="b"/>
              <a:pathLst>
                <a:path w="1260475" h="612139">
                  <a:moveTo>
                    <a:pt x="1209313" y="612086"/>
                  </a:moveTo>
                  <a:lnTo>
                    <a:pt x="50815" y="612086"/>
                  </a:lnTo>
                  <a:lnTo>
                    <a:pt x="31085" y="608076"/>
                  </a:lnTo>
                  <a:lnTo>
                    <a:pt x="14927" y="597159"/>
                  </a:lnTo>
                  <a:lnTo>
                    <a:pt x="4009" y="581005"/>
                  </a:lnTo>
                  <a:lnTo>
                    <a:pt x="0" y="561281"/>
                  </a:lnTo>
                  <a:lnTo>
                    <a:pt x="0" y="50815"/>
                  </a:lnTo>
                  <a:lnTo>
                    <a:pt x="4009" y="31085"/>
                  </a:lnTo>
                  <a:lnTo>
                    <a:pt x="14927" y="14927"/>
                  </a:lnTo>
                  <a:lnTo>
                    <a:pt x="31085" y="4009"/>
                  </a:lnTo>
                  <a:lnTo>
                    <a:pt x="50815" y="0"/>
                  </a:lnTo>
                  <a:lnTo>
                    <a:pt x="1209313" y="0"/>
                  </a:lnTo>
                  <a:lnTo>
                    <a:pt x="1229042" y="4009"/>
                  </a:lnTo>
                  <a:lnTo>
                    <a:pt x="1245196" y="14927"/>
                  </a:lnTo>
                  <a:lnTo>
                    <a:pt x="1256110" y="31085"/>
                  </a:lnTo>
                  <a:lnTo>
                    <a:pt x="1260118" y="50815"/>
                  </a:lnTo>
                  <a:lnTo>
                    <a:pt x="1260118" y="561281"/>
                  </a:lnTo>
                  <a:lnTo>
                    <a:pt x="1256110" y="581005"/>
                  </a:lnTo>
                  <a:lnTo>
                    <a:pt x="1245196" y="597159"/>
                  </a:lnTo>
                  <a:lnTo>
                    <a:pt x="1229042" y="608076"/>
                  </a:lnTo>
                  <a:lnTo>
                    <a:pt x="1209313" y="612086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945948" y="2397870"/>
            <a:ext cx="5546090" cy="1354455"/>
          </a:xfrm>
          <a:prstGeom prst="rect">
            <a:avLst/>
          </a:prstGeom>
        </p:spPr>
        <p:txBody>
          <a:bodyPr vert="horz" wrap="square" lIns="0" tIns="269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유사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문서와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질의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결합</a:t>
            </a:r>
            <a:r>
              <a:rPr sz="3300" b="1" spc="-2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2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/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응답</a:t>
            </a:r>
            <a:r>
              <a:rPr sz="3300" b="1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3300" b="1" spc="-4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생성</a:t>
            </a:r>
            <a:endParaRPr sz="330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50" b="1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유사</a:t>
            </a:r>
            <a:r>
              <a:rPr sz="24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문서와</a:t>
            </a:r>
            <a:r>
              <a:rPr sz="2450" b="1" spc="-2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질의</a:t>
            </a:r>
            <a:r>
              <a:rPr sz="2450" b="1" spc="-2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결합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42757" y="3918289"/>
            <a:ext cx="886079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유사도를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기반으로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추출된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문맥의</a:t>
            </a:r>
            <a:r>
              <a:rPr sz="20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인덱스에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대응하는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문서들을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질의와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결합한다.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42757" y="4326654"/>
            <a:ext cx="750189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단순결합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뿐만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아니라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문맥과</a:t>
            </a:r>
            <a:r>
              <a:rPr sz="20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질문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앞뒤에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부가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텍스트를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덧붙이기도</a:t>
            </a:r>
            <a:r>
              <a:rPr sz="20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406515" y="3349793"/>
            <a:ext cx="7728584" cy="908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20"/>
              </a:spcBef>
            </a:pPr>
            <a:r>
              <a:rPr sz="2450" b="1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응답</a:t>
            </a:r>
            <a:r>
              <a:rPr sz="2450" b="1" spc="-2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생성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유사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문서와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질의가</a:t>
            </a:r>
            <a:r>
              <a:rPr sz="20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결합된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텍스트를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입력으로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질의에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맞는</a:t>
            </a:r>
            <a:r>
              <a:rPr sz="2050" b="0" spc="-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2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응답을</a:t>
            </a:r>
            <a:r>
              <a:rPr sz="205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05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생성한다.</a:t>
            </a:r>
            <a:endParaRPr sz="20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049429" y="4906110"/>
            <a:ext cx="1007110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응답(Response)</a:t>
            </a:r>
            <a:endParaRPr sz="11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319005" y="5171046"/>
            <a:ext cx="4469130" cy="585470"/>
            <a:chOff x="1319005" y="5171046"/>
            <a:chExt cx="4469130" cy="585470"/>
          </a:xfrm>
        </p:grpSpPr>
        <p:sp>
          <p:nvSpPr>
            <p:cNvPr id="86" name="object 86"/>
            <p:cNvSpPr/>
            <p:nvPr/>
          </p:nvSpPr>
          <p:spPr>
            <a:xfrm>
              <a:off x="2604229" y="5270624"/>
              <a:ext cx="494665" cy="0"/>
            </a:xfrm>
            <a:custGeom>
              <a:avLst/>
              <a:gdLst/>
              <a:ahLst/>
              <a:cxnLst/>
              <a:rect l="l" t="t" r="r" b="b"/>
              <a:pathLst>
                <a:path w="494664">
                  <a:moveTo>
                    <a:pt x="0" y="0"/>
                  </a:moveTo>
                  <a:lnTo>
                    <a:pt x="494372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87" name="object 8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45991" y="5171046"/>
              <a:ext cx="178999" cy="19917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166980" y="5270624"/>
              <a:ext cx="494665" cy="0"/>
            </a:xfrm>
            <a:custGeom>
              <a:avLst/>
              <a:gdLst/>
              <a:ahLst/>
              <a:cxnLst/>
              <a:rect l="l" t="t" r="r" b="b"/>
              <a:pathLst>
                <a:path w="494664">
                  <a:moveTo>
                    <a:pt x="0" y="0"/>
                  </a:moveTo>
                  <a:lnTo>
                    <a:pt x="494372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08742" y="5171046"/>
              <a:ext cx="178999" cy="19917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96773" y="5386415"/>
              <a:ext cx="84489" cy="85285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329483" y="5534431"/>
              <a:ext cx="1019175" cy="211454"/>
            </a:xfrm>
            <a:custGeom>
              <a:avLst/>
              <a:gdLst/>
              <a:ahLst/>
              <a:cxnLst/>
              <a:rect l="l" t="t" r="r" b="b"/>
              <a:pathLst>
                <a:path w="1019175" h="211454">
                  <a:moveTo>
                    <a:pt x="968253" y="0"/>
                  </a:moveTo>
                  <a:lnTo>
                    <a:pt x="50815" y="0"/>
                  </a:lnTo>
                  <a:lnTo>
                    <a:pt x="31085" y="4009"/>
                  </a:lnTo>
                  <a:lnTo>
                    <a:pt x="14927" y="14927"/>
                  </a:lnTo>
                  <a:lnTo>
                    <a:pt x="4009" y="31085"/>
                  </a:lnTo>
                  <a:lnTo>
                    <a:pt x="0" y="50815"/>
                  </a:lnTo>
                  <a:lnTo>
                    <a:pt x="0" y="160623"/>
                  </a:lnTo>
                  <a:lnTo>
                    <a:pt x="4009" y="180347"/>
                  </a:lnTo>
                  <a:lnTo>
                    <a:pt x="14927" y="196501"/>
                  </a:lnTo>
                  <a:lnTo>
                    <a:pt x="31085" y="207418"/>
                  </a:lnTo>
                  <a:lnTo>
                    <a:pt x="50815" y="211428"/>
                  </a:lnTo>
                  <a:lnTo>
                    <a:pt x="968253" y="211428"/>
                  </a:lnTo>
                  <a:lnTo>
                    <a:pt x="987981" y="207418"/>
                  </a:lnTo>
                  <a:lnTo>
                    <a:pt x="1004135" y="196501"/>
                  </a:lnTo>
                  <a:lnTo>
                    <a:pt x="1015049" y="180347"/>
                  </a:lnTo>
                  <a:lnTo>
                    <a:pt x="1019057" y="160623"/>
                  </a:lnTo>
                  <a:lnTo>
                    <a:pt x="1019057" y="50815"/>
                  </a:lnTo>
                  <a:lnTo>
                    <a:pt x="1015049" y="31085"/>
                  </a:lnTo>
                  <a:lnTo>
                    <a:pt x="1004135" y="14927"/>
                  </a:lnTo>
                  <a:lnTo>
                    <a:pt x="987981" y="4009"/>
                  </a:lnTo>
                  <a:lnTo>
                    <a:pt x="9682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1329483" y="5534431"/>
              <a:ext cx="1019175" cy="211454"/>
            </a:xfrm>
            <a:custGeom>
              <a:avLst/>
              <a:gdLst/>
              <a:ahLst/>
              <a:cxnLst/>
              <a:rect l="l" t="t" r="r" b="b"/>
              <a:pathLst>
                <a:path w="1019175" h="211454">
                  <a:moveTo>
                    <a:pt x="968253" y="211428"/>
                  </a:moveTo>
                  <a:lnTo>
                    <a:pt x="50815" y="211428"/>
                  </a:lnTo>
                  <a:lnTo>
                    <a:pt x="31085" y="207418"/>
                  </a:lnTo>
                  <a:lnTo>
                    <a:pt x="14927" y="196501"/>
                  </a:lnTo>
                  <a:lnTo>
                    <a:pt x="4009" y="180347"/>
                  </a:lnTo>
                  <a:lnTo>
                    <a:pt x="0" y="160623"/>
                  </a:lnTo>
                  <a:lnTo>
                    <a:pt x="0" y="50815"/>
                  </a:lnTo>
                  <a:lnTo>
                    <a:pt x="4009" y="31085"/>
                  </a:lnTo>
                  <a:lnTo>
                    <a:pt x="14927" y="14927"/>
                  </a:lnTo>
                  <a:lnTo>
                    <a:pt x="31085" y="4009"/>
                  </a:lnTo>
                  <a:lnTo>
                    <a:pt x="50815" y="0"/>
                  </a:lnTo>
                  <a:lnTo>
                    <a:pt x="968253" y="0"/>
                  </a:lnTo>
                  <a:lnTo>
                    <a:pt x="987981" y="4009"/>
                  </a:lnTo>
                  <a:lnTo>
                    <a:pt x="1004135" y="14927"/>
                  </a:lnTo>
                  <a:lnTo>
                    <a:pt x="1015049" y="31085"/>
                  </a:lnTo>
                  <a:lnTo>
                    <a:pt x="1019057" y="50815"/>
                  </a:lnTo>
                  <a:lnTo>
                    <a:pt x="1019057" y="160623"/>
                  </a:lnTo>
                  <a:lnTo>
                    <a:pt x="1015049" y="180347"/>
                  </a:lnTo>
                  <a:lnTo>
                    <a:pt x="1004135" y="196501"/>
                  </a:lnTo>
                  <a:lnTo>
                    <a:pt x="987981" y="207418"/>
                  </a:lnTo>
                  <a:lnTo>
                    <a:pt x="968253" y="21142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717624" y="5552187"/>
            <a:ext cx="243204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b="1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질의</a:t>
            </a:r>
            <a:endParaRPr sz="9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319003" y="4771655"/>
            <a:ext cx="1040130" cy="615315"/>
            <a:chOff x="1319003" y="4771655"/>
            <a:chExt cx="1040130" cy="615315"/>
          </a:xfrm>
        </p:grpSpPr>
        <p:sp>
          <p:nvSpPr>
            <p:cNvPr id="95" name="object 95"/>
            <p:cNvSpPr/>
            <p:nvPr/>
          </p:nvSpPr>
          <p:spPr>
            <a:xfrm>
              <a:off x="1450186" y="4782133"/>
              <a:ext cx="898525" cy="473709"/>
            </a:xfrm>
            <a:custGeom>
              <a:avLst/>
              <a:gdLst/>
              <a:ahLst/>
              <a:cxnLst/>
              <a:rect l="l" t="t" r="r" b="b"/>
              <a:pathLst>
                <a:path w="898525" h="473710">
                  <a:moveTo>
                    <a:pt x="859575" y="0"/>
                  </a:moveTo>
                  <a:lnTo>
                    <a:pt x="38784" y="0"/>
                  </a:lnTo>
                  <a:lnTo>
                    <a:pt x="23725" y="3060"/>
                  </a:lnTo>
                  <a:lnTo>
                    <a:pt x="11393" y="11393"/>
                  </a:lnTo>
                  <a:lnTo>
                    <a:pt x="3060" y="23725"/>
                  </a:lnTo>
                  <a:lnTo>
                    <a:pt x="0" y="38784"/>
                  </a:lnTo>
                  <a:lnTo>
                    <a:pt x="0" y="423913"/>
                  </a:lnTo>
                  <a:lnTo>
                    <a:pt x="33926" y="438314"/>
                  </a:lnTo>
                  <a:lnTo>
                    <a:pt x="127901" y="462315"/>
                  </a:lnTo>
                  <a:lnTo>
                    <a:pt x="270221" y="467116"/>
                  </a:lnTo>
                  <a:lnTo>
                    <a:pt x="449180" y="423913"/>
                  </a:lnTo>
                  <a:lnTo>
                    <a:pt x="604741" y="365691"/>
                  </a:lnTo>
                  <a:lnTo>
                    <a:pt x="703384" y="351463"/>
                  </a:lnTo>
                  <a:lnTo>
                    <a:pt x="787220" y="385888"/>
                  </a:lnTo>
                  <a:lnTo>
                    <a:pt x="898360" y="473629"/>
                  </a:lnTo>
                  <a:lnTo>
                    <a:pt x="898360" y="38784"/>
                  </a:lnTo>
                  <a:lnTo>
                    <a:pt x="895299" y="23725"/>
                  </a:lnTo>
                  <a:lnTo>
                    <a:pt x="886966" y="11393"/>
                  </a:lnTo>
                  <a:lnTo>
                    <a:pt x="874634" y="3060"/>
                  </a:lnTo>
                  <a:lnTo>
                    <a:pt x="859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1450186" y="4782133"/>
              <a:ext cx="898525" cy="473709"/>
            </a:xfrm>
            <a:custGeom>
              <a:avLst/>
              <a:gdLst/>
              <a:ahLst/>
              <a:cxnLst/>
              <a:rect l="l" t="t" r="r" b="b"/>
              <a:pathLst>
                <a:path w="898525" h="473710">
                  <a:moveTo>
                    <a:pt x="898360" y="473629"/>
                  </a:moveTo>
                  <a:lnTo>
                    <a:pt x="787220" y="385888"/>
                  </a:lnTo>
                  <a:lnTo>
                    <a:pt x="703384" y="351463"/>
                  </a:lnTo>
                  <a:lnTo>
                    <a:pt x="604741" y="365691"/>
                  </a:lnTo>
                  <a:lnTo>
                    <a:pt x="449180" y="423913"/>
                  </a:lnTo>
                  <a:lnTo>
                    <a:pt x="270221" y="467116"/>
                  </a:lnTo>
                  <a:lnTo>
                    <a:pt x="127901" y="462315"/>
                  </a:lnTo>
                  <a:lnTo>
                    <a:pt x="33926" y="438314"/>
                  </a:lnTo>
                  <a:lnTo>
                    <a:pt x="0" y="423913"/>
                  </a:lnTo>
                  <a:lnTo>
                    <a:pt x="0" y="38784"/>
                  </a:lnTo>
                  <a:lnTo>
                    <a:pt x="3060" y="23725"/>
                  </a:lnTo>
                  <a:lnTo>
                    <a:pt x="11393" y="11393"/>
                  </a:lnTo>
                  <a:lnTo>
                    <a:pt x="23725" y="3060"/>
                  </a:lnTo>
                  <a:lnTo>
                    <a:pt x="38784" y="0"/>
                  </a:lnTo>
                  <a:lnTo>
                    <a:pt x="859575" y="0"/>
                  </a:lnTo>
                  <a:lnTo>
                    <a:pt x="874634" y="3060"/>
                  </a:lnTo>
                  <a:lnTo>
                    <a:pt x="886966" y="11393"/>
                  </a:lnTo>
                  <a:lnTo>
                    <a:pt x="895299" y="23725"/>
                  </a:lnTo>
                  <a:lnTo>
                    <a:pt x="898360" y="38784"/>
                  </a:lnTo>
                  <a:lnTo>
                    <a:pt x="898360" y="47362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1391042" y="4841277"/>
              <a:ext cx="898525" cy="473709"/>
            </a:xfrm>
            <a:custGeom>
              <a:avLst/>
              <a:gdLst/>
              <a:ahLst/>
              <a:cxnLst/>
              <a:rect l="l" t="t" r="r" b="b"/>
              <a:pathLst>
                <a:path w="898525" h="473710">
                  <a:moveTo>
                    <a:pt x="859575" y="0"/>
                  </a:moveTo>
                  <a:lnTo>
                    <a:pt x="38784" y="0"/>
                  </a:lnTo>
                  <a:lnTo>
                    <a:pt x="23725" y="3060"/>
                  </a:lnTo>
                  <a:lnTo>
                    <a:pt x="11393" y="11393"/>
                  </a:lnTo>
                  <a:lnTo>
                    <a:pt x="3060" y="23725"/>
                  </a:lnTo>
                  <a:lnTo>
                    <a:pt x="0" y="38784"/>
                  </a:lnTo>
                  <a:lnTo>
                    <a:pt x="0" y="423913"/>
                  </a:lnTo>
                  <a:lnTo>
                    <a:pt x="33926" y="438314"/>
                  </a:lnTo>
                  <a:lnTo>
                    <a:pt x="127901" y="462315"/>
                  </a:lnTo>
                  <a:lnTo>
                    <a:pt x="270221" y="467116"/>
                  </a:lnTo>
                  <a:lnTo>
                    <a:pt x="449180" y="423913"/>
                  </a:lnTo>
                  <a:lnTo>
                    <a:pt x="604741" y="365691"/>
                  </a:lnTo>
                  <a:lnTo>
                    <a:pt x="703384" y="351463"/>
                  </a:lnTo>
                  <a:lnTo>
                    <a:pt x="787220" y="385888"/>
                  </a:lnTo>
                  <a:lnTo>
                    <a:pt x="898360" y="473629"/>
                  </a:lnTo>
                  <a:lnTo>
                    <a:pt x="898360" y="38784"/>
                  </a:lnTo>
                  <a:lnTo>
                    <a:pt x="895299" y="23725"/>
                  </a:lnTo>
                  <a:lnTo>
                    <a:pt x="886966" y="11393"/>
                  </a:lnTo>
                  <a:lnTo>
                    <a:pt x="874634" y="3060"/>
                  </a:lnTo>
                  <a:lnTo>
                    <a:pt x="859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1391042" y="4841277"/>
              <a:ext cx="898525" cy="473709"/>
            </a:xfrm>
            <a:custGeom>
              <a:avLst/>
              <a:gdLst/>
              <a:ahLst/>
              <a:cxnLst/>
              <a:rect l="l" t="t" r="r" b="b"/>
              <a:pathLst>
                <a:path w="898525" h="473710">
                  <a:moveTo>
                    <a:pt x="898360" y="473629"/>
                  </a:moveTo>
                  <a:lnTo>
                    <a:pt x="787220" y="385888"/>
                  </a:lnTo>
                  <a:lnTo>
                    <a:pt x="703384" y="351463"/>
                  </a:lnTo>
                  <a:lnTo>
                    <a:pt x="604741" y="365691"/>
                  </a:lnTo>
                  <a:lnTo>
                    <a:pt x="449180" y="423913"/>
                  </a:lnTo>
                  <a:lnTo>
                    <a:pt x="270221" y="467116"/>
                  </a:lnTo>
                  <a:lnTo>
                    <a:pt x="127901" y="462315"/>
                  </a:lnTo>
                  <a:lnTo>
                    <a:pt x="33926" y="438314"/>
                  </a:lnTo>
                  <a:lnTo>
                    <a:pt x="0" y="423913"/>
                  </a:lnTo>
                  <a:lnTo>
                    <a:pt x="0" y="38784"/>
                  </a:lnTo>
                  <a:lnTo>
                    <a:pt x="3060" y="23725"/>
                  </a:lnTo>
                  <a:lnTo>
                    <a:pt x="11393" y="11393"/>
                  </a:lnTo>
                  <a:lnTo>
                    <a:pt x="23725" y="3060"/>
                  </a:lnTo>
                  <a:lnTo>
                    <a:pt x="38784" y="0"/>
                  </a:lnTo>
                  <a:lnTo>
                    <a:pt x="859575" y="0"/>
                  </a:lnTo>
                  <a:lnTo>
                    <a:pt x="874634" y="3060"/>
                  </a:lnTo>
                  <a:lnTo>
                    <a:pt x="886966" y="11393"/>
                  </a:lnTo>
                  <a:lnTo>
                    <a:pt x="895299" y="23725"/>
                  </a:lnTo>
                  <a:lnTo>
                    <a:pt x="898360" y="38784"/>
                  </a:lnTo>
                  <a:lnTo>
                    <a:pt x="898360" y="47362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1329481" y="4902838"/>
              <a:ext cx="898525" cy="473709"/>
            </a:xfrm>
            <a:custGeom>
              <a:avLst/>
              <a:gdLst/>
              <a:ahLst/>
              <a:cxnLst/>
              <a:rect l="l" t="t" r="r" b="b"/>
              <a:pathLst>
                <a:path w="898525" h="473710">
                  <a:moveTo>
                    <a:pt x="859575" y="0"/>
                  </a:moveTo>
                  <a:lnTo>
                    <a:pt x="38784" y="0"/>
                  </a:lnTo>
                  <a:lnTo>
                    <a:pt x="23725" y="3060"/>
                  </a:lnTo>
                  <a:lnTo>
                    <a:pt x="11393" y="11393"/>
                  </a:lnTo>
                  <a:lnTo>
                    <a:pt x="3060" y="23725"/>
                  </a:lnTo>
                  <a:lnTo>
                    <a:pt x="0" y="38784"/>
                  </a:lnTo>
                  <a:lnTo>
                    <a:pt x="0" y="423913"/>
                  </a:lnTo>
                  <a:lnTo>
                    <a:pt x="33926" y="438314"/>
                  </a:lnTo>
                  <a:lnTo>
                    <a:pt x="127901" y="462315"/>
                  </a:lnTo>
                  <a:lnTo>
                    <a:pt x="270221" y="467116"/>
                  </a:lnTo>
                  <a:lnTo>
                    <a:pt x="449180" y="423913"/>
                  </a:lnTo>
                  <a:lnTo>
                    <a:pt x="604741" y="365697"/>
                  </a:lnTo>
                  <a:lnTo>
                    <a:pt x="703384" y="351470"/>
                  </a:lnTo>
                  <a:lnTo>
                    <a:pt x="787220" y="385894"/>
                  </a:lnTo>
                  <a:lnTo>
                    <a:pt x="898360" y="473629"/>
                  </a:lnTo>
                  <a:lnTo>
                    <a:pt x="898360" y="38784"/>
                  </a:lnTo>
                  <a:lnTo>
                    <a:pt x="895299" y="23725"/>
                  </a:lnTo>
                  <a:lnTo>
                    <a:pt x="886966" y="11393"/>
                  </a:lnTo>
                  <a:lnTo>
                    <a:pt x="874634" y="3060"/>
                  </a:lnTo>
                  <a:lnTo>
                    <a:pt x="859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1329481" y="4902838"/>
              <a:ext cx="898525" cy="473709"/>
            </a:xfrm>
            <a:custGeom>
              <a:avLst/>
              <a:gdLst/>
              <a:ahLst/>
              <a:cxnLst/>
              <a:rect l="l" t="t" r="r" b="b"/>
              <a:pathLst>
                <a:path w="898525" h="473710">
                  <a:moveTo>
                    <a:pt x="898360" y="473629"/>
                  </a:moveTo>
                  <a:lnTo>
                    <a:pt x="787220" y="385894"/>
                  </a:lnTo>
                  <a:lnTo>
                    <a:pt x="703384" y="351470"/>
                  </a:lnTo>
                  <a:lnTo>
                    <a:pt x="604741" y="365697"/>
                  </a:lnTo>
                  <a:lnTo>
                    <a:pt x="449180" y="423913"/>
                  </a:lnTo>
                  <a:lnTo>
                    <a:pt x="270221" y="467116"/>
                  </a:lnTo>
                  <a:lnTo>
                    <a:pt x="127901" y="462315"/>
                  </a:lnTo>
                  <a:lnTo>
                    <a:pt x="33926" y="438314"/>
                  </a:lnTo>
                  <a:lnTo>
                    <a:pt x="0" y="423913"/>
                  </a:lnTo>
                  <a:lnTo>
                    <a:pt x="0" y="38784"/>
                  </a:lnTo>
                  <a:lnTo>
                    <a:pt x="3060" y="23725"/>
                  </a:lnTo>
                  <a:lnTo>
                    <a:pt x="11393" y="11393"/>
                  </a:lnTo>
                  <a:lnTo>
                    <a:pt x="23725" y="3060"/>
                  </a:lnTo>
                  <a:lnTo>
                    <a:pt x="38784" y="0"/>
                  </a:lnTo>
                  <a:lnTo>
                    <a:pt x="859575" y="0"/>
                  </a:lnTo>
                  <a:lnTo>
                    <a:pt x="874634" y="3060"/>
                  </a:lnTo>
                  <a:lnTo>
                    <a:pt x="886966" y="11393"/>
                  </a:lnTo>
                  <a:lnTo>
                    <a:pt x="895299" y="23725"/>
                  </a:lnTo>
                  <a:lnTo>
                    <a:pt x="898360" y="38784"/>
                  </a:lnTo>
                  <a:lnTo>
                    <a:pt x="898360" y="473629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624940" y="5037191"/>
            <a:ext cx="243204" cy="16414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b="1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문서</a:t>
            </a:r>
            <a:endParaRPr sz="9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3368578" y="4901105"/>
            <a:ext cx="1591310" cy="749935"/>
            <a:chOff x="3368578" y="4901105"/>
            <a:chExt cx="1591310" cy="749935"/>
          </a:xfrm>
        </p:grpSpPr>
        <p:sp>
          <p:nvSpPr>
            <p:cNvPr id="103" name="object 103"/>
            <p:cNvSpPr/>
            <p:nvPr/>
          </p:nvSpPr>
          <p:spPr>
            <a:xfrm>
              <a:off x="3379056" y="4911582"/>
              <a:ext cx="1570355" cy="728980"/>
            </a:xfrm>
            <a:custGeom>
              <a:avLst/>
              <a:gdLst/>
              <a:ahLst/>
              <a:cxnLst/>
              <a:rect l="l" t="t" r="r" b="b"/>
              <a:pathLst>
                <a:path w="1570354" h="728979">
                  <a:moveTo>
                    <a:pt x="1444448" y="0"/>
                  </a:moveTo>
                  <a:lnTo>
                    <a:pt x="125650" y="0"/>
                  </a:lnTo>
                  <a:lnTo>
                    <a:pt x="76862" y="9914"/>
                  </a:lnTo>
                  <a:lnTo>
                    <a:pt x="36909" y="36909"/>
                  </a:lnTo>
                  <a:lnTo>
                    <a:pt x="9914" y="76862"/>
                  </a:lnTo>
                  <a:lnTo>
                    <a:pt x="0" y="125650"/>
                  </a:lnTo>
                  <a:lnTo>
                    <a:pt x="0" y="602913"/>
                  </a:lnTo>
                  <a:lnTo>
                    <a:pt x="9914" y="651701"/>
                  </a:lnTo>
                  <a:lnTo>
                    <a:pt x="36909" y="691654"/>
                  </a:lnTo>
                  <a:lnTo>
                    <a:pt x="76862" y="718649"/>
                  </a:lnTo>
                  <a:lnTo>
                    <a:pt x="125650" y="728564"/>
                  </a:lnTo>
                  <a:lnTo>
                    <a:pt x="1444448" y="728564"/>
                  </a:lnTo>
                  <a:lnTo>
                    <a:pt x="1493235" y="718649"/>
                  </a:lnTo>
                  <a:lnTo>
                    <a:pt x="1533188" y="691654"/>
                  </a:lnTo>
                  <a:lnTo>
                    <a:pt x="1560184" y="651701"/>
                  </a:lnTo>
                  <a:lnTo>
                    <a:pt x="1570098" y="602913"/>
                  </a:lnTo>
                  <a:lnTo>
                    <a:pt x="1570098" y="125650"/>
                  </a:lnTo>
                  <a:lnTo>
                    <a:pt x="1560184" y="76862"/>
                  </a:lnTo>
                  <a:lnTo>
                    <a:pt x="1533188" y="36909"/>
                  </a:lnTo>
                  <a:lnTo>
                    <a:pt x="1493235" y="9914"/>
                  </a:lnTo>
                  <a:lnTo>
                    <a:pt x="1444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379056" y="4911582"/>
              <a:ext cx="1570355" cy="728980"/>
            </a:xfrm>
            <a:custGeom>
              <a:avLst/>
              <a:gdLst/>
              <a:ahLst/>
              <a:cxnLst/>
              <a:rect l="l" t="t" r="r" b="b"/>
              <a:pathLst>
                <a:path w="1570354" h="728979">
                  <a:moveTo>
                    <a:pt x="1444448" y="728564"/>
                  </a:moveTo>
                  <a:lnTo>
                    <a:pt x="125650" y="728564"/>
                  </a:lnTo>
                  <a:lnTo>
                    <a:pt x="76862" y="718649"/>
                  </a:lnTo>
                  <a:lnTo>
                    <a:pt x="36909" y="691654"/>
                  </a:lnTo>
                  <a:lnTo>
                    <a:pt x="9914" y="651701"/>
                  </a:lnTo>
                  <a:lnTo>
                    <a:pt x="0" y="602913"/>
                  </a:lnTo>
                  <a:lnTo>
                    <a:pt x="0" y="125650"/>
                  </a:lnTo>
                  <a:lnTo>
                    <a:pt x="9914" y="76862"/>
                  </a:lnTo>
                  <a:lnTo>
                    <a:pt x="36909" y="36909"/>
                  </a:lnTo>
                  <a:lnTo>
                    <a:pt x="76862" y="9914"/>
                  </a:lnTo>
                  <a:lnTo>
                    <a:pt x="125650" y="0"/>
                  </a:lnTo>
                  <a:lnTo>
                    <a:pt x="1444448" y="0"/>
                  </a:lnTo>
                  <a:lnTo>
                    <a:pt x="1493235" y="9914"/>
                  </a:lnTo>
                  <a:lnTo>
                    <a:pt x="1533188" y="36909"/>
                  </a:lnTo>
                  <a:lnTo>
                    <a:pt x="1560184" y="76862"/>
                  </a:lnTo>
                  <a:lnTo>
                    <a:pt x="1570098" y="125650"/>
                  </a:lnTo>
                  <a:lnTo>
                    <a:pt x="1570098" y="602913"/>
                  </a:lnTo>
                  <a:lnTo>
                    <a:pt x="1560184" y="651701"/>
                  </a:lnTo>
                  <a:lnTo>
                    <a:pt x="1533188" y="691654"/>
                  </a:lnTo>
                  <a:lnTo>
                    <a:pt x="1493235" y="718649"/>
                  </a:lnTo>
                  <a:lnTo>
                    <a:pt x="1444448" y="72856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757120" y="5105051"/>
            <a:ext cx="814069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2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프롬프터</a:t>
            </a:r>
            <a:endParaRPr sz="180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5878958" y="4904269"/>
            <a:ext cx="1948814" cy="749935"/>
            <a:chOff x="5878958" y="4904269"/>
            <a:chExt cx="1948814" cy="749935"/>
          </a:xfrm>
        </p:grpSpPr>
        <p:sp>
          <p:nvSpPr>
            <p:cNvPr id="107" name="object 107"/>
            <p:cNvSpPr/>
            <p:nvPr/>
          </p:nvSpPr>
          <p:spPr>
            <a:xfrm>
              <a:off x="5889436" y="4914746"/>
              <a:ext cx="1927860" cy="728980"/>
            </a:xfrm>
            <a:custGeom>
              <a:avLst/>
              <a:gdLst/>
              <a:ahLst/>
              <a:cxnLst/>
              <a:rect l="l" t="t" r="r" b="b"/>
              <a:pathLst>
                <a:path w="1927859" h="728979">
                  <a:moveTo>
                    <a:pt x="1927815" y="0"/>
                  </a:moveTo>
                  <a:lnTo>
                    <a:pt x="209417" y="0"/>
                  </a:lnTo>
                  <a:lnTo>
                    <a:pt x="0" y="728564"/>
                  </a:lnTo>
                  <a:lnTo>
                    <a:pt x="1718397" y="728564"/>
                  </a:lnTo>
                  <a:lnTo>
                    <a:pt x="19278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5889436" y="4914746"/>
              <a:ext cx="1927860" cy="728980"/>
            </a:xfrm>
            <a:custGeom>
              <a:avLst/>
              <a:gdLst/>
              <a:ahLst/>
              <a:cxnLst/>
              <a:rect l="l" t="t" r="r" b="b"/>
              <a:pathLst>
                <a:path w="1927859" h="728979">
                  <a:moveTo>
                    <a:pt x="1718397" y="728564"/>
                  </a:moveTo>
                  <a:lnTo>
                    <a:pt x="0" y="728564"/>
                  </a:lnTo>
                  <a:lnTo>
                    <a:pt x="209417" y="0"/>
                  </a:lnTo>
                  <a:lnTo>
                    <a:pt x="1927815" y="0"/>
                  </a:lnTo>
                  <a:lnTo>
                    <a:pt x="1718397" y="72856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6269673" y="5120375"/>
            <a:ext cx="116776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2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결합된</a:t>
            </a:r>
            <a:r>
              <a:rPr sz="16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65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텍스트</a:t>
            </a:r>
            <a:endParaRPr sz="16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10418535" y="4649825"/>
            <a:ext cx="1311275" cy="749935"/>
            <a:chOff x="10418535" y="4649825"/>
            <a:chExt cx="1311275" cy="749935"/>
          </a:xfrm>
        </p:grpSpPr>
        <p:sp>
          <p:nvSpPr>
            <p:cNvPr id="111" name="object 111"/>
            <p:cNvSpPr/>
            <p:nvPr/>
          </p:nvSpPr>
          <p:spPr>
            <a:xfrm>
              <a:off x="10429006" y="4660296"/>
              <a:ext cx="1290320" cy="728980"/>
            </a:xfrm>
            <a:custGeom>
              <a:avLst/>
              <a:gdLst/>
              <a:ahLst/>
              <a:cxnLst/>
              <a:rect l="l" t="t" r="r" b="b"/>
              <a:pathLst>
                <a:path w="1290320" h="728979">
                  <a:moveTo>
                    <a:pt x="1290138" y="0"/>
                  </a:moveTo>
                  <a:lnTo>
                    <a:pt x="140142" y="0"/>
                  </a:lnTo>
                  <a:lnTo>
                    <a:pt x="0" y="728564"/>
                  </a:lnTo>
                  <a:lnTo>
                    <a:pt x="1149985" y="728564"/>
                  </a:lnTo>
                  <a:lnTo>
                    <a:pt x="1290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429006" y="4660296"/>
              <a:ext cx="1290320" cy="728980"/>
            </a:xfrm>
            <a:custGeom>
              <a:avLst/>
              <a:gdLst/>
              <a:ahLst/>
              <a:cxnLst/>
              <a:rect l="l" t="t" r="r" b="b"/>
              <a:pathLst>
                <a:path w="1290320" h="728979">
                  <a:moveTo>
                    <a:pt x="1149985" y="728564"/>
                  </a:moveTo>
                  <a:lnTo>
                    <a:pt x="0" y="728564"/>
                  </a:lnTo>
                  <a:lnTo>
                    <a:pt x="140142" y="0"/>
                  </a:lnTo>
                  <a:lnTo>
                    <a:pt x="1290138" y="0"/>
                  </a:lnTo>
                  <a:lnTo>
                    <a:pt x="1149985" y="728564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10661687" y="4928760"/>
            <a:ext cx="824865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1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결합된</a:t>
            </a:r>
            <a:r>
              <a:rPr sz="11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1150" b="1" spc="-1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텍스트</a:t>
            </a:r>
            <a:endParaRPr sz="11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04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5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pc="-3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pc="-25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6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서비스를</a:t>
            </a:r>
            <a:r>
              <a:rPr spc="4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구현하기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위해서는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다음과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05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같은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사항들을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고려하고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선택하여야</a:t>
            </a:r>
            <a:r>
              <a:rPr spc="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5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한다.</a:t>
            </a:r>
          </a:p>
          <a:p>
            <a:pPr marL="389255" indent="-376555">
              <a:lnSpc>
                <a:spcPct val="100000"/>
              </a:lnSpc>
              <a:spcBef>
                <a:spcPts val="1330"/>
              </a:spcBef>
              <a:buAutoNum type="arabicPeriod"/>
              <a:tabLst>
                <a:tab pos="389255" algn="l"/>
              </a:tabLst>
            </a:pPr>
            <a:r>
              <a:rPr sz="2850" b="1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어떤</a:t>
            </a:r>
            <a:r>
              <a:rPr sz="28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프로그래밍</a:t>
            </a:r>
            <a:r>
              <a:rPr sz="28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언어를</a:t>
            </a:r>
            <a:r>
              <a:rPr sz="28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이용하여</a:t>
            </a:r>
            <a:r>
              <a:rPr sz="28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구할</a:t>
            </a:r>
            <a:r>
              <a:rPr sz="28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2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것인가?</a:t>
            </a:r>
            <a:endParaRPr sz="28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 marR="131445">
              <a:lnSpc>
                <a:spcPct val="117800"/>
              </a:lnSpc>
              <a:spcBef>
                <a:spcPts val="790"/>
              </a:spcBef>
            </a:pP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최근</a:t>
            </a:r>
            <a:r>
              <a:rPr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Mojo,</a:t>
            </a:r>
            <a:r>
              <a:rPr spc="-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Rust</a:t>
            </a:r>
            <a:r>
              <a:rPr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등의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언어로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105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시스템을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구현하려는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시도가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04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있다.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자료에서는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가장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많이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사용하는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언어인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Python을</a:t>
            </a:r>
            <a:r>
              <a:rPr spc="-4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바탕으로</a:t>
            </a:r>
            <a:r>
              <a:rPr spc="-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4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시스템을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구현하고자</a:t>
            </a:r>
            <a:r>
              <a:rPr spc="-3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5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한다.</a:t>
            </a: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pc="-25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13384" indent="-400685">
              <a:lnSpc>
                <a:spcPct val="100000"/>
              </a:lnSpc>
              <a:buAutoNum type="arabicPeriod" startAt="2"/>
              <a:tabLst>
                <a:tab pos="413384" algn="l"/>
              </a:tabLst>
            </a:pPr>
            <a:r>
              <a:rPr sz="28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모듈을</a:t>
            </a:r>
            <a:r>
              <a:rPr sz="2850" b="1" spc="-1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어떠한</a:t>
            </a:r>
            <a:r>
              <a:rPr sz="2850" b="1" spc="-1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방법으로</a:t>
            </a:r>
            <a:r>
              <a:rPr sz="2850" b="1" spc="-1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개발할</a:t>
            </a:r>
            <a:r>
              <a:rPr sz="2850" b="1" spc="-14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2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것인가?</a:t>
            </a:r>
            <a:endParaRPr sz="28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 marR="5080">
              <a:lnSpc>
                <a:spcPct val="117800"/>
              </a:lnSpc>
              <a:spcBef>
                <a:spcPts val="790"/>
              </a:spcBef>
            </a:pP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앞서</a:t>
            </a:r>
            <a:r>
              <a:rPr spc="-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살펴본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75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내에는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기능을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담당하는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모듈들이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3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있는데,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모듈을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어떤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방법으로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구현할지에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따라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난이도가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45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달라진다.</a:t>
            </a:r>
            <a:r>
              <a:rPr spc="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3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시중에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개발된</a:t>
            </a:r>
            <a:r>
              <a:rPr spc="-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모듈을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API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형식으로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가져와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사용할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1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있고,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5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Tensorflow/Pytorch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등의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파이썬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라이브러리를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사용해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직접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수도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19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있다.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콘텐츠에서는 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API</a:t>
            </a:r>
            <a:r>
              <a:rPr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사용과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직접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구현을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모두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315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다룰</a:t>
            </a:r>
            <a:r>
              <a:rPr spc="-5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pc="-2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예정이다.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208" y="8423778"/>
            <a:ext cx="18145125" cy="1619885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850" b="1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3.</a:t>
            </a:r>
            <a:r>
              <a:rPr sz="2850" b="1" spc="-1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어떠한</a:t>
            </a:r>
            <a:r>
              <a:rPr sz="2850" b="1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UI/UX를</a:t>
            </a:r>
            <a:r>
              <a:rPr sz="2850" b="1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3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제공할</a:t>
            </a:r>
            <a:r>
              <a:rPr sz="2850" b="1" spc="-1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850" b="1" spc="-2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것인가?</a:t>
            </a:r>
            <a:endParaRPr sz="285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 marR="5080">
              <a:lnSpc>
                <a:spcPct val="117800"/>
              </a:lnSpc>
              <a:spcBef>
                <a:spcPts val="735"/>
              </a:spcBef>
            </a:pP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구현된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서비스를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사용자에게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어떻게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제공할</a:t>
            </a:r>
            <a:r>
              <a:rPr sz="2450" b="0" spc="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것인가를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결정하고,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이를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구현해야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1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한다.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본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콘텐츠에서는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웹에서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사용자가</a:t>
            </a:r>
            <a:r>
              <a:rPr sz="2450" b="0" spc="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채팅할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수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있는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환경을</a:t>
            </a:r>
            <a:r>
              <a:rPr sz="2450" b="0" spc="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제공할 </a:t>
            </a:r>
            <a:r>
              <a:rPr sz="2450" b="0" spc="-2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것이며,</a:t>
            </a:r>
            <a:r>
              <a:rPr sz="24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이를</a:t>
            </a:r>
            <a:r>
              <a:rPr sz="24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Streamlit을</a:t>
            </a:r>
            <a:r>
              <a:rPr sz="245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이용하여</a:t>
            </a:r>
            <a:r>
              <a:rPr sz="24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3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구현할</a:t>
            </a:r>
            <a:r>
              <a:rPr sz="2450" b="0" spc="-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45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것이다.</a:t>
            </a:r>
            <a:endParaRPr sz="245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285" y="6493750"/>
            <a:ext cx="2747645" cy="621030"/>
          </a:xfrm>
          <a:custGeom>
            <a:avLst/>
            <a:gdLst/>
            <a:ahLst/>
            <a:cxnLst/>
            <a:rect l="l" t="t" r="r" b="b"/>
            <a:pathLst>
              <a:path w="2747645" h="621029">
                <a:moveTo>
                  <a:pt x="2643783" y="0"/>
                </a:moveTo>
                <a:lnTo>
                  <a:pt x="103766" y="0"/>
                </a:lnTo>
                <a:lnTo>
                  <a:pt x="63372" y="8153"/>
                </a:lnTo>
                <a:lnTo>
                  <a:pt x="30389" y="30389"/>
                </a:lnTo>
                <a:lnTo>
                  <a:pt x="8153" y="63372"/>
                </a:lnTo>
                <a:lnTo>
                  <a:pt x="0" y="103766"/>
                </a:lnTo>
                <a:lnTo>
                  <a:pt x="0" y="516717"/>
                </a:lnTo>
                <a:lnTo>
                  <a:pt x="8153" y="557107"/>
                </a:lnTo>
                <a:lnTo>
                  <a:pt x="30389" y="590090"/>
                </a:lnTo>
                <a:lnTo>
                  <a:pt x="63372" y="612329"/>
                </a:lnTo>
                <a:lnTo>
                  <a:pt x="103766" y="620483"/>
                </a:lnTo>
                <a:lnTo>
                  <a:pt x="2643783" y="620483"/>
                </a:lnTo>
                <a:lnTo>
                  <a:pt x="2684173" y="612329"/>
                </a:lnTo>
                <a:lnTo>
                  <a:pt x="2717156" y="590090"/>
                </a:lnTo>
                <a:lnTo>
                  <a:pt x="2739395" y="557107"/>
                </a:lnTo>
                <a:lnTo>
                  <a:pt x="2747549" y="516717"/>
                </a:lnTo>
                <a:lnTo>
                  <a:pt x="2747549" y="103766"/>
                </a:lnTo>
                <a:lnTo>
                  <a:pt x="2739395" y="63372"/>
                </a:lnTo>
                <a:lnTo>
                  <a:pt x="2717156" y="30389"/>
                </a:lnTo>
                <a:lnTo>
                  <a:pt x="2684173" y="8153"/>
                </a:lnTo>
                <a:lnTo>
                  <a:pt x="2643783" y="0"/>
                </a:lnTo>
                <a:close/>
              </a:path>
            </a:pathLst>
          </a:custGeom>
          <a:solidFill>
            <a:srgbClr val="F4E4DF"/>
          </a:solidFill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87092" y="6493750"/>
            <a:ext cx="6577965" cy="621030"/>
          </a:xfrm>
          <a:custGeom>
            <a:avLst/>
            <a:gdLst/>
            <a:ahLst/>
            <a:cxnLst/>
            <a:rect l="l" t="t" r="r" b="b"/>
            <a:pathLst>
              <a:path w="6577965" h="621029">
                <a:moveTo>
                  <a:pt x="6473677" y="0"/>
                </a:moveTo>
                <a:lnTo>
                  <a:pt x="103766" y="0"/>
                </a:lnTo>
                <a:lnTo>
                  <a:pt x="63376" y="8153"/>
                </a:lnTo>
                <a:lnTo>
                  <a:pt x="30393" y="30389"/>
                </a:lnTo>
                <a:lnTo>
                  <a:pt x="8154" y="63372"/>
                </a:lnTo>
                <a:lnTo>
                  <a:pt x="0" y="103766"/>
                </a:lnTo>
                <a:lnTo>
                  <a:pt x="0" y="516717"/>
                </a:lnTo>
                <a:lnTo>
                  <a:pt x="8154" y="557107"/>
                </a:lnTo>
                <a:lnTo>
                  <a:pt x="30393" y="590090"/>
                </a:lnTo>
                <a:lnTo>
                  <a:pt x="63376" y="612329"/>
                </a:lnTo>
                <a:lnTo>
                  <a:pt x="103766" y="620483"/>
                </a:lnTo>
                <a:lnTo>
                  <a:pt x="6473677" y="620483"/>
                </a:lnTo>
                <a:lnTo>
                  <a:pt x="6514067" y="612329"/>
                </a:lnTo>
                <a:lnTo>
                  <a:pt x="6547050" y="590090"/>
                </a:lnTo>
                <a:lnTo>
                  <a:pt x="6569289" y="557107"/>
                </a:lnTo>
                <a:lnTo>
                  <a:pt x="6577443" y="516717"/>
                </a:lnTo>
                <a:lnTo>
                  <a:pt x="6577443" y="103766"/>
                </a:lnTo>
                <a:lnTo>
                  <a:pt x="6569289" y="63372"/>
                </a:lnTo>
                <a:lnTo>
                  <a:pt x="6547050" y="30389"/>
                </a:lnTo>
                <a:lnTo>
                  <a:pt x="6514067" y="8153"/>
                </a:lnTo>
                <a:lnTo>
                  <a:pt x="6473677" y="0"/>
                </a:lnTo>
                <a:close/>
              </a:path>
            </a:pathLst>
          </a:custGeom>
          <a:solidFill>
            <a:srgbClr val="EAE9E8"/>
          </a:solidFill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44833" y="6493750"/>
            <a:ext cx="7353300" cy="621030"/>
          </a:xfrm>
          <a:custGeom>
            <a:avLst/>
            <a:gdLst/>
            <a:ahLst/>
            <a:cxnLst/>
            <a:rect l="l" t="t" r="r" b="b"/>
            <a:pathLst>
              <a:path w="7353300" h="621029">
                <a:moveTo>
                  <a:pt x="7248993" y="0"/>
                </a:moveTo>
                <a:lnTo>
                  <a:pt x="103766" y="0"/>
                </a:lnTo>
                <a:lnTo>
                  <a:pt x="63376" y="8153"/>
                </a:lnTo>
                <a:lnTo>
                  <a:pt x="30393" y="30389"/>
                </a:lnTo>
                <a:lnTo>
                  <a:pt x="8154" y="63372"/>
                </a:lnTo>
                <a:lnTo>
                  <a:pt x="0" y="103766"/>
                </a:lnTo>
                <a:lnTo>
                  <a:pt x="0" y="516717"/>
                </a:lnTo>
                <a:lnTo>
                  <a:pt x="8154" y="557107"/>
                </a:lnTo>
                <a:lnTo>
                  <a:pt x="30393" y="590090"/>
                </a:lnTo>
                <a:lnTo>
                  <a:pt x="63376" y="612329"/>
                </a:lnTo>
                <a:lnTo>
                  <a:pt x="103766" y="620483"/>
                </a:lnTo>
                <a:lnTo>
                  <a:pt x="7248993" y="620483"/>
                </a:lnTo>
                <a:lnTo>
                  <a:pt x="7289383" y="612329"/>
                </a:lnTo>
                <a:lnTo>
                  <a:pt x="7322367" y="590090"/>
                </a:lnTo>
                <a:lnTo>
                  <a:pt x="7344605" y="557107"/>
                </a:lnTo>
                <a:lnTo>
                  <a:pt x="7352760" y="516717"/>
                </a:lnTo>
                <a:lnTo>
                  <a:pt x="7352760" y="103766"/>
                </a:lnTo>
                <a:lnTo>
                  <a:pt x="7344605" y="63372"/>
                </a:lnTo>
                <a:lnTo>
                  <a:pt x="7322367" y="30389"/>
                </a:lnTo>
                <a:lnTo>
                  <a:pt x="7289383" y="8153"/>
                </a:lnTo>
                <a:lnTo>
                  <a:pt x="7248993" y="0"/>
                </a:lnTo>
                <a:close/>
              </a:path>
            </a:pathLst>
          </a:custGeom>
          <a:solidFill>
            <a:srgbClr val="EAE9E8"/>
          </a:solidFill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285" y="7219329"/>
            <a:ext cx="2747645" cy="621030"/>
          </a:xfrm>
          <a:custGeom>
            <a:avLst/>
            <a:gdLst/>
            <a:ahLst/>
            <a:cxnLst/>
            <a:rect l="l" t="t" r="r" b="b"/>
            <a:pathLst>
              <a:path w="2747645" h="621029">
                <a:moveTo>
                  <a:pt x="2643783" y="0"/>
                </a:moveTo>
                <a:lnTo>
                  <a:pt x="103766" y="0"/>
                </a:lnTo>
                <a:lnTo>
                  <a:pt x="63372" y="8153"/>
                </a:lnTo>
                <a:lnTo>
                  <a:pt x="30389" y="30389"/>
                </a:lnTo>
                <a:lnTo>
                  <a:pt x="8153" y="63372"/>
                </a:lnTo>
                <a:lnTo>
                  <a:pt x="0" y="103766"/>
                </a:lnTo>
                <a:lnTo>
                  <a:pt x="0" y="516717"/>
                </a:lnTo>
                <a:lnTo>
                  <a:pt x="8153" y="557107"/>
                </a:lnTo>
                <a:lnTo>
                  <a:pt x="30389" y="590090"/>
                </a:lnTo>
                <a:lnTo>
                  <a:pt x="63372" y="612329"/>
                </a:lnTo>
                <a:lnTo>
                  <a:pt x="103766" y="620483"/>
                </a:lnTo>
                <a:lnTo>
                  <a:pt x="2643783" y="620483"/>
                </a:lnTo>
                <a:lnTo>
                  <a:pt x="2684173" y="612329"/>
                </a:lnTo>
                <a:lnTo>
                  <a:pt x="2717156" y="590090"/>
                </a:lnTo>
                <a:lnTo>
                  <a:pt x="2739395" y="557107"/>
                </a:lnTo>
                <a:lnTo>
                  <a:pt x="2747549" y="516717"/>
                </a:lnTo>
                <a:lnTo>
                  <a:pt x="2747549" y="103766"/>
                </a:lnTo>
                <a:lnTo>
                  <a:pt x="2739395" y="63372"/>
                </a:lnTo>
                <a:lnTo>
                  <a:pt x="2717156" y="30389"/>
                </a:lnTo>
                <a:lnTo>
                  <a:pt x="2684173" y="8153"/>
                </a:lnTo>
                <a:lnTo>
                  <a:pt x="2643783" y="0"/>
                </a:lnTo>
                <a:close/>
              </a:path>
            </a:pathLst>
          </a:custGeom>
          <a:solidFill>
            <a:srgbClr val="F4E4DF"/>
          </a:solidFill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6528" y="6592056"/>
            <a:ext cx="2911922" cy="1128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20"/>
              </a:spcBef>
            </a:pPr>
            <a:r>
              <a:rPr sz="2450" b="1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API</a:t>
            </a:r>
            <a:r>
              <a:rPr sz="2450" b="1" spc="-2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/ </a:t>
            </a:r>
            <a:r>
              <a:rPr sz="2450" b="1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Implement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sz="2450" b="1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Used</a:t>
            </a:r>
            <a:r>
              <a:rPr sz="2450" b="1" spc="-2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/</a:t>
            </a:r>
            <a:r>
              <a:rPr sz="2450" b="1" spc="-1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1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Not</a:t>
            </a:r>
            <a:r>
              <a:rPr sz="2450" b="1" spc="-1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450" b="1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Used</a:t>
            </a:r>
            <a:endParaRPr sz="245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87092" y="7219329"/>
            <a:ext cx="6577965" cy="621030"/>
          </a:xfrm>
          <a:custGeom>
            <a:avLst/>
            <a:gdLst/>
            <a:ahLst/>
            <a:cxnLst/>
            <a:rect l="l" t="t" r="r" b="b"/>
            <a:pathLst>
              <a:path w="6577965" h="621029">
                <a:moveTo>
                  <a:pt x="6473677" y="0"/>
                </a:moveTo>
                <a:lnTo>
                  <a:pt x="103766" y="0"/>
                </a:lnTo>
                <a:lnTo>
                  <a:pt x="63376" y="8153"/>
                </a:lnTo>
                <a:lnTo>
                  <a:pt x="30393" y="30389"/>
                </a:lnTo>
                <a:lnTo>
                  <a:pt x="8154" y="63372"/>
                </a:lnTo>
                <a:lnTo>
                  <a:pt x="0" y="103766"/>
                </a:lnTo>
                <a:lnTo>
                  <a:pt x="0" y="516717"/>
                </a:lnTo>
                <a:lnTo>
                  <a:pt x="8154" y="557107"/>
                </a:lnTo>
                <a:lnTo>
                  <a:pt x="30393" y="590090"/>
                </a:lnTo>
                <a:lnTo>
                  <a:pt x="63376" y="612329"/>
                </a:lnTo>
                <a:lnTo>
                  <a:pt x="103766" y="620483"/>
                </a:lnTo>
                <a:lnTo>
                  <a:pt x="6473677" y="620483"/>
                </a:lnTo>
                <a:lnTo>
                  <a:pt x="6514067" y="612329"/>
                </a:lnTo>
                <a:lnTo>
                  <a:pt x="6547050" y="590090"/>
                </a:lnTo>
                <a:lnTo>
                  <a:pt x="6569289" y="557107"/>
                </a:lnTo>
                <a:lnTo>
                  <a:pt x="6577443" y="516717"/>
                </a:lnTo>
                <a:lnTo>
                  <a:pt x="6577443" y="103766"/>
                </a:lnTo>
                <a:lnTo>
                  <a:pt x="6569289" y="63372"/>
                </a:lnTo>
                <a:lnTo>
                  <a:pt x="6547050" y="30389"/>
                </a:lnTo>
                <a:lnTo>
                  <a:pt x="6514067" y="8153"/>
                </a:lnTo>
                <a:lnTo>
                  <a:pt x="6473677" y="0"/>
                </a:lnTo>
                <a:close/>
              </a:path>
            </a:pathLst>
          </a:custGeom>
          <a:solidFill>
            <a:srgbClr val="EAE9E8"/>
          </a:solidFill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44833" y="7219329"/>
            <a:ext cx="7353300" cy="621030"/>
          </a:xfrm>
          <a:custGeom>
            <a:avLst/>
            <a:gdLst/>
            <a:ahLst/>
            <a:cxnLst/>
            <a:rect l="l" t="t" r="r" b="b"/>
            <a:pathLst>
              <a:path w="7353300" h="621029">
                <a:moveTo>
                  <a:pt x="7248993" y="0"/>
                </a:moveTo>
                <a:lnTo>
                  <a:pt x="103766" y="0"/>
                </a:lnTo>
                <a:lnTo>
                  <a:pt x="63376" y="8153"/>
                </a:lnTo>
                <a:lnTo>
                  <a:pt x="30393" y="30389"/>
                </a:lnTo>
                <a:lnTo>
                  <a:pt x="8154" y="63372"/>
                </a:lnTo>
                <a:lnTo>
                  <a:pt x="0" y="103766"/>
                </a:lnTo>
                <a:lnTo>
                  <a:pt x="0" y="516717"/>
                </a:lnTo>
                <a:lnTo>
                  <a:pt x="8154" y="557107"/>
                </a:lnTo>
                <a:lnTo>
                  <a:pt x="30393" y="590090"/>
                </a:lnTo>
                <a:lnTo>
                  <a:pt x="63376" y="612329"/>
                </a:lnTo>
                <a:lnTo>
                  <a:pt x="103766" y="620483"/>
                </a:lnTo>
                <a:lnTo>
                  <a:pt x="7248993" y="620483"/>
                </a:lnTo>
                <a:lnTo>
                  <a:pt x="7289383" y="612329"/>
                </a:lnTo>
                <a:lnTo>
                  <a:pt x="7322367" y="590090"/>
                </a:lnTo>
                <a:lnTo>
                  <a:pt x="7344605" y="557107"/>
                </a:lnTo>
                <a:lnTo>
                  <a:pt x="7352760" y="516717"/>
                </a:lnTo>
                <a:lnTo>
                  <a:pt x="7352760" y="103766"/>
                </a:lnTo>
                <a:lnTo>
                  <a:pt x="7344605" y="63372"/>
                </a:lnTo>
                <a:lnTo>
                  <a:pt x="7322367" y="30389"/>
                </a:lnTo>
                <a:lnTo>
                  <a:pt x="7289383" y="8153"/>
                </a:lnTo>
                <a:lnTo>
                  <a:pt x="7248993" y="0"/>
                </a:lnTo>
                <a:close/>
              </a:path>
            </a:pathLst>
          </a:custGeom>
          <a:solidFill>
            <a:srgbClr val="EAE9E8"/>
          </a:solidFill>
        </p:spPr>
        <p:txBody>
          <a:bodyPr wrap="square" lIns="0" tIns="0" rIns="0" bIns="0" rtlCol="0"/>
          <a:lstStyle/>
          <a:p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07040" y="6612997"/>
            <a:ext cx="15951010" cy="11060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80834" algn="l"/>
              </a:tabLst>
            </a:pPr>
            <a:r>
              <a:rPr sz="2300" b="0" spc="-5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Retriever</a:t>
            </a:r>
            <a:r>
              <a:rPr sz="230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-</a:t>
            </a:r>
            <a:r>
              <a:rPr sz="2300" b="0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API(OpenAI),</a:t>
            </a:r>
            <a:r>
              <a:rPr sz="2300" b="0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Local</a:t>
            </a:r>
            <a:r>
              <a:rPr sz="2300" b="0" spc="-8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1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Model(XlmRoBERTa)</a:t>
            </a:r>
            <a:r>
              <a:rPr sz="2300" b="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	</a:t>
            </a:r>
            <a:r>
              <a:rPr sz="2300" b="0" spc="-6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Generator</a:t>
            </a:r>
            <a:r>
              <a:rPr sz="230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-</a:t>
            </a:r>
            <a:r>
              <a:rPr sz="230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API(OpenAI,</a:t>
            </a:r>
            <a:r>
              <a:rPr sz="230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Gemini),</a:t>
            </a:r>
            <a:r>
              <a:rPr sz="230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Local</a:t>
            </a:r>
            <a:r>
              <a:rPr sz="2300" b="0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Model(Llama3)</a:t>
            </a:r>
            <a:endParaRPr sz="230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955"/>
              </a:spcBef>
              <a:tabLst>
                <a:tab pos="6680834" algn="l"/>
              </a:tabLst>
            </a:pPr>
            <a:r>
              <a:rPr sz="2300" b="1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Used</a:t>
            </a:r>
            <a:r>
              <a:rPr sz="230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300" b="0" spc="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-</a:t>
            </a:r>
            <a:r>
              <a:rPr sz="2300" b="0" spc="-11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FastAPI,</a:t>
            </a:r>
            <a:r>
              <a:rPr sz="2300" b="0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2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Pytorch,</a:t>
            </a:r>
            <a:r>
              <a:rPr sz="2300" b="0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Onnx,</a:t>
            </a:r>
            <a:r>
              <a:rPr sz="2300" b="0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Pytriton,</a:t>
            </a:r>
            <a:r>
              <a:rPr sz="2300" b="0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vLLM</a:t>
            </a:r>
            <a:r>
              <a:rPr sz="2300" b="0" spc="-7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etc.</a:t>
            </a:r>
            <a:r>
              <a:rPr sz="2300" b="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	</a:t>
            </a:r>
            <a:r>
              <a:rPr sz="2300" b="1" spc="-13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Not</a:t>
            </a:r>
            <a:r>
              <a:rPr sz="230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300" b="1" spc="-9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Used</a:t>
            </a:r>
            <a:r>
              <a:rPr sz="2300" b="1" spc="-204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 </a:t>
            </a:r>
            <a:r>
              <a:rPr sz="2300" b="0" spc="6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-</a:t>
            </a:r>
            <a:r>
              <a:rPr sz="2300" b="0" spc="-7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Langchain,</a:t>
            </a:r>
            <a:r>
              <a:rPr sz="2300" b="0" spc="-4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3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LlamaIndex,</a:t>
            </a:r>
            <a:r>
              <a:rPr sz="230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95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Ollama</a:t>
            </a:r>
            <a:r>
              <a:rPr sz="2300" b="0" spc="-5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 </a:t>
            </a:r>
            <a:r>
              <a:rPr sz="2300" b="0" spc="-2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/>
              </a:rPr>
              <a:t>etc.</a:t>
            </a:r>
            <a:endParaRPr sz="2300" dirty="0">
              <a:latin typeface="Noto Sans KR" panose="020B0200000000000000" pitchFamily="50" charset="-127"/>
              <a:ea typeface="Noto Sans KR" panose="020B0200000000000000" pitchFamily="50" charset="-127"/>
              <a:cs typeface="Malgun Gothic Semi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937</Words>
  <Application>Microsoft Office PowerPoint</Application>
  <PresentationFormat>사용자 지정</PresentationFormat>
  <Paragraphs>123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Malgun Gothic Semilight</vt:lpstr>
      <vt:lpstr>Noto Sans KR</vt:lpstr>
      <vt:lpstr>Malgun Gothic</vt:lpstr>
      <vt:lpstr>Times New Roman</vt:lpstr>
      <vt:lpstr>Office Theme</vt:lpstr>
      <vt:lpstr>R etrieval Argumented Generation</vt:lpstr>
      <vt:lpstr>RAG의 정의</vt:lpstr>
      <vt:lpstr>RAG 서비스 구조</vt:lpstr>
      <vt:lpstr>RAG 서비스 구조</vt:lpstr>
      <vt:lpstr>RAG 서비스 구조</vt:lpstr>
      <vt:lpstr>RAG 서비스 구조</vt:lpstr>
      <vt:lpstr>RAG 서비스 구현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01_RAG_프로젝트_개요</dc:title>
  <cp:lastModifiedBy>준호</cp:lastModifiedBy>
  <cp:revision>8</cp:revision>
  <dcterms:created xsi:type="dcterms:W3CDTF">2025-06-12T20:25:39Z</dcterms:created>
  <dcterms:modified xsi:type="dcterms:W3CDTF">2026-05-05T02:24:33Z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2024-07-13T00:00:00Z</vt:filetime>
  </property>
  <property fmtid="{D5CDD505-2E9C-101B-9397-08002B2CF9AE}" pid="3" name="Creator">
    <vt:lpwstr>Adobe Illustrator 28.5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2025-06-12T00:00:00Z</vt:filetime>
  </property>
  <property fmtid="{D5CDD505-2E9C-101B-9397-08002B2CF9AE}" pid="6" name="Producer">
    <vt:lpwstr>Adobe PDF library 17.00</vt:lpwstr>
  </property>
</Properties>
</file>