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57" r:id="rId10"/>
    <p:sldId id="259" r:id="rId11"/>
    <p:sldId id="260" r:id="rId12"/>
    <p:sldId id="261" r:id="rId13"/>
    <p:sldId id="263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262" r:id="rId27"/>
    <p:sldId id="353" r:id="rId28"/>
    <p:sldId id="277" r:id="rId29"/>
    <p:sldId id="281" r:id="rId30"/>
    <p:sldId id="282" r:id="rId31"/>
    <p:sldId id="283" r:id="rId32"/>
    <p:sldId id="288" r:id="rId33"/>
    <p:sldId id="289" r:id="rId34"/>
    <p:sldId id="290" r:id="rId35"/>
    <p:sldId id="292" r:id="rId36"/>
    <p:sldId id="293" r:id="rId37"/>
    <p:sldId id="264" r:id="rId38"/>
    <p:sldId id="265" r:id="rId39"/>
    <p:sldId id="266" r:id="rId40"/>
    <p:sldId id="354" r:id="rId41"/>
    <p:sldId id="355" r:id="rId42"/>
    <p:sldId id="356" r:id="rId43"/>
    <p:sldId id="357" r:id="rId44"/>
    <p:sldId id="358" r:id="rId45"/>
    <p:sldId id="268" r:id="rId46"/>
    <p:sldId id="359" r:id="rId47"/>
    <p:sldId id="360" r:id="rId48"/>
    <p:sldId id="361" r:id="rId49"/>
    <p:sldId id="362" r:id="rId50"/>
    <p:sldId id="363" r:id="rId5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3" autoAdjust="0"/>
    <p:restoredTop sz="94660"/>
  </p:normalViewPr>
  <p:slideViewPr>
    <p:cSldViewPr>
      <p:cViewPr>
        <p:scale>
          <a:sx n="100" d="100"/>
          <a:sy n="100" d="100"/>
        </p:scale>
        <p:origin x="4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740" y="1024890"/>
            <a:ext cx="3083560" cy="350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0C519B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2465" y="1381823"/>
            <a:ext cx="10516870" cy="3296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44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25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7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jp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9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ivotalsoftware/PivotalR" TargetMode="Externa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6.png"/><Relationship Id="rId18" Type="http://schemas.openxmlformats.org/officeDocument/2006/relationships/image" Target="../media/image151.png"/><Relationship Id="rId26" Type="http://schemas.openxmlformats.org/officeDocument/2006/relationships/image" Target="../media/image159.png"/><Relationship Id="rId3" Type="http://schemas.openxmlformats.org/officeDocument/2006/relationships/image" Target="../media/image136.png"/><Relationship Id="rId21" Type="http://schemas.openxmlformats.org/officeDocument/2006/relationships/image" Target="../media/image154.png"/><Relationship Id="rId7" Type="http://schemas.openxmlformats.org/officeDocument/2006/relationships/image" Target="../media/image140.png"/><Relationship Id="rId12" Type="http://schemas.openxmlformats.org/officeDocument/2006/relationships/image" Target="../media/image145.png"/><Relationship Id="rId17" Type="http://schemas.openxmlformats.org/officeDocument/2006/relationships/image" Target="../media/image150.png"/><Relationship Id="rId25" Type="http://schemas.openxmlformats.org/officeDocument/2006/relationships/image" Target="../media/image158.png"/><Relationship Id="rId33" Type="http://schemas.openxmlformats.org/officeDocument/2006/relationships/image" Target="../media/image166.png"/><Relationship Id="rId2" Type="http://schemas.openxmlformats.org/officeDocument/2006/relationships/image" Target="../media/image135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29" Type="http://schemas.openxmlformats.org/officeDocument/2006/relationships/image" Target="../media/image1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11" Type="http://schemas.openxmlformats.org/officeDocument/2006/relationships/image" Target="../media/image144.png"/><Relationship Id="rId24" Type="http://schemas.openxmlformats.org/officeDocument/2006/relationships/image" Target="../media/image157.png"/><Relationship Id="rId32" Type="http://schemas.openxmlformats.org/officeDocument/2006/relationships/image" Target="../media/image165.png"/><Relationship Id="rId5" Type="http://schemas.openxmlformats.org/officeDocument/2006/relationships/image" Target="../media/image138.png"/><Relationship Id="rId15" Type="http://schemas.openxmlformats.org/officeDocument/2006/relationships/image" Target="../media/image148.png"/><Relationship Id="rId23" Type="http://schemas.openxmlformats.org/officeDocument/2006/relationships/image" Target="../media/image156.png"/><Relationship Id="rId28" Type="http://schemas.openxmlformats.org/officeDocument/2006/relationships/image" Target="../media/image161.png"/><Relationship Id="rId10" Type="http://schemas.openxmlformats.org/officeDocument/2006/relationships/image" Target="../media/image143.png"/><Relationship Id="rId19" Type="http://schemas.openxmlformats.org/officeDocument/2006/relationships/image" Target="../media/image152.png"/><Relationship Id="rId31" Type="http://schemas.openxmlformats.org/officeDocument/2006/relationships/image" Target="../media/image164.png"/><Relationship Id="rId4" Type="http://schemas.openxmlformats.org/officeDocument/2006/relationships/image" Target="../media/image137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Relationship Id="rId22" Type="http://schemas.openxmlformats.org/officeDocument/2006/relationships/image" Target="../media/image155.png"/><Relationship Id="rId27" Type="http://schemas.openxmlformats.org/officeDocument/2006/relationships/image" Target="../media/image160.png"/><Relationship Id="rId30" Type="http://schemas.openxmlformats.org/officeDocument/2006/relationships/image" Target="../media/image163.png"/><Relationship Id="rId8" Type="http://schemas.openxmlformats.org/officeDocument/2006/relationships/image" Target="../media/image14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183.png"/><Relationship Id="rId26" Type="http://schemas.openxmlformats.org/officeDocument/2006/relationships/image" Target="../media/image191.png"/><Relationship Id="rId3" Type="http://schemas.openxmlformats.org/officeDocument/2006/relationships/image" Target="../media/image168.png"/><Relationship Id="rId21" Type="http://schemas.openxmlformats.org/officeDocument/2006/relationships/image" Target="../media/image186.png"/><Relationship Id="rId7" Type="http://schemas.openxmlformats.org/officeDocument/2006/relationships/image" Target="../media/image17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5" Type="http://schemas.openxmlformats.org/officeDocument/2006/relationships/image" Target="../media/image190.png"/><Relationship Id="rId2" Type="http://schemas.openxmlformats.org/officeDocument/2006/relationships/image" Target="../media/image167.png"/><Relationship Id="rId16" Type="http://schemas.openxmlformats.org/officeDocument/2006/relationships/image" Target="../media/image181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1.png"/><Relationship Id="rId11" Type="http://schemas.openxmlformats.org/officeDocument/2006/relationships/image" Target="../media/image176.png"/><Relationship Id="rId24" Type="http://schemas.openxmlformats.org/officeDocument/2006/relationships/image" Target="../media/image189.png"/><Relationship Id="rId5" Type="http://schemas.openxmlformats.org/officeDocument/2006/relationships/image" Target="../media/image170.png"/><Relationship Id="rId15" Type="http://schemas.openxmlformats.org/officeDocument/2006/relationships/image" Target="../media/image180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10" Type="http://schemas.openxmlformats.org/officeDocument/2006/relationships/image" Target="../media/image175.png"/><Relationship Id="rId19" Type="http://schemas.openxmlformats.org/officeDocument/2006/relationships/image" Target="../media/image184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26" Type="http://schemas.openxmlformats.org/officeDocument/2006/relationships/image" Target="../media/image217.png"/><Relationship Id="rId3" Type="http://schemas.openxmlformats.org/officeDocument/2006/relationships/image" Target="../media/image194.png"/><Relationship Id="rId21" Type="http://schemas.openxmlformats.org/officeDocument/2006/relationships/image" Target="../media/image212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5" Type="http://schemas.openxmlformats.org/officeDocument/2006/relationships/image" Target="../media/image216.png"/><Relationship Id="rId2" Type="http://schemas.openxmlformats.org/officeDocument/2006/relationships/image" Target="../media/image167.png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24" Type="http://schemas.openxmlformats.org/officeDocument/2006/relationships/image" Target="../media/image215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23" Type="http://schemas.openxmlformats.org/officeDocument/2006/relationships/image" Target="../media/image214.png"/><Relationship Id="rId28" Type="http://schemas.openxmlformats.org/officeDocument/2006/relationships/image" Target="../media/image219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4" Type="http://schemas.openxmlformats.org/officeDocument/2006/relationships/image" Target="../media/image195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26" Type="http://schemas.openxmlformats.org/officeDocument/2006/relationships/image" Target="../media/image241.png"/><Relationship Id="rId39" Type="http://schemas.openxmlformats.org/officeDocument/2006/relationships/image" Target="../media/image254.png"/><Relationship Id="rId21" Type="http://schemas.openxmlformats.org/officeDocument/2006/relationships/image" Target="../media/image236.png"/><Relationship Id="rId34" Type="http://schemas.openxmlformats.org/officeDocument/2006/relationships/image" Target="../media/image249.png"/><Relationship Id="rId42" Type="http://schemas.openxmlformats.org/officeDocument/2006/relationships/image" Target="../media/image257.png"/><Relationship Id="rId47" Type="http://schemas.openxmlformats.org/officeDocument/2006/relationships/image" Target="../media/image262.png"/><Relationship Id="rId7" Type="http://schemas.openxmlformats.org/officeDocument/2006/relationships/image" Target="../media/image222.png"/><Relationship Id="rId2" Type="http://schemas.openxmlformats.org/officeDocument/2006/relationships/image" Target="../media/image220.png"/><Relationship Id="rId16" Type="http://schemas.openxmlformats.org/officeDocument/2006/relationships/image" Target="../media/image231.png"/><Relationship Id="rId29" Type="http://schemas.openxmlformats.org/officeDocument/2006/relationships/image" Target="../media/image244.png"/><Relationship Id="rId11" Type="http://schemas.openxmlformats.org/officeDocument/2006/relationships/image" Target="../media/image226.png"/><Relationship Id="rId24" Type="http://schemas.openxmlformats.org/officeDocument/2006/relationships/image" Target="../media/image239.png"/><Relationship Id="rId32" Type="http://schemas.openxmlformats.org/officeDocument/2006/relationships/image" Target="../media/image247.png"/><Relationship Id="rId37" Type="http://schemas.openxmlformats.org/officeDocument/2006/relationships/image" Target="../media/image252.png"/><Relationship Id="rId40" Type="http://schemas.openxmlformats.org/officeDocument/2006/relationships/image" Target="../media/image255.png"/><Relationship Id="rId45" Type="http://schemas.openxmlformats.org/officeDocument/2006/relationships/image" Target="../media/image260.png"/><Relationship Id="rId5" Type="http://schemas.openxmlformats.org/officeDocument/2006/relationships/image" Target="../media/image221.png"/><Relationship Id="rId15" Type="http://schemas.openxmlformats.org/officeDocument/2006/relationships/image" Target="../media/image230.png"/><Relationship Id="rId23" Type="http://schemas.openxmlformats.org/officeDocument/2006/relationships/image" Target="../media/image238.png"/><Relationship Id="rId28" Type="http://schemas.openxmlformats.org/officeDocument/2006/relationships/image" Target="../media/image243.png"/><Relationship Id="rId36" Type="http://schemas.openxmlformats.org/officeDocument/2006/relationships/image" Target="../media/image251.png"/><Relationship Id="rId49" Type="http://schemas.openxmlformats.org/officeDocument/2006/relationships/image" Target="../media/image264.png"/><Relationship Id="rId10" Type="http://schemas.openxmlformats.org/officeDocument/2006/relationships/image" Target="../media/image225.png"/><Relationship Id="rId19" Type="http://schemas.openxmlformats.org/officeDocument/2006/relationships/image" Target="../media/image234.png"/><Relationship Id="rId31" Type="http://schemas.openxmlformats.org/officeDocument/2006/relationships/image" Target="../media/image246.png"/><Relationship Id="rId44" Type="http://schemas.openxmlformats.org/officeDocument/2006/relationships/image" Target="../media/image259.png"/><Relationship Id="rId4" Type="http://schemas.openxmlformats.org/officeDocument/2006/relationships/image" Target="../media/image137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Relationship Id="rId22" Type="http://schemas.openxmlformats.org/officeDocument/2006/relationships/image" Target="../media/image237.png"/><Relationship Id="rId27" Type="http://schemas.openxmlformats.org/officeDocument/2006/relationships/image" Target="../media/image242.png"/><Relationship Id="rId30" Type="http://schemas.openxmlformats.org/officeDocument/2006/relationships/image" Target="../media/image245.png"/><Relationship Id="rId35" Type="http://schemas.openxmlformats.org/officeDocument/2006/relationships/image" Target="../media/image250.png"/><Relationship Id="rId43" Type="http://schemas.openxmlformats.org/officeDocument/2006/relationships/image" Target="../media/image258.png"/><Relationship Id="rId48" Type="http://schemas.openxmlformats.org/officeDocument/2006/relationships/image" Target="../media/image263.png"/><Relationship Id="rId8" Type="http://schemas.openxmlformats.org/officeDocument/2006/relationships/image" Target="../media/image223.png"/><Relationship Id="rId3" Type="http://schemas.openxmlformats.org/officeDocument/2006/relationships/image" Target="../media/image135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5" Type="http://schemas.openxmlformats.org/officeDocument/2006/relationships/image" Target="../media/image240.png"/><Relationship Id="rId33" Type="http://schemas.openxmlformats.org/officeDocument/2006/relationships/image" Target="../media/image248.png"/><Relationship Id="rId38" Type="http://schemas.openxmlformats.org/officeDocument/2006/relationships/image" Target="../media/image253.png"/><Relationship Id="rId46" Type="http://schemas.openxmlformats.org/officeDocument/2006/relationships/image" Target="../media/image261.png"/><Relationship Id="rId20" Type="http://schemas.openxmlformats.org/officeDocument/2006/relationships/image" Target="../media/image235.png"/><Relationship Id="rId41" Type="http://schemas.openxmlformats.org/officeDocument/2006/relationships/image" Target="../media/image2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jpg"/><Relationship Id="rId2" Type="http://schemas.openxmlformats.org/officeDocument/2006/relationships/image" Target="../media/image26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7.jp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jpg"/><Relationship Id="rId3" Type="http://schemas.openxmlformats.org/officeDocument/2006/relationships/image" Target="../media/image269.jpg"/><Relationship Id="rId7" Type="http://schemas.openxmlformats.org/officeDocument/2006/relationships/image" Target="../media/image273.jp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image" Target="../media/image271.jpg"/><Relationship Id="rId4" Type="http://schemas.openxmlformats.org/officeDocument/2006/relationships/image" Target="../media/image27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07873" cy="90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9525"/>
            <a:ext cx="12192000" cy="887730"/>
            <a:chOff x="0" y="-9525"/>
            <a:chExt cx="12192000" cy="887730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9392" y="387477"/>
              <a:ext cx="2313305" cy="287020"/>
            </a:xfrm>
            <a:custGeom>
              <a:avLst/>
              <a:gdLst/>
              <a:ahLst/>
              <a:cxnLst/>
              <a:rect l="l" t="t" r="r" b="b"/>
              <a:pathLst>
                <a:path w="2313305" h="287020">
                  <a:moveTo>
                    <a:pt x="1152194" y="213740"/>
                  </a:moveTo>
                  <a:lnTo>
                    <a:pt x="885825" y="213740"/>
                  </a:lnTo>
                  <a:lnTo>
                    <a:pt x="885825" y="244348"/>
                  </a:lnTo>
                  <a:lnTo>
                    <a:pt x="1152194" y="244348"/>
                  </a:lnTo>
                  <a:lnTo>
                    <a:pt x="1152194" y="213740"/>
                  </a:lnTo>
                  <a:close/>
                </a:path>
                <a:path w="2313305" h="287020">
                  <a:moveTo>
                    <a:pt x="2263190" y="203835"/>
                  </a:moveTo>
                  <a:lnTo>
                    <a:pt x="2224995" y="205741"/>
                  </a:lnTo>
                  <a:lnTo>
                    <a:pt x="2178227" y="207089"/>
                  </a:lnTo>
                  <a:lnTo>
                    <a:pt x="2122887" y="207889"/>
                  </a:lnTo>
                  <a:lnTo>
                    <a:pt x="2058974" y="208152"/>
                  </a:lnTo>
                  <a:lnTo>
                    <a:pt x="2062757" y="238410"/>
                  </a:lnTo>
                  <a:lnTo>
                    <a:pt x="2062873" y="239339"/>
                  </a:lnTo>
                  <a:lnTo>
                    <a:pt x="2062911" y="239649"/>
                  </a:lnTo>
                  <a:lnTo>
                    <a:pt x="2116009" y="239339"/>
                  </a:lnTo>
                  <a:lnTo>
                    <a:pt x="2167464" y="238410"/>
                  </a:lnTo>
                  <a:lnTo>
                    <a:pt x="2217252" y="236862"/>
                  </a:lnTo>
                  <a:lnTo>
                    <a:pt x="2265349" y="234696"/>
                  </a:lnTo>
                  <a:lnTo>
                    <a:pt x="2263190" y="203835"/>
                  </a:lnTo>
                  <a:close/>
                </a:path>
                <a:path w="2313305" h="287020">
                  <a:moveTo>
                    <a:pt x="1922830" y="166370"/>
                  </a:moveTo>
                  <a:lnTo>
                    <a:pt x="1883348" y="170561"/>
                  </a:lnTo>
                  <a:lnTo>
                    <a:pt x="1842390" y="192111"/>
                  </a:lnTo>
                  <a:lnTo>
                    <a:pt x="1828342" y="226187"/>
                  </a:lnTo>
                  <a:lnTo>
                    <a:pt x="1829912" y="238881"/>
                  </a:lnTo>
                  <a:lnTo>
                    <a:pt x="1853361" y="269367"/>
                  </a:lnTo>
                  <a:lnTo>
                    <a:pt x="1901850" y="284851"/>
                  </a:lnTo>
                  <a:lnTo>
                    <a:pt x="1922830" y="285876"/>
                  </a:lnTo>
                  <a:lnTo>
                    <a:pt x="1943432" y="284851"/>
                  </a:lnTo>
                  <a:lnTo>
                    <a:pt x="1943713" y="284851"/>
                  </a:lnTo>
                  <a:lnTo>
                    <a:pt x="1962061" y="281765"/>
                  </a:lnTo>
                  <a:lnTo>
                    <a:pt x="1962241" y="281765"/>
                  </a:lnTo>
                  <a:lnTo>
                    <a:pt x="1978307" y="276607"/>
                  </a:lnTo>
                  <a:lnTo>
                    <a:pt x="1978437" y="276607"/>
                  </a:lnTo>
                  <a:lnTo>
                    <a:pt x="1992426" y="269239"/>
                  </a:lnTo>
                  <a:lnTo>
                    <a:pt x="2003293" y="260459"/>
                  </a:lnTo>
                  <a:lnTo>
                    <a:pt x="2007590" y="255015"/>
                  </a:lnTo>
                  <a:lnTo>
                    <a:pt x="1922830" y="255015"/>
                  </a:lnTo>
                  <a:lnTo>
                    <a:pt x="1909521" y="254515"/>
                  </a:lnTo>
                  <a:lnTo>
                    <a:pt x="1870887" y="241681"/>
                  </a:lnTo>
                  <a:lnTo>
                    <a:pt x="1866188" y="234696"/>
                  </a:lnTo>
                  <a:lnTo>
                    <a:pt x="1866271" y="217677"/>
                  </a:lnTo>
                  <a:lnTo>
                    <a:pt x="1909376" y="197733"/>
                  </a:lnTo>
                  <a:lnTo>
                    <a:pt x="1922830" y="197231"/>
                  </a:lnTo>
                  <a:lnTo>
                    <a:pt x="2007426" y="197231"/>
                  </a:lnTo>
                  <a:lnTo>
                    <a:pt x="2003448" y="192111"/>
                  </a:lnTo>
                  <a:lnTo>
                    <a:pt x="1992426" y="183134"/>
                  </a:lnTo>
                  <a:lnTo>
                    <a:pt x="1978641" y="175799"/>
                  </a:lnTo>
                  <a:lnTo>
                    <a:pt x="1962438" y="170561"/>
                  </a:lnTo>
                  <a:lnTo>
                    <a:pt x="1943831" y="167417"/>
                  </a:lnTo>
                  <a:lnTo>
                    <a:pt x="1922830" y="166370"/>
                  </a:lnTo>
                  <a:close/>
                </a:path>
                <a:path w="2313305" h="287020">
                  <a:moveTo>
                    <a:pt x="2007426" y="197231"/>
                  </a:moveTo>
                  <a:lnTo>
                    <a:pt x="1922830" y="197231"/>
                  </a:lnTo>
                  <a:lnTo>
                    <a:pt x="1936177" y="197733"/>
                  </a:lnTo>
                  <a:lnTo>
                    <a:pt x="1947816" y="199247"/>
                  </a:lnTo>
                  <a:lnTo>
                    <a:pt x="1957708" y="201785"/>
                  </a:lnTo>
                  <a:lnTo>
                    <a:pt x="1965851" y="205359"/>
                  </a:lnTo>
                  <a:lnTo>
                    <a:pt x="1975376" y="210820"/>
                  </a:lnTo>
                  <a:lnTo>
                    <a:pt x="1975240" y="210820"/>
                  </a:lnTo>
                  <a:lnTo>
                    <a:pt x="1979853" y="217677"/>
                  </a:lnTo>
                  <a:lnTo>
                    <a:pt x="1979853" y="234696"/>
                  </a:lnTo>
                  <a:lnTo>
                    <a:pt x="1975027" y="241681"/>
                  </a:lnTo>
                  <a:lnTo>
                    <a:pt x="1936141" y="254515"/>
                  </a:lnTo>
                  <a:lnTo>
                    <a:pt x="1922830" y="255015"/>
                  </a:lnTo>
                  <a:lnTo>
                    <a:pt x="2007590" y="255015"/>
                  </a:lnTo>
                  <a:lnTo>
                    <a:pt x="2017699" y="226187"/>
                  </a:lnTo>
                  <a:lnTo>
                    <a:pt x="2016108" y="213637"/>
                  </a:lnTo>
                  <a:lnTo>
                    <a:pt x="2011349" y="202279"/>
                  </a:lnTo>
                  <a:lnTo>
                    <a:pt x="2007426" y="197231"/>
                  </a:lnTo>
                  <a:close/>
                </a:path>
                <a:path w="2313305" h="287020">
                  <a:moveTo>
                    <a:pt x="371767" y="196342"/>
                  </a:moveTo>
                  <a:lnTo>
                    <a:pt x="334264" y="196342"/>
                  </a:lnTo>
                  <a:lnTo>
                    <a:pt x="334264" y="274827"/>
                  </a:lnTo>
                  <a:lnTo>
                    <a:pt x="526249" y="274827"/>
                  </a:lnTo>
                  <a:lnTo>
                    <a:pt x="526249" y="243459"/>
                  </a:lnTo>
                  <a:lnTo>
                    <a:pt x="371767" y="243459"/>
                  </a:lnTo>
                  <a:lnTo>
                    <a:pt x="371767" y="196342"/>
                  </a:lnTo>
                  <a:close/>
                </a:path>
                <a:path w="2313305" h="287020">
                  <a:moveTo>
                    <a:pt x="1278813" y="180594"/>
                  </a:moveTo>
                  <a:lnTo>
                    <a:pt x="1241475" y="180594"/>
                  </a:lnTo>
                  <a:lnTo>
                    <a:pt x="1241475" y="277113"/>
                  </a:lnTo>
                  <a:lnTo>
                    <a:pt x="1432356" y="277113"/>
                  </a:lnTo>
                  <a:lnTo>
                    <a:pt x="1432356" y="245745"/>
                  </a:lnTo>
                  <a:lnTo>
                    <a:pt x="1278813" y="245745"/>
                  </a:lnTo>
                  <a:lnTo>
                    <a:pt x="1278813" y="180594"/>
                  </a:lnTo>
                  <a:close/>
                </a:path>
                <a:path w="2313305" h="287020">
                  <a:moveTo>
                    <a:pt x="1426768" y="0"/>
                  </a:moveTo>
                  <a:lnTo>
                    <a:pt x="1390192" y="0"/>
                  </a:lnTo>
                  <a:lnTo>
                    <a:pt x="1390192" y="81025"/>
                  </a:lnTo>
                  <a:lnTo>
                    <a:pt x="1322501" y="81025"/>
                  </a:lnTo>
                  <a:lnTo>
                    <a:pt x="1322501" y="112522"/>
                  </a:lnTo>
                  <a:lnTo>
                    <a:pt x="1390192" y="112522"/>
                  </a:lnTo>
                  <a:lnTo>
                    <a:pt x="1390192" y="205359"/>
                  </a:lnTo>
                  <a:lnTo>
                    <a:pt x="1426768" y="205359"/>
                  </a:lnTo>
                  <a:lnTo>
                    <a:pt x="1426768" y="0"/>
                  </a:lnTo>
                  <a:close/>
                </a:path>
                <a:path w="2313305" h="287020">
                  <a:moveTo>
                    <a:pt x="1307340" y="100330"/>
                  </a:moveTo>
                  <a:lnTo>
                    <a:pt x="1263700" y="100330"/>
                  </a:lnTo>
                  <a:lnTo>
                    <a:pt x="1244295" y="118020"/>
                  </a:lnTo>
                  <a:lnTo>
                    <a:pt x="1224568" y="132603"/>
                  </a:lnTo>
                  <a:lnTo>
                    <a:pt x="1204532" y="144067"/>
                  </a:lnTo>
                  <a:lnTo>
                    <a:pt x="1184198" y="152400"/>
                  </a:lnTo>
                  <a:lnTo>
                    <a:pt x="1209852" y="179197"/>
                  </a:lnTo>
                  <a:lnTo>
                    <a:pt x="1235738" y="165479"/>
                  </a:lnTo>
                  <a:lnTo>
                    <a:pt x="1259112" y="149844"/>
                  </a:lnTo>
                  <a:lnTo>
                    <a:pt x="1279986" y="132280"/>
                  </a:lnTo>
                  <a:lnTo>
                    <a:pt x="1298371" y="112775"/>
                  </a:lnTo>
                  <a:lnTo>
                    <a:pt x="1307340" y="100330"/>
                  </a:lnTo>
                  <a:close/>
                </a:path>
                <a:path w="2313305" h="287020">
                  <a:moveTo>
                    <a:pt x="1338376" y="18542"/>
                  </a:moveTo>
                  <a:lnTo>
                    <a:pt x="1200581" y="18542"/>
                  </a:lnTo>
                  <a:lnTo>
                    <a:pt x="1200581" y="50037"/>
                  </a:lnTo>
                  <a:lnTo>
                    <a:pt x="1293291" y="50037"/>
                  </a:lnTo>
                  <a:lnTo>
                    <a:pt x="1291386" y="56387"/>
                  </a:lnTo>
                  <a:lnTo>
                    <a:pt x="1288719" y="63119"/>
                  </a:lnTo>
                  <a:lnTo>
                    <a:pt x="1285290" y="70103"/>
                  </a:lnTo>
                  <a:lnTo>
                    <a:pt x="1182547" y="76835"/>
                  </a:lnTo>
                  <a:lnTo>
                    <a:pt x="1196263" y="107823"/>
                  </a:lnTo>
                  <a:lnTo>
                    <a:pt x="1263700" y="100330"/>
                  </a:lnTo>
                  <a:lnTo>
                    <a:pt x="1307340" y="100330"/>
                  </a:lnTo>
                  <a:lnTo>
                    <a:pt x="1313730" y="91461"/>
                  </a:lnTo>
                  <a:lnTo>
                    <a:pt x="1325518" y="68659"/>
                  </a:lnTo>
                  <a:lnTo>
                    <a:pt x="1333733" y="44356"/>
                  </a:lnTo>
                  <a:lnTo>
                    <a:pt x="1338376" y="18542"/>
                  </a:lnTo>
                  <a:close/>
                </a:path>
                <a:path w="2313305" h="287020">
                  <a:moveTo>
                    <a:pt x="1722043" y="155321"/>
                  </a:moveTo>
                  <a:lnTo>
                    <a:pt x="1536369" y="155321"/>
                  </a:lnTo>
                  <a:lnTo>
                    <a:pt x="1536369" y="186817"/>
                  </a:lnTo>
                  <a:lnTo>
                    <a:pt x="1685467" y="186817"/>
                  </a:lnTo>
                  <a:lnTo>
                    <a:pt x="1685467" y="204215"/>
                  </a:lnTo>
                  <a:lnTo>
                    <a:pt x="1536369" y="204215"/>
                  </a:lnTo>
                  <a:lnTo>
                    <a:pt x="1536369" y="282448"/>
                  </a:lnTo>
                  <a:lnTo>
                    <a:pt x="1729409" y="282448"/>
                  </a:lnTo>
                  <a:lnTo>
                    <a:pt x="1729409" y="251206"/>
                  </a:lnTo>
                  <a:lnTo>
                    <a:pt x="1573199" y="251206"/>
                  </a:lnTo>
                  <a:lnTo>
                    <a:pt x="1573199" y="232918"/>
                  </a:lnTo>
                  <a:lnTo>
                    <a:pt x="1722043" y="232918"/>
                  </a:lnTo>
                  <a:lnTo>
                    <a:pt x="1722043" y="155321"/>
                  </a:lnTo>
                  <a:close/>
                </a:path>
                <a:path w="2313305" h="287020">
                  <a:moveTo>
                    <a:pt x="856945" y="216662"/>
                  </a:moveTo>
                  <a:lnTo>
                    <a:pt x="590550" y="216662"/>
                  </a:lnTo>
                  <a:lnTo>
                    <a:pt x="590550" y="247523"/>
                  </a:lnTo>
                  <a:lnTo>
                    <a:pt x="856945" y="247523"/>
                  </a:lnTo>
                  <a:lnTo>
                    <a:pt x="856945" y="216662"/>
                  </a:lnTo>
                  <a:close/>
                </a:path>
                <a:path w="2313305" h="287020">
                  <a:moveTo>
                    <a:pt x="742353" y="151130"/>
                  </a:moveTo>
                  <a:lnTo>
                    <a:pt x="704837" y="151130"/>
                  </a:lnTo>
                  <a:lnTo>
                    <a:pt x="704837" y="216662"/>
                  </a:lnTo>
                  <a:lnTo>
                    <a:pt x="742353" y="216662"/>
                  </a:lnTo>
                  <a:lnTo>
                    <a:pt x="742353" y="151130"/>
                  </a:lnTo>
                  <a:close/>
                </a:path>
                <a:path w="2313305" h="287020">
                  <a:moveTo>
                    <a:pt x="742645" y="18542"/>
                  </a:moveTo>
                  <a:lnTo>
                    <a:pt x="704837" y="18542"/>
                  </a:lnTo>
                  <a:lnTo>
                    <a:pt x="704837" y="39877"/>
                  </a:lnTo>
                  <a:lnTo>
                    <a:pt x="703152" y="51972"/>
                  </a:lnTo>
                  <a:lnTo>
                    <a:pt x="703122" y="52189"/>
                  </a:lnTo>
                  <a:lnTo>
                    <a:pt x="698099" y="64436"/>
                  </a:lnTo>
                  <a:lnTo>
                    <a:pt x="697976" y="64738"/>
                  </a:lnTo>
                  <a:lnTo>
                    <a:pt x="662107" y="102780"/>
                  </a:lnTo>
                  <a:lnTo>
                    <a:pt x="622537" y="121588"/>
                  </a:lnTo>
                  <a:lnTo>
                    <a:pt x="622393" y="121588"/>
                  </a:lnTo>
                  <a:lnTo>
                    <a:pt x="598728" y="128015"/>
                  </a:lnTo>
                  <a:lnTo>
                    <a:pt x="620458" y="156972"/>
                  </a:lnTo>
                  <a:lnTo>
                    <a:pt x="636032" y="152112"/>
                  </a:lnTo>
                  <a:lnTo>
                    <a:pt x="651206" y="145907"/>
                  </a:lnTo>
                  <a:lnTo>
                    <a:pt x="693687" y="119699"/>
                  </a:lnTo>
                  <a:lnTo>
                    <a:pt x="723442" y="88392"/>
                  </a:lnTo>
                  <a:lnTo>
                    <a:pt x="768248" y="88392"/>
                  </a:lnTo>
                  <a:lnTo>
                    <a:pt x="744451" y="52189"/>
                  </a:lnTo>
                  <a:lnTo>
                    <a:pt x="742645" y="39877"/>
                  </a:lnTo>
                  <a:lnTo>
                    <a:pt x="742645" y="18542"/>
                  </a:lnTo>
                  <a:close/>
                </a:path>
                <a:path w="2313305" h="287020">
                  <a:moveTo>
                    <a:pt x="768248" y="88392"/>
                  </a:moveTo>
                  <a:lnTo>
                    <a:pt x="723442" y="88392"/>
                  </a:lnTo>
                  <a:lnTo>
                    <a:pt x="731753" y="98823"/>
                  </a:lnTo>
                  <a:lnTo>
                    <a:pt x="767054" y="128524"/>
                  </a:lnTo>
                  <a:lnTo>
                    <a:pt x="811227" y="151526"/>
                  </a:lnTo>
                  <a:lnTo>
                    <a:pt x="826439" y="156718"/>
                  </a:lnTo>
                  <a:lnTo>
                    <a:pt x="848169" y="128015"/>
                  </a:lnTo>
                  <a:lnTo>
                    <a:pt x="824311" y="121588"/>
                  </a:lnTo>
                  <a:lnTo>
                    <a:pt x="803349" y="113172"/>
                  </a:lnTo>
                  <a:lnTo>
                    <a:pt x="785281" y="102780"/>
                  </a:lnTo>
                  <a:lnTo>
                    <a:pt x="770258" y="90550"/>
                  </a:lnTo>
                  <a:lnTo>
                    <a:pt x="768248" y="88392"/>
                  </a:lnTo>
                  <a:close/>
                </a:path>
                <a:path w="2313305" h="287020">
                  <a:moveTo>
                    <a:pt x="561670" y="150240"/>
                  </a:moveTo>
                  <a:lnTo>
                    <a:pt x="295275" y="150240"/>
                  </a:lnTo>
                  <a:lnTo>
                    <a:pt x="295275" y="181737"/>
                  </a:lnTo>
                  <a:lnTo>
                    <a:pt x="561670" y="181737"/>
                  </a:lnTo>
                  <a:lnTo>
                    <a:pt x="561670" y="150240"/>
                  </a:lnTo>
                  <a:close/>
                </a:path>
                <a:path w="2313305" h="287020">
                  <a:moveTo>
                    <a:pt x="534289" y="96520"/>
                  </a:moveTo>
                  <a:lnTo>
                    <a:pt x="322351" y="96520"/>
                  </a:lnTo>
                  <a:lnTo>
                    <a:pt x="322351" y="127635"/>
                  </a:lnTo>
                  <a:lnTo>
                    <a:pt x="534289" y="127635"/>
                  </a:lnTo>
                  <a:lnTo>
                    <a:pt x="534289" y="96520"/>
                  </a:lnTo>
                  <a:close/>
                </a:path>
                <a:path w="2313305" h="287020">
                  <a:moveTo>
                    <a:pt x="395871" y="51181"/>
                  </a:moveTo>
                  <a:lnTo>
                    <a:pt x="358965" y="51181"/>
                  </a:lnTo>
                  <a:lnTo>
                    <a:pt x="361645" y="96520"/>
                  </a:lnTo>
                  <a:lnTo>
                    <a:pt x="397954" y="96520"/>
                  </a:lnTo>
                  <a:lnTo>
                    <a:pt x="395871" y="51181"/>
                  </a:lnTo>
                  <a:close/>
                </a:path>
                <a:path w="2313305" h="287020">
                  <a:moveTo>
                    <a:pt x="497967" y="51181"/>
                  </a:moveTo>
                  <a:lnTo>
                    <a:pt x="461060" y="51181"/>
                  </a:lnTo>
                  <a:lnTo>
                    <a:pt x="458685" y="96520"/>
                  </a:lnTo>
                  <a:lnTo>
                    <a:pt x="495300" y="96520"/>
                  </a:lnTo>
                  <a:lnTo>
                    <a:pt x="497967" y="51181"/>
                  </a:lnTo>
                  <a:close/>
                </a:path>
                <a:path w="2313305" h="287020">
                  <a:moveTo>
                    <a:pt x="266395" y="216662"/>
                  </a:moveTo>
                  <a:lnTo>
                    <a:pt x="0" y="216662"/>
                  </a:lnTo>
                  <a:lnTo>
                    <a:pt x="0" y="247523"/>
                  </a:lnTo>
                  <a:lnTo>
                    <a:pt x="266395" y="247523"/>
                  </a:lnTo>
                  <a:lnTo>
                    <a:pt x="266395" y="216662"/>
                  </a:lnTo>
                  <a:close/>
                </a:path>
                <a:path w="2313305" h="287020">
                  <a:moveTo>
                    <a:pt x="133197" y="19431"/>
                  </a:moveTo>
                  <a:lnTo>
                    <a:pt x="93924" y="24384"/>
                  </a:lnTo>
                  <a:lnTo>
                    <a:pt x="49852" y="50053"/>
                  </a:lnTo>
                  <a:lnTo>
                    <a:pt x="34074" y="93345"/>
                  </a:lnTo>
                  <a:lnTo>
                    <a:pt x="34970" y="102822"/>
                  </a:lnTo>
                  <a:lnTo>
                    <a:pt x="55435" y="141986"/>
                  </a:lnTo>
                  <a:lnTo>
                    <a:pt x="96554" y="162756"/>
                  </a:lnTo>
                  <a:lnTo>
                    <a:pt x="114300" y="166115"/>
                  </a:lnTo>
                  <a:lnTo>
                    <a:pt x="114300" y="216662"/>
                  </a:lnTo>
                  <a:lnTo>
                    <a:pt x="151803" y="216662"/>
                  </a:lnTo>
                  <a:lnTo>
                    <a:pt x="151803" y="166115"/>
                  </a:lnTo>
                  <a:lnTo>
                    <a:pt x="169424" y="162923"/>
                  </a:lnTo>
                  <a:lnTo>
                    <a:pt x="185083" y="157908"/>
                  </a:lnTo>
                  <a:lnTo>
                    <a:pt x="198780" y="151060"/>
                  </a:lnTo>
                  <a:lnTo>
                    <a:pt x="210515" y="142367"/>
                  </a:lnTo>
                  <a:lnTo>
                    <a:pt x="215975" y="136398"/>
                  </a:lnTo>
                  <a:lnTo>
                    <a:pt x="133197" y="136398"/>
                  </a:lnTo>
                  <a:lnTo>
                    <a:pt x="119860" y="135683"/>
                  </a:lnTo>
                  <a:lnTo>
                    <a:pt x="81427" y="118633"/>
                  </a:lnTo>
                  <a:lnTo>
                    <a:pt x="72174" y="93345"/>
                  </a:lnTo>
                  <a:lnTo>
                    <a:pt x="73202" y="83941"/>
                  </a:lnTo>
                  <a:lnTo>
                    <a:pt x="107984" y="53165"/>
                  </a:lnTo>
                  <a:lnTo>
                    <a:pt x="133197" y="50292"/>
                  </a:lnTo>
                  <a:lnTo>
                    <a:pt x="216360" y="50292"/>
                  </a:lnTo>
                  <a:lnTo>
                    <a:pt x="216194" y="50053"/>
                  </a:lnTo>
                  <a:lnTo>
                    <a:pt x="203885" y="39243"/>
                  </a:lnTo>
                  <a:lnTo>
                    <a:pt x="188922" y="30575"/>
                  </a:lnTo>
                  <a:lnTo>
                    <a:pt x="172151" y="24384"/>
                  </a:lnTo>
                  <a:lnTo>
                    <a:pt x="153575" y="20669"/>
                  </a:lnTo>
                  <a:lnTo>
                    <a:pt x="133197" y="19431"/>
                  </a:lnTo>
                  <a:close/>
                </a:path>
                <a:path w="2313305" h="287020">
                  <a:moveTo>
                    <a:pt x="216360" y="50292"/>
                  </a:moveTo>
                  <a:lnTo>
                    <a:pt x="133197" y="50292"/>
                  </a:lnTo>
                  <a:lnTo>
                    <a:pt x="146518" y="51008"/>
                  </a:lnTo>
                  <a:lnTo>
                    <a:pt x="158362" y="53165"/>
                  </a:lnTo>
                  <a:lnTo>
                    <a:pt x="189841" y="75549"/>
                  </a:lnTo>
                  <a:lnTo>
                    <a:pt x="193916" y="93345"/>
                  </a:lnTo>
                  <a:lnTo>
                    <a:pt x="192865" y="102822"/>
                  </a:lnTo>
                  <a:lnTo>
                    <a:pt x="158189" y="133540"/>
                  </a:lnTo>
                  <a:lnTo>
                    <a:pt x="133197" y="136398"/>
                  </a:lnTo>
                  <a:lnTo>
                    <a:pt x="215975" y="136398"/>
                  </a:lnTo>
                  <a:lnTo>
                    <a:pt x="219923" y="132081"/>
                  </a:lnTo>
                  <a:lnTo>
                    <a:pt x="226642" y="120475"/>
                  </a:lnTo>
                  <a:lnTo>
                    <a:pt x="230673" y="107559"/>
                  </a:lnTo>
                  <a:lnTo>
                    <a:pt x="232016" y="93345"/>
                  </a:lnTo>
                  <a:lnTo>
                    <a:pt x="230258" y="77104"/>
                  </a:lnTo>
                  <a:lnTo>
                    <a:pt x="224985" y="62674"/>
                  </a:lnTo>
                  <a:lnTo>
                    <a:pt x="216360" y="50292"/>
                  </a:lnTo>
                  <a:close/>
                </a:path>
                <a:path w="2313305" h="287020">
                  <a:moveTo>
                    <a:pt x="2160193" y="17652"/>
                  </a:moveTo>
                  <a:lnTo>
                    <a:pt x="2114866" y="28957"/>
                  </a:lnTo>
                  <a:lnTo>
                    <a:pt x="2085106" y="60706"/>
                  </a:lnTo>
                  <a:lnTo>
                    <a:pt x="2079167" y="90170"/>
                  </a:lnTo>
                  <a:lnTo>
                    <a:pt x="2080596" y="105413"/>
                  </a:lnTo>
                  <a:lnTo>
                    <a:pt x="2102027" y="142239"/>
                  </a:lnTo>
                  <a:lnTo>
                    <a:pt x="2142354" y="160938"/>
                  </a:lnTo>
                  <a:lnTo>
                    <a:pt x="2158542" y="162178"/>
                  </a:lnTo>
                  <a:lnTo>
                    <a:pt x="2174644" y="160938"/>
                  </a:lnTo>
                  <a:lnTo>
                    <a:pt x="2174823" y="160938"/>
                  </a:lnTo>
                  <a:lnTo>
                    <a:pt x="2215515" y="142239"/>
                  </a:lnTo>
                  <a:lnTo>
                    <a:pt x="2226129" y="130810"/>
                  </a:lnTo>
                  <a:lnTo>
                    <a:pt x="2159050" y="130810"/>
                  </a:lnTo>
                  <a:lnTo>
                    <a:pt x="2150311" y="130093"/>
                  </a:lnTo>
                  <a:lnTo>
                    <a:pt x="2120204" y="106235"/>
                  </a:lnTo>
                  <a:lnTo>
                    <a:pt x="2117267" y="90170"/>
                  </a:lnTo>
                  <a:lnTo>
                    <a:pt x="2117963" y="81837"/>
                  </a:lnTo>
                  <a:lnTo>
                    <a:pt x="2117982" y="81619"/>
                  </a:lnTo>
                  <a:lnTo>
                    <a:pt x="2120037" y="74183"/>
                  </a:lnTo>
                  <a:lnTo>
                    <a:pt x="2120125" y="73866"/>
                  </a:lnTo>
                  <a:lnTo>
                    <a:pt x="2123697" y="66899"/>
                  </a:lnTo>
                  <a:lnTo>
                    <a:pt x="2128697" y="60706"/>
                  </a:lnTo>
                  <a:lnTo>
                    <a:pt x="2134887" y="55631"/>
                  </a:lnTo>
                  <a:lnTo>
                    <a:pt x="2141860" y="52101"/>
                  </a:lnTo>
                  <a:lnTo>
                    <a:pt x="2141720" y="52101"/>
                  </a:lnTo>
                  <a:lnTo>
                    <a:pt x="2149993" y="49887"/>
                  </a:lnTo>
                  <a:lnTo>
                    <a:pt x="2149801" y="49887"/>
                  </a:lnTo>
                  <a:lnTo>
                    <a:pt x="2159050" y="49149"/>
                  </a:lnTo>
                  <a:lnTo>
                    <a:pt x="2226655" y="49149"/>
                  </a:lnTo>
                  <a:lnTo>
                    <a:pt x="2226323" y="48557"/>
                  </a:lnTo>
                  <a:lnTo>
                    <a:pt x="2216581" y="37719"/>
                  </a:lnTo>
                  <a:lnTo>
                    <a:pt x="2204699" y="28957"/>
                  </a:lnTo>
                  <a:lnTo>
                    <a:pt x="2191340" y="22685"/>
                  </a:lnTo>
                  <a:lnTo>
                    <a:pt x="2176505" y="18913"/>
                  </a:lnTo>
                  <a:lnTo>
                    <a:pt x="2160193" y="17652"/>
                  </a:lnTo>
                  <a:close/>
                </a:path>
                <a:path w="2313305" h="287020">
                  <a:moveTo>
                    <a:pt x="2226655" y="49149"/>
                  </a:moveTo>
                  <a:lnTo>
                    <a:pt x="2159050" y="49149"/>
                  </a:lnTo>
                  <a:lnTo>
                    <a:pt x="2167788" y="49887"/>
                  </a:lnTo>
                  <a:lnTo>
                    <a:pt x="2175703" y="52101"/>
                  </a:lnTo>
                  <a:lnTo>
                    <a:pt x="2199907" y="81619"/>
                  </a:lnTo>
                  <a:lnTo>
                    <a:pt x="2200706" y="90170"/>
                  </a:lnTo>
                  <a:lnTo>
                    <a:pt x="2199964" y="98571"/>
                  </a:lnTo>
                  <a:lnTo>
                    <a:pt x="2175679" y="127936"/>
                  </a:lnTo>
                  <a:lnTo>
                    <a:pt x="2167860" y="130093"/>
                  </a:lnTo>
                  <a:lnTo>
                    <a:pt x="2167693" y="130093"/>
                  </a:lnTo>
                  <a:lnTo>
                    <a:pt x="2159050" y="130810"/>
                  </a:lnTo>
                  <a:lnTo>
                    <a:pt x="2226129" y="130810"/>
                  </a:lnTo>
                  <a:lnTo>
                    <a:pt x="2232938" y="119252"/>
                  </a:lnTo>
                  <a:lnTo>
                    <a:pt x="2234920" y="113137"/>
                  </a:lnTo>
                  <a:lnTo>
                    <a:pt x="2237350" y="105413"/>
                  </a:lnTo>
                  <a:lnTo>
                    <a:pt x="2238806" y="90170"/>
                  </a:lnTo>
                  <a:lnTo>
                    <a:pt x="2237423" y="74759"/>
                  </a:lnTo>
                  <a:lnTo>
                    <a:pt x="2233285" y="60960"/>
                  </a:lnTo>
                  <a:lnTo>
                    <a:pt x="2233159" y="60706"/>
                  </a:lnTo>
                  <a:lnTo>
                    <a:pt x="2226655" y="49149"/>
                  </a:lnTo>
                  <a:close/>
                </a:path>
                <a:path w="2313305" h="287020">
                  <a:moveTo>
                    <a:pt x="1037894" y="18542"/>
                  </a:moveTo>
                  <a:lnTo>
                    <a:pt x="1000175" y="18542"/>
                  </a:lnTo>
                  <a:lnTo>
                    <a:pt x="1000175" y="39877"/>
                  </a:lnTo>
                  <a:lnTo>
                    <a:pt x="998471" y="51972"/>
                  </a:lnTo>
                  <a:lnTo>
                    <a:pt x="972616" y="90550"/>
                  </a:lnTo>
                  <a:lnTo>
                    <a:pt x="938944" y="113172"/>
                  </a:lnTo>
                  <a:lnTo>
                    <a:pt x="917819" y="121588"/>
                  </a:lnTo>
                  <a:lnTo>
                    <a:pt x="917674" y="121588"/>
                  </a:lnTo>
                  <a:lnTo>
                    <a:pt x="894003" y="128015"/>
                  </a:lnTo>
                  <a:lnTo>
                    <a:pt x="915720" y="156972"/>
                  </a:lnTo>
                  <a:lnTo>
                    <a:pt x="931319" y="152112"/>
                  </a:lnTo>
                  <a:lnTo>
                    <a:pt x="946502" y="145907"/>
                  </a:lnTo>
                  <a:lnTo>
                    <a:pt x="988999" y="119699"/>
                  </a:lnTo>
                  <a:lnTo>
                    <a:pt x="1018717" y="88392"/>
                  </a:lnTo>
                  <a:lnTo>
                    <a:pt x="1063474" y="88392"/>
                  </a:lnTo>
                  <a:lnTo>
                    <a:pt x="1053325" y="77257"/>
                  </a:lnTo>
                  <a:lnTo>
                    <a:pt x="1044752" y="64436"/>
                  </a:lnTo>
                  <a:lnTo>
                    <a:pt x="1039698" y="52189"/>
                  </a:lnTo>
                  <a:lnTo>
                    <a:pt x="1039609" y="51972"/>
                  </a:lnTo>
                  <a:lnTo>
                    <a:pt x="1037894" y="39877"/>
                  </a:lnTo>
                  <a:lnTo>
                    <a:pt x="1037894" y="18542"/>
                  </a:lnTo>
                  <a:close/>
                </a:path>
                <a:path w="2313305" h="287020">
                  <a:moveTo>
                    <a:pt x="1063474" y="88392"/>
                  </a:moveTo>
                  <a:lnTo>
                    <a:pt x="1018717" y="88392"/>
                  </a:lnTo>
                  <a:lnTo>
                    <a:pt x="1027024" y="98823"/>
                  </a:lnTo>
                  <a:lnTo>
                    <a:pt x="1062278" y="128524"/>
                  </a:lnTo>
                  <a:lnTo>
                    <a:pt x="1106498" y="151526"/>
                  </a:lnTo>
                  <a:lnTo>
                    <a:pt x="1121714" y="156718"/>
                  </a:lnTo>
                  <a:lnTo>
                    <a:pt x="1143431" y="128015"/>
                  </a:lnTo>
                  <a:lnTo>
                    <a:pt x="1119565" y="121588"/>
                  </a:lnTo>
                  <a:lnTo>
                    <a:pt x="1098616" y="113172"/>
                  </a:lnTo>
                  <a:lnTo>
                    <a:pt x="1080548" y="102780"/>
                  </a:lnTo>
                  <a:lnTo>
                    <a:pt x="1065483" y="90550"/>
                  </a:lnTo>
                  <a:lnTo>
                    <a:pt x="1063474" y="88392"/>
                  </a:lnTo>
                  <a:close/>
                </a:path>
                <a:path w="2313305" h="287020">
                  <a:moveTo>
                    <a:pt x="1932228" y="13335"/>
                  </a:moveTo>
                  <a:lnTo>
                    <a:pt x="1790496" y="13335"/>
                  </a:lnTo>
                  <a:lnTo>
                    <a:pt x="1790496" y="156972"/>
                  </a:lnTo>
                  <a:lnTo>
                    <a:pt x="1834694" y="156731"/>
                  </a:lnTo>
                  <a:lnTo>
                    <a:pt x="1874523" y="156003"/>
                  </a:lnTo>
                  <a:lnTo>
                    <a:pt x="1909993" y="154775"/>
                  </a:lnTo>
                  <a:lnTo>
                    <a:pt x="1941118" y="153035"/>
                  </a:lnTo>
                  <a:lnTo>
                    <a:pt x="1939405" y="125857"/>
                  </a:lnTo>
                  <a:lnTo>
                    <a:pt x="1827453" y="125857"/>
                  </a:lnTo>
                  <a:lnTo>
                    <a:pt x="1827453" y="99949"/>
                  </a:lnTo>
                  <a:lnTo>
                    <a:pt x="1920671" y="99949"/>
                  </a:lnTo>
                  <a:lnTo>
                    <a:pt x="1920671" y="70358"/>
                  </a:lnTo>
                  <a:lnTo>
                    <a:pt x="1827453" y="70358"/>
                  </a:lnTo>
                  <a:lnTo>
                    <a:pt x="1827453" y="44450"/>
                  </a:lnTo>
                  <a:lnTo>
                    <a:pt x="1932228" y="44450"/>
                  </a:lnTo>
                  <a:lnTo>
                    <a:pt x="1932228" y="13335"/>
                  </a:lnTo>
                  <a:close/>
                </a:path>
                <a:path w="2313305" h="287020">
                  <a:moveTo>
                    <a:pt x="1939213" y="122809"/>
                  </a:moveTo>
                  <a:lnTo>
                    <a:pt x="1917661" y="124142"/>
                  </a:lnTo>
                  <a:lnTo>
                    <a:pt x="1891858" y="125095"/>
                  </a:lnTo>
                  <a:lnTo>
                    <a:pt x="1861793" y="125666"/>
                  </a:lnTo>
                  <a:lnTo>
                    <a:pt x="1827453" y="125857"/>
                  </a:lnTo>
                  <a:lnTo>
                    <a:pt x="1939405" y="125857"/>
                  </a:lnTo>
                  <a:lnTo>
                    <a:pt x="1939297" y="124142"/>
                  </a:lnTo>
                  <a:lnTo>
                    <a:pt x="1939213" y="122809"/>
                  </a:lnTo>
                  <a:close/>
                </a:path>
                <a:path w="2313305" h="287020">
                  <a:moveTo>
                    <a:pt x="530860" y="12192"/>
                  </a:moveTo>
                  <a:lnTo>
                    <a:pt x="326072" y="12192"/>
                  </a:lnTo>
                  <a:lnTo>
                    <a:pt x="326072" y="43561"/>
                  </a:lnTo>
                  <a:lnTo>
                    <a:pt x="530860" y="43561"/>
                  </a:lnTo>
                  <a:lnTo>
                    <a:pt x="530860" y="12192"/>
                  </a:lnTo>
                  <a:close/>
                </a:path>
                <a:path w="2313305" h="287020">
                  <a:moveTo>
                    <a:pt x="1579295" y="6096"/>
                  </a:moveTo>
                  <a:lnTo>
                    <a:pt x="1543481" y="6096"/>
                  </a:lnTo>
                  <a:lnTo>
                    <a:pt x="1543481" y="33147"/>
                  </a:lnTo>
                  <a:lnTo>
                    <a:pt x="1542366" y="46031"/>
                  </a:lnTo>
                  <a:lnTo>
                    <a:pt x="1524558" y="84836"/>
                  </a:lnTo>
                  <a:lnTo>
                    <a:pt x="1487893" y="115250"/>
                  </a:lnTo>
                  <a:lnTo>
                    <a:pt x="1472107" y="123062"/>
                  </a:lnTo>
                  <a:lnTo>
                    <a:pt x="1496999" y="148717"/>
                  </a:lnTo>
                  <a:lnTo>
                    <a:pt x="1535480" y="121412"/>
                  </a:lnTo>
                  <a:lnTo>
                    <a:pt x="1562658" y="87502"/>
                  </a:lnTo>
                  <a:lnTo>
                    <a:pt x="1605701" y="87502"/>
                  </a:lnTo>
                  <a:lnTo>
                    <a:pt x="1580577" y="46031"/>
                  </a:lnTo>
                  <a:lnTo>
                    <a:pt x="1579295" y="33147"/>
                  </a:lnTo>
                  <a:lnTo>
                    <a:pt x="1579295" y="6096"/>
                  </a:lnTo>
                  <a:close/>
                </a:path>
                <a:path w="2313305" h="287020">
                  <a:moveTo>
                    <a:pt x="1722043" y="0"/>
                  </a:moveTo>
                  <a:lnTo>
                    <a:pt x="1685467" y="0"/>
                  </a:lnTo>
                  <a:lnTo>
                    <a:pt x="1685467" y="44450"/>
                  </a:lnTo>
                  <a:lnTo>
                    <a:pt x="1624507" y="44450"/>
                  </a:lnTo>
                  <a:lnTo>
                    <a:pt x="1624507" y="74675"/>
                  </a:lnTo>
                  <a:lnTo>
                    <a:pt x="1685467" y="74675"/>
                  </a:lnTo>
                  <a:lnTo>
                    <a:pt x="1685467" y="144145"/>
                  </a:lnTo>
                  <a:lnTo>
                    <a:pt x="1722043" y="144145"/>
                  </a:lnTo>
                  <a:lnTo>
                    <a:pt x="1722043" y="0"/>
                  </a:lnTo>
                  <a:close/>
                </a:path>
                <a:path w="2313305" h="287020">
                  <a:moveTo>
                    <a:pt x="1605701" y="87502"/>
                  </a:moveTo>
                  <a:lnTo>
                    <a:pt x="1562658" y="87502"/>
                  </a:lnTo>
                  <a:lnTo>
                    <a:pt x="1574396" y="102217"/>
                  </a:lnTo>
                  <a:lnTo>
                    <a:pt x="1589027" y="116062"/>
                  </a:lnTo>
                  <a:lnTo>
                    <a:pt x="1606539" y="129026"/>
                  </a:lnTo>
                  <a:lnTo>
                    <a:pt x="1626920" y="141097"/>
                  </a:lnTo>
                  <a:lnTo>
                    <a:pt x="1649145" y="112775"/>
                  </a:lnTo>
                  <a:lnTo>
                    <a:pt x="1635120" y="107539"/>
                  </a:lnTo>
                  <a:lnTo>
                    <a:pt x="1622190" y="100599"/>
                  </a:lnTo>
                  <a:lnTo>
                    <a:pt x="1610355" y="91969"/>
                  </a:lnTo>
                  <a:lnTo>
                    <a:pt x="1605701" y="87502"/>
                  </a:lnTo>
                  <a:close/>
                </a:path>
                <a:path w="2313305" h="287020">
                  <a:moveTo>
                    <a:pt x="2313228" y="0"/>
                  </a:moveTo>
                  <a:lnTo>
                    <a:pt x="2276271" y="0"/>
                  </a:lnTo>
                  <a:lnTo>
                    <a:pt x="2276271" y="287020"/>
                  </a:lnTo>
                  <a:lnTo>
                    <a:pt x="2313228" y="287020"/>
                  </a:lnTo>
                  <a:lnTo>
                    <a:pt x="2313228" y="0"/>
                  </a:lnTo>
                  <a:close/>
                </a:path>
                <a:path w="2313305" h="287020">
                  <a:moveTo>
                    <a:pt x="2013000" y="0"/>
                  </a:moveTo>
                  <a:lnTo>
                    <a:pt x="1976424" y="0"/>
                  </a:lnTo>
                  <a:lnTo>
                    <a:pt x="1976424" y="162560"/>
                  </a:lnTo>
                  <a:lnTo>
                    <a:pt x="2013000" y="162560"/>
                  </a:lnTo>
                  <a:lnTo>
                    <a:pt x="201300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7363" y="445643"/>
              <a:ext cx="1372108" cy="2560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26941" y="387476"/>
              <a:ext cx="1391920" cy="287020"/>
            </a:xfrm>
            <a:custGeom>
              <a:avLst/>
              <a:gdLst/>
              <a:ahLst/>
              <a:cxnLst/>
              <a:rect l="l" t="t" r="r" b="b"/>
              <a:pathLst>
                <a:path w="1391920" h="287020">
                  <a:moveTo>
                    <a:pt x="105791" y="240919"/>
                  </a:moveTo>
                  <a:lnTo>
                    <a:pt x="105664" y="238379"/>
                  </a:lnTo>
                  <a:lnTo>
                    <a:pt x="105156" y="234315"/>
                  </a:lnTo>
                  <a:lnTo>
                    <a:pt x="104902" y="232664"/>
                  </a:lnTo>
                  <a:lnTo>
                    <a:pt x="104394" y="231521"/>
                  </a:lnTo>
                  <a:lnTo>
                    <a:pt x="103886" y="230251"/>
                  </a:lnTo>
                  <a:lnTo>
                    <a:pt x="103251" y="229362"/>
                  </a:lnTo>
                  <a:lnTo>
                    <a:pt x="102489" y="228854"/>
                  </a:lnTo>
                  <a:lnTo>
                    <a:pt x="101727" y="228219"/>
                  </a:lnTo>
                  <a:lnTo>
                    <a:pt x="100838" y="227965"/>
                  </a:lnTo>
                  <a:lnTo>
                    <a:pt x="39243" y="227965"/>
                  </a:lnTo>
                  <a:lnTo>
                    <a:pt x="39243" y="72009"/>
                  </a:lnTo>
                  <a:lnTo>
                    <a:pt x="29210" y="67310"/>
                  </a:lnTo>
                  <a:lnTo>
                    <a:pt x="26670" y="66929"/>
                  </a:lnTo>
                  <a:lnTo>
                    <a:pt x="12700" y="66929"/>
                  </a:lnTo>
                  <a:lnTo>
                    <a:pt x="10160" y="67310"/>
                  </a:lnTo>
                  <a:lnTo>
                    <a:pt x="7620" y="67564"/>
                  </a:lnTo>
                  <a:lnTo>
                    <a:pt x="0" y="72009"/>
                  </a:lnTo>
                  <a:lnTo>
                    <a:pt x="0" y="252349"/>
                  </a:lnTo>
                  <a:lnTo>
                    <a:pt x="8382" y="260223"/>
                  </a:lnTo>
                  <a:lnTo>
                    <a:pt x="100838" y="260223"/>
                  </a:lnTo>
                  <a:lnTo>
                    <a:pt x="101727" y="259969"/>
                  </a:lnTo>
                  <a:lnTo>
                    <a:pt x="102489" y="259334"/>
                  </a:lnTo>
                  <a:lnTo>
                    <a:pt x="103251" y="258826"/>
                  </a:lnTo>
                  <a:lnTo>
                    <a:pt x="103886" y="257810"/>
                  </a:lnTo>
                  <a:lnTo>
                    <a:pt x="104394" y="256540"/>
                  </a:lnTo>
                  <a:lnTo>
                    <a:pt x="104800" y="255397"/>
                  </a:lnTo>
                  <a:lnTo>
                    <a:pt x="104902" y="255143"/>
                  </a:lnTo>
                  <a:lnTo>
                    <a:pt x="105156" y="253492"/>
                  </a:lnTo>
                  <a:lnTo>
                    <a:pt x="105664" y="249428"/>
                  </a:lnTo>
                  <a:lnTo>
                    <a:pt x="105791" y="246888"/>
                  </a:lnTo>
                  <a:lnTo>
                    <a:pt x="105791" y="240919"/>
                  </a:lnTo>
                  <a:close/>
                </a:path>
                <a:path w="1391920" h="287020">
                  <a:moveTo>
                    <a:pt x="220091" y="240919"/>
                  </a:moveTo>
                  <a:lnTo>
                    <a:pt x="219964" y="238379"/>
                  </a:lnTo>
                  <a:lnTo>
                    <a:pt x="219456" y="234315"/>
                  </a:lnTo>
                  <a:lnTo>
                    <a:pt x="219202" y="232664"/>
                  </a:lnTo>
                  <a:lnTo>
                    <a:pt x="218694" y="231521"/>
                  </a:lnTo>
                  <a:lnTo>
                    <a:pt x="218186" y="230251"/>
                  </a:lnTo>
                  <a:lnTo>
                    <a:pt x="217551" y="229362"/>
                  </a:lnTo>
                  <a:lnTo>
                    <a:pt x="216789" y="228854"/>
                  </a:lnTo>
                  <a:lnTo>
                    <a:pt x="216027" y="228219"/>
                  </a:lnTo>
                  <a:lnTo>
                    <a:pt x="215138" y="227965"/>
                  </a:lnTo>
                  <a:lnTo>
                    <a:pt x="153543" y="227965"/>
                  </a:lnTo>
                  <a:lnTo>
                    <a:pt x="153543" y="72009"/>
                  </a:lnTo>
                  <a:lnTo>
                    <a:pt x="143510" y="67310"/>
                  </a:lnTo>
                  <a:lnTo>
                    <a:pt x="140970" y="66929"/>
                  </a:lnTo>
                  <a:lnTo>
                    <a:pt x="127000" y="66929"/>
                  </a:lnTo>
                  <a:lnTo>
                    <a:pt x="124460" y="67310"/>
                  </a:lnTo>
                  <a:lnTo>
                    <a:pt x="121920" y="67564"/>
                  </a:lnTo>
                  <a:lnTo>
                    <a:pt x="114300" y="72009"/>
                  </a:lnTo>
                  <a:lnTo>
                    <a:pt x="114300" y="252349"/>
                  </a:lnTo>
                  <a:lnTo>
                    <a:pt x="122682" y="260223"/>
                  </a:lnTo>
                  <a:lnTo>
                    <a:pt x="215138" y="260223"/>
                  </a:lnTo>
                  <a:lnTo>
                    <a:pt x="216027" y="259969"/>
                  </a:lnTo>
                  <a:lnTo>
                    <a:pt x="216789" y="259334"/>
                  </a:lnTo>
                  <a:lnTo>
                    <a:pt x="217551" y="258826"/>
                  </a:lnTo>
                  <a:lnTo>
                    <a:pt x="218186" y="257810"/>
                  </a:lnTo>
                  <a:lnTo>
                    <a:pt x="218694" y="256540"/>
                  </a:lnTo>
                  <a:lnTo>
                    <a:pt x="219100" y="255397"/>
                  </a:lnTo>
                  <a:lnTo>
                    <a:pt x="219202" y="255143"/>
                  </a:lnTo>
                  <a:lnTo>
                    <a:pt x="219456" y="253492"/>
                  </a:lnTo>
                  <a:lnTo>
                    <a:pt x="219964" y="249428"/>
                  </a:lnTo>
                  <a:lnTo>
                    <a:pt x="220091" y="246888"/>
                  </a:lnTo>
                  <a:lnTo>
                    <a:pt x="220091" y="240919"/>
                  </a:lnTo>
                  <a:close/>
                </a:path>
                <a:path w="1391920" h="287020">
                  <a:moveTo>
                    <a:pt x="462534" y="80899"/>
                  </a:moveTo>
                  <a:lnTo>
                    <a:pt x="462381" y="79629"/>
                  </a:lnTo>
                  <a:lnTo>
                    <a:pt x="462280" y="78613"/>
                  </a:lnTo>
                  <a:lnTo>
                    <a:pt x="461010" y="74803"/>
                  </a:lnTo>
                  <a:lnTo>
                    <a:pt x="449834" y="67691"/>
                  </a:lnTo>
                  <a:lnTo>
                    <a:pt x="417068" y="67691"/>
                  </a:lnTo>
                  <a:lnTo>
                    <a:pt x="398526" y="79629"/>
                  </a:lnTo>
                  <a:lnTo>
                    <a:pt x="397002" y="82423"/>
                  </a:lnTo>
                  <a:lnTo>
                    <a:pt x="395693" y="85725"/>
                  </a:lnTo>
                  <a:lnTo>
                    <a:pt x="395605" y="85979"/>
                  </a:lnTo>
                  <a:lnTo>
                    <a:pt x="394284" y="89916"/>
                  </a:lnTo>
                  <a:lnTo>
                    <a:pt x="351155" y="204597"/>
                  </a:lnTo>
                  <a:lnTo>
                    <a:pt x="350520" y="204597"/>
                  </a:lnTo>
                  <a:lnTo>
                    <a:pt x="311861" y="98171"/>
                  </a:lnTo>
                  <a:lnTo>
                    <a:pt x="308952" y="90170"/>
                  </a:lnTo>
                  <a:lnTo>
                    <a:pt x="308864" y="89916"/>
                  </a:lnTo>
                  <a:lnTo>
                    <a:pt x="307670" y="85979"/>
                  </a:lnTo>
                  <a:lnTo>
                    <a:pt x="307594" y="85725"/>
                  </a:lnTo>
                  <a:lnTo>
                    <a:pt x="306285" y="82423"/>
                  </a:lnTo>
                  <a:lnTo>
                    <a:pt x="296456" y="70866"/>
                  </a:lnTo>
                  <a:lnTo>
                    <a:pt x="296595" y="70866"/>
                  </a:lnTo>
                  <a:lnTo>
                    <a:pt x="293497" y="69596"/>
                  </a:lnTo>
                  <a:lnTo>
                    <a:pt x="286893" y="68072"/>
                  </a:lnTo>
                  <a:lnTo>
                    <a:pt x="283083" y="67691"/>
                  </a:lnTo>
                  <a:lnTo>
                    <a:pt x="248412" y="67691"/>
                  </a:lnTo>
                  <a:lnTo>
                    <a:pt x="244856" y="69088"/>
                  </a:lnTo>
                  <a:lnTo>
                    <a:pt x="239522" y="74422"/>
                  </a:lnTo>
                  <a:lnTo>
                    <a:pt x="238125" y="78232"/>
                  </a:lnTo>
                  <a:lnTo>
                    <a:pt x="238150" y="256032"/>
                  </a:lnTo>
                  <a:lnTo>
                    <a:pt x="238379" y="256794"/>
                  </a:lnTo>
                  <a:lnTo>
                    <a:pt x="239014" y="257556"/>
                  </a:lnTo>
                  <a:lnTo>
                    <a:pt x="239522" y="258445"/>
                  </a:lnTo>
                  <a:lnTo>
                    <a:pt x="240538" y="259080"/>
                  </a:lnTo>
                  <a:lnTo>
                    <a:pt x="241935" y="259588"/>
                  </a:lnTo>
                  <a:lnTo>
                    <a:pt x="245706" y="260604"/>
                  </a:lnTo>
                  <a:lnTo>
                    <a:pt x="246430" y="260604"/>
                  </a:lnTo>
                  <a:lnTo>
                    <a:pt x="250063" y="260985"/>
                  </a:lnTo>
                  <a:lnTo>
                    <a:pt x="263271" y="260985"/>
                  </a:lnTo>
                  <a:lnTo>
                    <a:pt x="266788" y="260604"/>
                  </a:lnTo>
                  <a:lnTo>
                    <a:pt x="267487" y="260604"/>
                  </a:lnTo>
                  <a:lnTo>
                    <a:pt x="271272" y="259588"/>
                  </a:lnTo>
                  <a:lnTo>
                    <a:pt x="272796" y="259080"/>
                  </a:lnTo>
                  <a:lnTo>
                    <a:pt x="273812" y="258445"/>
                  </a:lnTo>
                  <a:lnTo>
                    <a:pt x="274320" y="257556"/>
                  </a:lnTo>
                  <a:lnTo>
                    <a:pt x="274955" y="256794"/>
                  </a:lnTo>
                  <a:lnTo>
                    <a:pt x="275170" y="256032"/>
                  </a:lnTo>
                  <a:lnTo>
                    <a:pt x="275209" y="98171"/>
                  </a:lnTo>
                  <a:lnTo>
                    <a:pt x="275463" y="98171"/>
                  </a:lnTo>
                  <a:lnTo>
                    <a:pt x="329298" y="254762"/>
                  </a:lnTo>
                  <a:lnTo>
                    <a:pt x="329780" y="256032"/>
                  </a:lnTo>
                  <a:lnTo>
                    <a:pt x="330327" y="256794"/>
                  </a:lnTo>
                  <a:lnTo>
                    <a:pt x="331216" y="257556"/>
                  </a:lnTo>
                  <a:lnTo>
                    <a:pt x="332105" y="258445"/>
                  </a:lnTo>
                  <a:lnTo>
                    <a:pt x="333248" y="259080"/>
                  </a:lnTo>
                  <a:lnTo>
                    <a:pt x="336296" y="260096"/>
                  </a:lnTo>
                  <a:lnTo>
                    <a:pt x="338328" y="260604"/>
                  </a:lnTo>
                  <a:lnTo>
                    <a:pt x="341934" y="260985"/>
                  </a:lnTo>
                  <a:lnTo>
                    <a:pt x="359613" y="260985"/>
                  </a:lnTo>
                  <a:lnTo>
                    <a:pt x="361645" y="260604"/>
                  </a:lnTo>
                  <a:lnTo>
                    <a:pt x="361950" y="260604"/>
                  </a:lnTo>
                  <a:lnTo>
                    <a:pt x="364998" y="259588"/>
                  </a:lnTo>
                  <a:lnTo>
                    <a:pt x="365150" y="259588"/>
                  </a:lnTo>
                  <a:lnTo>
                    <a:pt x="366522" y="258826"/>
                  </a:lnTo>
                  <a:lnTo>
                    <a:pt x="367411" y="257937"/>
                  </a:lnTo>
                  <a:lnTo>
                    <a:pt x="368427" y="257175"/>
                  </a:lnTo>
                  <a:lnTo>
                    <a:pt x="369062" y="256032"/>
                  </a:lnTo>
                  <a:lnTo>
                    <a:pt x="369443" y="254762"/>
                  </a:lnTo>
                  <a:lnTo>
                    <a:pt x="387299" y="204597"/>
                  </a:lnTo>
                  <a:lnTo>
                    <a:pt x="425196" y="98171"/>
                  </a:lnTo>
                  <a:lnTo>
                    <a:pt x="425577" y="98171"/>
                  </a:lnTo>
                  <a:lnTo>
                    <a:pt x="425602" y="256032"/>
                  </a:lnTo>
                  <a:lnTo>
                    <a:pt x="425831" y="256794"/>
                  </a:lnTo>
                  <a:lnTo>
                    <a:pt x="426466" y="257556"/>
                  </a:lnTo>
                  <a:lnTo>
                    <a:pt x="426974" y="258445"/>
                  </a:lnTo>
                  <a:lnTo>
                    <a:pt x="427990" y="259080"/>
                  </a:lnTo>
                  <a:lnTo>
                    <a:pt x="429387" y="259588"/>
                  </a:lnTo>
                  <a:lnTo>
                    <a:pt x="433158" y="260604"/>
                  </a:lnTo>
                  <a:lnTo>
                    <a:pt x="433857" y="260604"/>
                  </a:lnTo>
                  <a:lnTo>
                    <a:pt x="437388" y="260985"/>
                  </a:lnTo>
                  <a:lnTo>
                    <a:pt x="450723" y="260985"/>
                  </a:lnTo>
                  <a:lnTo>
                    <a:pt x="454240" y="260604"/>
                  </a:lnTo>
                  <a:lnTo>
                    <a:pt x="454939" y="260604"/>
                  </a:lnTo>
                  <a:lnTo>
                    <a:pt x="458724" y="259588"/>
                  </a:lnTo>
                  <a:lnTo>
                    <a:pt x="460248" y="259080"/>
                  </a:lnTo>
                  <a:lnTo>
                    <a:pt x="461264" y="258445"/>
                  </a:lnTo>
                  <a:lnTo>
                    <a:pt x="461772" y="257556"/>
                  </a:lnTo>
                  <a:lnTo>
                    <a:pt x="462280" y="256794"/>
                  </a:lnTo>
                  <a:lnTo>
                    <a:pt x="462495" y="256032"/>
                  </a:lnTo>
                  <a:lnTo>
                    <a:pt x="462534" y="98171"/>
                  </a:lnTo>
                  <a:lnTo>
                    <a:pt x="462534" y="80899"/>
                  </a:lnTo>
                  <a:close/>
                </a:path>
                <a:path w="1391920" h="287020">
                  <a:moveTo>
                    <a:pt x="783844" y="252349"/>
                  </a:moveTo>
                  <a:lnTo>
                    <a:pt x="625983" y="252349"/>
                  </a:lnTo>
                  <a:lnTo>
                    <a:pt x="625983" y="236220"/>
                  </a:lnTo>
                  <a:lnTo>
                    <a:pt x="776859" y="236220"/>
                  </a:lnTo>
                  <a:lnTo>
                    <a:pt x="776859" y="163449"/>
                  </a:lnTo>
                  <a:lnTo>
                    <a:pt x="588772" y="163449"/>
                  </a:lnTo>
                  <a:lnTo>
                    <a:pt x="588772" y="193167"/>
                  </a:lnTo>
                  <a:lnTo>
                    <a:pt x="739648" y="193167"/>
                  </a:lnTo>
                  <a:lnTo>
                    <a:pt x="739648" y="209042"/>
                  </a:lnTo>
                  <a:lnTo>
                    <a:pt x="588772" y="209042"/>
                  </a:lnTo>
                  <a:lnTo>
                    <a:pt x="588772" y="282194"/>
                  </a:lnTo>
                  <a:lnTo>
                    <a:pt x="783844" y="282194"/>
                  </a:lnTo>
                  <a:lnTo>
                    <a:pt x="783844" y="252349"/>
                  </a:lnTo>
                  <a:close/>
                </a:path>
                <a:path w="1391920" h="287020">
                  <a:moveTo>
                    <a:pt x="805434" y="69723"/>
                  </a:moveTo>
                  <a:lnTo>
                    <a:pt x="764184" y="62788"/>
                  </a:lnTo>
                  <a:lnTo>
                    <a:pt x="717842" y="40195"/>
                  </a:lnTo>
                  <a:lnTo>
                    <a:pt x="701294" y="13716"/>
                  </a:lnTo>
                  <a:lnTo>
                    <a:pt x="701294" y="1778"/>
                  </a:lnTo>
                  <a:lnTo>
                    <a:pt x="664337" y="1778"/>
                  </a:lnTo>
                  <a:lnTo>
                    <a:pt x="664337" y="13716"/>
                  </a:lnTo>
                  <a:lnTo>
                    <a:pt x="662533" y="22580"/>
                  </a:lnTo>
                  <a:lnTo>
                    <a:pt x="620293" y="56388"/>
                  </a:lnTo>
                  <a:lnTo>
                    <a:pt x="581787" y="66929"/>
                  </a:lnTo>
                  <a:lnTo>
                    <a:pt x="581329" y="66929"/>
                  </a:lnTo>
                  <a:lnTo>
                    <a:pt x="559816" y="69469"/>
                  </a:lnTo>
                  <a:lnTo>
                    <a:pt x="579628" y="97155"/>
                  </a:lnTo>
                  <a:lnTo>
                    <a:pt x="612521" y="89992"/>
                  </a:lnTo>
                  <a:lnTo>
                    <a:pt x="640727" y="79743"/>
                  </a:lnTo>
                  <a:lnTo>
                    <a:pt x="664184" y="66421"/>
                  </a:lnTo>
                  <a:lnTo>
                    <a:pt x="682879" y="50038"/>
                  </a:lnTo>
                  <a:lnTo>
                    <a:pt x="702856" y="66929"/>
                  </a:lnTo>
                  <a:lnTo>
                    <a:pt x="727011" y="80441"/>
                  </a:lnTo>
                  <a:lnTo>
                    <a:pt x="755345" y="90601"/>
                  </a:lnTo>
                  <a:lnTo>
                    <a:pt x="787908" y="97409"/>
                  </a:lnTo>
                  <a:lnTo>
                    <a:pt x="805434" y="69723"/>
                  </a:lnTo>
                  <a:close/>
                </a:path>
                <a:path w="1391920" h="287020">
                  <a:moveTo>
                    <a:pt x="816102" y="116967"/>
                  </a:moveTo>
                  <a:lnTo>
                    <a:pt x="701548" y="116967"/>
                  </a:lnTo>
                  <a:lnTo>
                    <a:pt x="701548" y="84963"/>
                  </a:lnTo>
                  <a:lnTo>
                    <a:pt x="664083" y="84963"/>
                  </a:lnTo>
                  <a:lnTo>
                    <a:pt x="664083" y="116967"/>
                  </a:lnTo>
                  <a:lnTo>
                    <a:pt x="549783" y="116967"/>
                  </a:lnTo>
                  <a:lnTo>
                    <a:pt x="549783" y="147447"/>
                  </a:lnTo>
                  <a:lnTo>
                    <a:pt x="816102" y="147447"/>
                  </a:lnTo>
                  <a:lnTo>
                    <a:pt x="816102" y="116967"/>
                  </a:lnTo>
                  <a:close/>
                </a:path>
                <a:path w="1391920" h="287020">
                  <a:moveTo>
                    <a:pt x="1076325" y="108458"/>
                  </a:moveTo>
                  <a:lnTo>
                    <a:pt x="923290" y="108458"/>
                  </a:lnTo>
                  <a:lnTo>
                    <a:pt x="923290" y="88646"/>
                  </a:lnTo>
                  <a:lnTo>
                    <a:pt x="1070229" y="88646"/>
                  </a:lnTo>
                  <a:lnTo>
                    <a:pt x="1070229" y="8763"/>
                  </a:lnTo>
                  <a:lnTo>
                    <a:pt x="886206" y="8763"/>
                  </a:lnTo>
                  <a:lnTo>
                    <a:pt x="886206" y="40132"/>
                  </a:lnTo>
                  <a:lnTo>
                    <a:pt x="1033145" y="40132"/>
                  </a:lnTo>
                  <a:lnTo>
                    <a:pt x="1033145" y="59055"/>
                  </a:lnTo>
                  <a:lnTo>
                    <a:pt x="886206" y="59055"/>
                  </a:lnTo>
                  <a:lnTo>
                    <a:pt x="886206" y="139827"/>
                  </a:lnTo>
                  <a:lnTo>
                    <a:pt x="1076325" y="139827"/>
                  </a:lnTo>
                  <a:lnTo>
                    <a:pt x="1076325" y="108458"/>
                  </a:lnTo>
                  <a:close/>
                </a:path>
                <a:path w="1391920" h="287020">
                  <a:moveTo>
                    <a:pt x="1111377" y="161798"/>
                  </a:moveTo>
                  <a:lnTo>
                    <a:pt x="845058" y="161798"/>
                  </a:lnTo>
                  <a:lnTo>
                    <a:pt x="845058" y="193421"/>
                  </a:lnTo>
                  <a:lnTo>
                    <a:pt x="959358" y="193421"/>
                  </a:lnTo>
                  <a:lnTo>
                    <a:pt x="959358" y="287020"/>
                  </a:lnTo>
                  <a:lnTo>
                    <a:pt x="996823" y="287020"/>
                  </a:lnTo>
                  <a:lnTo>
                    <a:pt x="996823" y="193421"/>
                  </a:lnTo>
                  <a:lnTo>
                    <a:pt x="1111377" y="193421"/>
                  </a:lnTo>
                  <a:lnTo>
                    <a:pt x="1111377" y="161798"/>
                  </a:lnTo>
                  <a:close/>
                </a:path>
                <a:path w="1391920" h="287020">
                  <a:moveTo>
                    <a:pt x="1315847" y="137541"/>
                  </a:moveTo>
                  <a:lnTo>
                    <a:pt x="1276375" y="115976"/>
                  </a:lnTo>
                  <a:lnTo>
                    <a:pt x="1249705" y="79654"/>
                  </a:lnTo>
                  <a:lnTo>
                    <a:pt x="1244473" y="12192"/>
                  </a:lnTo>
                  <a:lnTo>
                    <a:pt x="1207135" y="12192"/>
                  </a:lnTo>
                  <a:lnTo>
                    <a:pt x="1207135" y="53848"/>
                  </a:lnTo>
                  <a:lnTo>
                    <a:pt x="1205966" y="66395"/>
                  </a:lnTo>
                  <a:lnTo>
                    <a:pt x="1205852" y="67640"/>
                  </a:lnTo>
                  <a:lnTo>
                    <a:pt x="1186815" y="108458"/>
                  </a:lnTo>
                  <a:lnTo>
                    <a:pt x="1150239" y="141376"/>
                  </a:lnTo>
                  <a:lnTo>
                    <a:pt x="1135380" y="148971"/>
                  </a:lnTo>
                  <a:lnTo>
                    <a:pt x="1162558" y="175895"/>
                  </a:lnTo>
                  <a:lnTo>
                    <a:pt x="1197864" y="147066"/>
                  </a:lnTo>
                  <a:lnTo>
                    <a:pt x="1226566" y="109601"/>
                  </a:lnTo>
                  <a:lnTo>
                    <a:pt x="1239659" y="127419"/>
                  </a:lnTo>
                  <a:lnTo>
                    <a:pt x="1254950" y="142963"/>
                  </a:lnTo>
                  <a:lnTo>
                    <a:pt x="1272425" y="156235"/>
                  </a:lnTo>
                  <a:lnTo>
                    <a:pt x="1292098" y="167259"/>
                  </a:lnTo>
                  <a:lnTo>
                    <a:pt x="1315847" y="137541"/>
                  </a:lnTo>
                  <a:close/>
                </a:path>
                <a:path w="1391920" h="287020">
                  <a:moveTo>
                    <a:pt x="1385951" y="0"/>
                  </a:moveTo>
                  <a:lnTo>
                    <a:pt x="1349375" y="0"/>
                  </a:lnTo>
                  <a:lnTo>
                    <a:pt x="1349375" y="32258"/>
                  </a:lnTo>
                  <a:lnTo>
                    <a:pt x="1292987" y="32258"/>
                  </a:lnTo>
                  <a:lnTo>
                    <a:pt x="1292987" y="62230"/>
                  </a:lnTo>
                  <a:lnTo>
                    <a:pt x="1349375" y="62230"/>
                  </a:lnTo>
                  <a:lnTo>
                    <a:pt x="1349375" y="85217"/>
                  </a:lnTo>
                  <a:lnTo>
                    <a:pt x="1292987" y="85217"/>
                  </a:lnTo>
                  <a:lnTo>
                    <a:pt x="1292987" y="115189"/>
                  </a:lnTo>
                  <a:lnTo>
                    <a:pt x="1349375" y="115189"/>
                  </a:lnTo>
                  <a:lnTo>
                    <a:pt x="1349375" y="205359"/>
                  </a:lnTo>
                  <a:lnTo>
                    <a:pt x="1385951" y="205359"/>
                  </a:lnTo>
                  <a:lnTo>
                    <a:pt x="1385951" y="0"/>
                  </a:lnTo>
                  <a:close/>
                </a:path>
                <a:path w="1391920" h="287020">
                  <a:moveTo>
                    <a:pt x="1391539" y="245745"/>
                  </a:moveTo>
                  <a:lnTo>
                    <a:pt x="1237996" y="245745"/>
                  </a:lnTo>
                  <a:lnTo>
                    <a:pt x="1237996" y="179197"/>
                  </a:lnTo>
                  <a:lnTo>
                    <a:pt x="1200658" y="179197"/>
                  </a:lnTo>
                  <a:lnTo>
                    <a:pt x="1200658" y="277114"/>
                  </a:lnTo>
                  <a:lnTo>
                    <a:pt x="1391539" y="277114"/>
                  </a:lnTo>
                  <a:lnTo>
                    <a:pt x="1391539" y="245745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19137" y="1255522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59" h="35559">
                <a:moveTo>
                  <a:pt x="22529" y="0"/>
                </a:moveTo>
                <a:lnTo>
                  <a:pt x="17653" y="0"/>
                </a:lnTo>
                <a:lnTo>
                  <a:pt x="12814" y="0"/>
                </a:lnTo>
                <a:lnTo>
                  <a:pt x="8661" y="1777"/>
                </a:lnTo>
                <a:lnTo>
                  <a:pt x="1727" y="8636"/>
                </a:lnTo>
                <a:lnTo>
                  <a:pt x="0" y="12826"/>
                </a:lnTo>
                <a:lnTo>
                  <a:pt x="0" y="22478"/>
                </a:lnTo>
                <a:lnTo>
                  <a:pt x="1727" y="26669"/>
                </a:lnTo>
                <a:lnTo>
                  <a:pt x="5194" y="30225"/>
                </a:lnTo>
                <a:lnTo>
                  <a:pt x="8661" y="33654"/>
                </a:lnTo>
                <a:lnTo>
                  <a:pt x="12814" y="35432"/>
                </a:lnTo>
                <a:lnTo>
                  <a:pt x="22529" y="35432"/>
                </a:lnTo>
                <a:lnTo>
                  <a:pt x="26708" y="33654"/>
                </a:lnTo>
                <a:lnTo>
                  <a:pt x="30175" y="30225"/>
                </a:lnTo>
                <a:lnTo>
                  <a:pt x="33642" y="26669"/>
                </a:lnTo>
                <a:lnTo>
                  <a:pt x="35369" y="22478"/>
                </a:lnTo>
                <a:lnTo>
                  <a:pt x="35369" y="12826"/>
                </a:lnTo>
                <a:lnTo>
                  <a:pt x="33642" y="8636"/>
                </a:lnTo>
                <a:lnTo>
                  <a:pt x="26708" y="1777"/>
                </a:lnTo>
                <a:lnTo>
                  <a:pt x="22529" y="0"/>
                </a:lnTo>
                <a:close/>
              </a:path>
            </a:pathLst>
          </a:custGeom>
          <a:solidFill>
            <a:srgbClr val="0C519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1114425"/>
            <a:ext cx="952500" cy="28575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31227" y="1478470"/>
            <a:ext cx="10897870" cy="52133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350" spc="-10" dirty="0">
                <a:latin typeface="Malgun Gothic"/>
                <a:cs typeface="Malgun Gothic"/>
              </a:rPr>
              <a:t>한국어에</a:t>
            </a:r>
            <a:r>
              <a:rPr sz="1350" spc="-2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강한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언어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생성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모델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b="1" spc="-20" dirty="0">
                <a:latin typeface="Calibri"/>
                <a:cs typeface="Calibri"/>
              </a:rPr>
              <a:t>MAAL</a:t>
            </a:r>
            <a:r>
              <a:rPr sz="1350" b="1" spc="-20" dirty="0">
                <a:latin typeface="Malgun Gothic"/>
                <a:cs typeface="Malgun Gothic"/>
              </a:rPr>
              <a:t>을</a:t>
            </a:r>
            <a:r>
              <a:rPr sz="1350" b="1" spc="-175" dirty="0">
                <a:latin typeface="Malgun Gothic"/>
                <a:cs typeface="Malgun Gothic"/>
              </a:rPr>
              <a:t> </a:t>
            </a:r>
            <a:r>
              <a:rPr sz="1350" b="1" spc="-10" dirty="0">
                <a:latin typeface="Malgun Gothic"/>
                <a:cs typeface="Malgun Gothic"/>
              </a:rPr>
              <a:t>기반으로</a:t>
            </a:r>
            <a:r>
              <a:rPr sz="1350" b="1" spc="-220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Calibri"/>
                <a:cs typeface="Calibri"/>
              </a:rPr>
              <a:t>On-</a:t>
            </a:r>
            <a:r>
              <a:rPr sz="1350" spc="-10" dirty="0">
                <a:latin typeface="Calibri"/>
                <a:cs typeface="Calibri"/>
              </a:rPr>
              <a:t>premise</a:t>
            </a:r>
            <a:r>
              <a:rPr sz="1350" dirty="0">
                <a:latin typeface="Calibri"/>
                <a:cs typeface="Calibri"/>
              </a:rPr>
              <a:t> LLM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Malgun Gothic"/>
                <a:cs typeface="Malgun Gothic"/>
              </a:rPr>
              <a:t>솔루션을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제공합니다</a:t>
            </a:r>
            <a:r>
              <a:rPr sz="1350" spc="-10" dirty="0">
                <a:latin typeface="Calibri"/>
                <a:cs typeface="Calibri"/>
              </a:rPr>
              <a:t>.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Malgun Gothic"/>
                <a:cs typeface="Malgun Gothic"/>
              </a:rPr>
              <a:t>다양한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파라미터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수의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모델</a:t>
            </a:r>
            <a:r>
              <a:rPr sz="1350" spc="-25" dirty="0">
                <a:latin typeface="Calibri"/>
                <a:cs typeface="Calibri"/>
              </a:rPr>
              <a:t>(8B-70B)</a:t>
            </a:r>
            <a:r>
              <a:rPr sz="1350" spc="-25" dirty="0">
                <a:latin typeface="Malgun Gothic"/>
                <a:cs typeface="Malgun Gothic"/>
              </a:rPr>
              <a:t>을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Malgun Gothic"/>
                <a:cs typeface="Malgun Gothic"/>
              </a:rPr>
              <a:t>기반으로</a:t>
            </a:r>
            <a:endParaRPr sz="135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350" spc="-10" dirty="0">
                <a:latin typeface="Malgun Gothic"/>
                <a:cs typeface="Malgun Gothic"/>
              </a:rPr>
              <a:t>고객의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니즈에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맞는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모델을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지원합니다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spc="-35" dirty="0">
                <a:latin typeface="Calibri"/>
                <a:cs typeface="Calibri"/>
              </a:rPr>
              <a:t>On-</a:t>
            </a:r>
            <a:r>
              <a:rPr sz="1350" spc="-20" dirty="0">
                <a:latin typeface="Calibri"/>
                <a:cs typeface="Calibri"/>
              </a:rPr>
              <a:t>premise</a:t>
            </a:r>
            <a:r>
              <a:rPr sz="1350" spc="-20" dirty="0">
                <a:latin typeface="Malgun Gothic"/>
                <a:cs typeface="Malgun Gothic"/>
              </a:rPr>
              <a:t>용으로는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성능이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뛰어나며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범용적으로</a:t>
            </a:r>
            <a:r>
              <a:rPr sz="1350" spc="-12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사용하기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좋은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b="1" spc="-20" dirty="0">
                <a:solidFill>
                  <a:srgbClr val="0C519B"/>
                </a:solidFill>
                <a:latin typeface="Calibri"/>
                <a:cs typeface="Calibri"/>
              </a:rPr>
              <a:t>MAAL-albatross(70B)</a:t>
            </a:r>
            <a:r>
              <a:rPr sz="1350" spc="-20" dirty="0">
                <a:latin typeface="Malgun Gothic"/>
                <a:cs typeface="Malgun Gothic"/>
              </a:rPr>
              <a:t>를</a:t>
            </a:r>
            <a:r>
              <a:rPr sz="1350" spc="-16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권장하고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있습니다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2000" y="1552575"/>
            <a:ext cx="85725" cy="285750"/>
          </a:xfrm>
          <a:custGeom>
            <a:avLst/>
            <a:gdLst/>
            <a:ahLst/>
            <a:cxnLst/>
            <a:rect l="l" t="t" r="r" b="b"/>
            <a:pathLst>
              <a:path w="85725" h="285750">
                <a:moveTo>
                  <a:pt x="85725" y="0"/>
                </a:moveTo>
                <a:lnTo>
                  <a:pt x="0" y="0"/>
                </a:lnTo>
                <a:lnTo>
                  <a:pt x="0" y="285750"/>
                </a:lnTo>
                <a:lnTo>
                  <a:pt x="85725" y="285750"/>
                </a:lnTo>
                <a:lnTo>
                  <a:pt x="8572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52094" y="2203450"/>
          <a:ext cx="10621644" cy="343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3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MAAL-</a:t>
                      </a:r>
                      <a:r>
                        <a:rPr sz="1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hummingbird*</a:t>
                      </a:r>
                      <a:endParaRPr sz="1850" dirty="0">
                        <a:latin typeface="Calibri"/>
                        <a:cs typeface="Calibri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8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MAAL-</a:t>
                      </a:r>
                      <a:r>
                        <a:rPr sz="18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albatross</a:t>
                      </a:r>
                      <a:endParaRPr sz="1850">
                        <a:latin typeface="Calibri"/>
                        <a:cs typeface="Calibri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특징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1389380" marR="1252220" indent="-12128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500" spc="-10" dirty="0">
                          <a:latin typeface="Malgun Gothic"/>
                          <a:cs typeface="Malgun Gothic"/>
                        </a:rPr>
                        <a:t>가장</a:t>
                      </a:r>
                      <a:r>
                        <a:rPr sz="1500" spc="-1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가볍고</a:t>
                      </a:r>
                      <a:r>
                        <a:rPr sz="1500" spc="-1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5" dirty="0">
                          <a:latin typeface="Malgun Gothic"/>
                          <a:cs typeface="Malgun Gothic"/>
                        </a:rPr>
                        <a:t>빠름 </a:t>
                      </a:r>
                      <a:r>
                        <a:rPr sz="1500" dirty="0">
                          <a:latin typeface="Malgun Gothic"/>
                          <a:cs typeface="Malgun Gothic"/>
                        </a:rPr>
                        <a:t>특정</a:t>
                      </a:r>
                      <a:r>
                        <a:rPr sz="1500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Task</a:t>
                      </a:r>
                      <a:r>
                        <a:rPr sz="15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5" dirty="0">
                          <a:latin typeface="Malgun Gothic"/>
                          <a:cs typeface="Malgun Gothic"/>
                        </a:rPr>
                        <a:t>특화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271270" marR="125031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가장</a:t>
                      </a:r>
                      <a:r>
                        <a:rPr sz="1500" b="1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성능이</a:t>
                      </a:r>
                      <a:r>
                        <a:rPr sz="1500" b="1" spc="-1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우수 </a:t>
                      </a: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범용적</a:t>
                      </a:r>
                      <a:r>
                        <a:rPr sz="1500" b="1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사용</a:t>
                      </a:r>
                      <a:r>
                        <a:rPr sz="1500" b="1" spc="-1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가능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587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500" b="1" dirty="0">
                          <a:latin typeface="Malgun Gothic"/>
                          <a:cs typeface="Malgun Gothic"/>
                        </a:rPr>
                        <a:t>주요</a:t>
                      </a:r>
                      <a:r>
                        <a:rPr sz="1500" b="1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35" dirty="0">
                          <a:latin typeface="Malgun Gothic"/>
                          <a:cs typeface="Malgun Gothic"/>
                        </a:rPr>
                        <a:t>용도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65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On-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5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AI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65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500" b="1" spc="-10" dirty="0">
                          <a:latin typeface="Calibri"/>
                          <a:cs typeface="Calibri"/>
                        </a:rPr>
                        <a:t>ChatGPT</a:t>
                      </a: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sz="1500" b="1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dirty="0">
                          <a:latin typeface="Malgun Gothic"/>
                          <a:cs typeface="Malgun Gothic"/>
                        </a:rPr>
                        <a:t>같은</a:t>
                      </a:r>
                      <a:r>
                        <a:rPr sz="1500" b="1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dirty="0">
                          <a:latin typeface="Malgun Gothic"/>
                          <a:cs typeface="Malgun Gothic"/>
                        </a:rPr>
                        <a:t>범용적인</a:t>
                      </a:r>
                      <a:r>
                        <a:rPr sz="1500" b="1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활용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165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b="1" spc="-10" dirty="0">
                          <a:latin typeface="Malgun Gothic"/>
                          <a:cs typeface="Malgun Gothic"/>
                        </a:rPr>
                        <a:t>모델</a:t>
                      </a:r>
                      <a:r>
                        <a:rPr sz="1500" b="1" spc="-1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사이즈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8B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b="1" spc="-25" dirty="0">
                          <a:latin typeface="Calibri"/>
                          <a:cs typeface="Calibri"/>
                        </a:rPr>
                        <a:t>70B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Malgun Gothic"/>
                          <a:cs typeface="Malgun Gothic"/>
                        </a:rPr>
                        <a:t>최소</a:t>
                      </a:r>
                      <a:r>
                        <a:rPr sz="1500" b="1" spc="-1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dirty="0">
                          <a:latin typeface="Calibri"/>
                          <a:cs typeface="Calibri"/>
                        </a:rPr>
                        <a:t>GPU</a:t>
                      </a:r>
                      <a:r>
                        <a:rPr sz="15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사양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L40S</a:t>
                      </a:r>
                      <a:r>
                        <a:rPr sz="15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1EA 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혹은</a:t>
                      </a:r>
                      <a:r>
                        <a:rPr sz="1500" spc="-1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5" dirty="0">
                          <a:latin typeface="Malgun Gothic"/>
                          <a:cs typeface="Malgun Gothic"/>
                        </a:rPr>
                        <a:t>이하</a:t>
                      </a:r>
                      <a:r>
                        <a:rPr sz="1500" spc="-25" dirty="0">
                          <a:latin typeface="Calibri"/>
                          <a:cs typeface="Calibri"/>
                        </a:rPr>
                        <a:t>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A100</a:t>
                      </a:r>
                      <a:r>
                        <a:rPr sz="15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5" dirty="0">
                          <a:latin typeface="Calibri"/>
                          <a:cs typeface="Calibri"/>
                        </a:rPr>
                        <a:t>2EA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500" b="1" dirty="0">
                          <a:latin typeface="Calibri"/>
                          <a:cs typeface="Calibri"/>
                        </a:rPr>
                        <a:t>Max</a:t>
                      </a:r>
                      <a:r>
                        <a:rPr sz="15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35" dirty="0">
                          <a:latin typeface="Calibri"/>
                          <a:cs typeface="Calibri"/>
                        </a:rPr>
                        <a:t>Token</a:t>
                      </a:r>
                      <a:r>
                        <a:rPr sz="15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latin typeface="Calibri"/>
                          <a:cs typeface="Calibri"/>
                        </a:rPr>
                        <a:t>Length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500" spc="-25" dirty="0">
                          <a:latin typeface="Calibri"/>
                          <a:cs typeface="Calibri"/>
                        </a:rPr>
                        <a:t>8k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500" b="1" spc="-25" dirty="0">
                          <a:latin typeface="Calibri"/>
                          <a:cs typeface="Calibri"/>
                        </a:rPr>
                        <a:t>8k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384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b="1" dirty="0">
                          <a:latin typeface="Malgun Gothic"/>
                          <a:cs typeface="Malgun Gothic"/>
                        </a:rPr>
                        <a:t>응답</a:t>
                      </a:r>
                      <a:r>
                        <a:rPr sz="1500" b="1" spc="-19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b="1" spc="-25" dirty="0">
                          <a:latin typeface="Malgun Gothic"/>
                          <a:cs typeface="Malgun Gothic"/>
                        </a:rPr>
                        <a:t>속도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~200ms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b="1" spc="-10" dirty="0">
                          <a:latin typeface="Calibri"/>
                          <a:cs typeface="Calibri"/>
                        </a:rPr>
                        <a:t>~700ms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67BC9A5A-D3B9-4ACA-AE96-49C8F51B5FC7}"/>
              </a:ext>
            </a:extLst>
          </p:cNvPr>
          <p:cNvSpPr txBox="1"/>
          <p:nvPr/>
        </p:nvSpPr>
        <p:spPr>
          <a:xfrm>
            <a:off x="1644470" y="1047234"/>
            <a:ext cx="6853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MAAL (Multilingual Adaptive Augmentation Language-model)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11925" cy="90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486650" y="3657600"/>
            <a:ext cx="2333625" cy="1885950"/>
          </a:xfrm>
          <a:custGeom>
            <a:avLst/>
            <a:gdLst/>
            <a:ahLst/>
            <a:cxnLst/>
            <a:rect l="l" t="t" r="r" b="b"/>
            <a:pathLst>
              <a:path w="2333625" h="1885950">
                <a:moveTo>
                  <a:pt x="2333625" y="0"/>
                </a:moveTo>
                <a:lnTo>
                  <a:pt x="0" y="0"/>
                </a:lnTo>
                <a:lnTo>
                  <a:pt x="0" y="1885950"/>
                </a:lnTo>
                <a:lnTo>
                  <a:pt x="2333625" y="1885950"/>
                </a:lnTo>
                <a:lnTo>
                  <a:pt x="2333625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24075" y="1500250"/>
            <a:ext cx="9858375" cy="1257300"/>
          </a:xfrm>
          <a:custGeom>
            <a:avLst/>
            <a:gdLst/>
            <a:ahLst/>
            <a:cxnLst/>
            <a:rect l="l" t="t" r="r" b="b"/>
            <a:pathLst>
              <a:path w="9858375" h="1257300">
                <a:moveTo>
                  <a:pt x="0" y="1257300"/>
                </a:moveTo>
                <a:lnTo>
                  <a:pt x="9858375" y="1257300"/>
                </a:lnTo>
                <a:lnTo>
                  <a:pt x="9858375" y="0"/>
                </a:lnTo>
                <a:lnTo>
                  <a:pt x="0" y="0"/>
                </a:lnTo>
                <a:lnTo>
                  <a:pt x="0" y="1257300"/>
                </a:lnTo>
                <a:close/>
              </a:path>
            </a:pathLst>
          </a:custGeom>
          <a:ln w="25400">
            <a:solidFill>
              <a:srgbClr val="9BB8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611375" y="2840037"/>
            <a:ext cx="9883775" cy="2930525"/>
            <a:chOff x="1611375" y="2840037"/>
            <a:chExt cx="9883775" cy="2930525"/>
          </a:xfrm>
        </p:grpSpPr>
        <p:sp>
          <p:nvSpPr>
            <p:cNvPr id="14" name="object 14"/>
            <p:cNvSpPr/>
            <p:nvPr/>
          </p:nvSpPr>
          <p:spPr>
            <a:xfrm>
              <a:off x="1624075" y="2852737"/>
              <a:ext cx="9858375" cy="2905125"/>
            </a:xfrm>
            <a:custGeom>
              <a:avLst/>
              <a:gdLst/>
              <a:ahLst/>
              <a:cxnLst/>
              <a:rect l="l" t="t" r="r" b="b"/>
              <a:pathLst>
                <a:path w="9858375" h="2905125">
                  <a:moveTo>
                    <a:pt x="0" y="2905125"/>
                  </a:moveTo>
                  <a:lnTo>
                    <a:pt x="9858375" y="2905125"/>
                  </a:lnTo>
                  <a:lnTo>
                    <a:pt x="9858375" y="0"/>
                  </a:lnTo>
                  <a:lnTo>
                    <a:pt x="0" y="0"/>
                  </a:lnTo>
                  <a:lnTo>
                    <a:pt x="0" y="2905125"/>
                  </a:lnTo>
                  <a:close/>
                </a:path>
              </a:pathLst>
            </a:custGeom>
            <a:ln w="25400">
              <a:solidFill>
                <a:srgbClr val="9BB8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19474" y="3648075"/>
              <a:ext cx="2486025" cy="1895475"/>
            </a:xfrm>
            <a:custGeom>
              <a:avLst/>
              <a:gdLst/>
              <a:ahLst/>
              <a:cxnLst/>
              <a:rect l="l" t="t" r="r" b="b"/>
              <a:pathLst>
                <a:path w="2486025" h="1895475">
                  <a:moveTo>
                    <a:pt x="2486025" y="0"/>
                  </a:moveTo>
                  <a:lnTo>
                    <a:pt x="0" y="0"/>
                  </a:lnTo>
                  <a:lnTo>
                    <a:pt x="0" y="1895475"/>
                  </a:lnTo>
                  <a:lnTo>
                    <a:pt x="2486025" y="1895475"/>
                  </a:lnTo>
                  <a:lnTo>
                    <a:pt x="2486025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90924" y="3771900"/>
              <a:ext cx="2066925" cy="809625"/>
            </a:xfrm>
            <a:custGeom>
              <a:avLst/>
              <a:gdLst/>
              <a:ahLst/>
              <a:cxnLst/>
              <a:rect l="l" t="t" r="r" b="b"/>
              <a:pathLst>
                <a:path w="2066925" h="809625">
                  <a:moveTo>
                    <a:pt x="2066925" y="0"/>
                  </a:moveTo>
                  <a:lnTo>
                    <a:pt x="0" y="0"/>
                  </a:lnTo>
                  <a:lnTo>
                    <a:pt x="0" y="809625"/>
                  </a:lnTo>
                  <a:lnTo>
                    <a:pt x="2066925" y="809625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19549" y="3895725"/>
              <a:ext cx="1171575" cy="3905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825240" y="4277995"/>
            <a:ext cx="1412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Large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Language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71875" y="4686300"/>
            <a:ext cx="2085975" cy="752475"/>
          </a:xfrm>
          <a:custGeom>
            <a:avLst/>
            <a:gdLst/>
            <a:ahLst/>
            <a:cxnLst/>
            <a:rect l="l" t="t" r="r" b="b"/>
            <a:pathLst>
              <a:path w="2085975" h="752475">
                <a:moveTo>
                  <a:pt x="2066925" y="419100"/>
                </a:moveTo>
                <a:lnTo>
                  <a:pt x="0" y="419100"/>
                </a:lnTo>
                <a:lnTo>
                  <a:pt x="0" y="752475"/>
                </a:lnTo>
                <a:lnTo>
                  <a:pt x="2066925" y="752475"/>
                </a:lnTo>
                <a:lnTo>
                  <a:pt x="2066925" y="419100"/>
                </a:lnTo>
                <a:close/>
              </a:path>
              <a:path w="2085975" h="752475">
                <a:moveTo>
                  <a:pt x="2085975" y="0"/>
                </a:moveTo>
                <a:lnTo>
                  <a:pt x="19050" y="0"/>
                </a:lnTo>
                <a:lnTo>
                  <a:pt x="19050" y="323850"/>
                </a:lnTo>
                <a:lnTo>
                  <a:pt x="2085975" y="323850"/>
                </a:lnTo>
                <a:lnTo>
                  <a:pt x="20859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77690" y="5169217"/>
            <a:ext cx="39116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Agent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39030" y="4746053"/>
            <a:ext cx="2940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RAG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28800" y="1924050"/>
            <a:ext cx="7829550" cy="3514725"/>
            <a:chOff x="1828800" y="1924050"/>
            <a:chExt cx="7829550" cy="3514725"/>
          </a:xfrm>
        </p:grpSpPr>
        <p:sp>
          <p:nvSpPr>
            <p:cNvPr id="23" name="object 23"/>
            <p:cNvSpPr/>
            <p:nvPr/>
          </p:nvSpPr>
          <p:spPr>
            <a:xfrm>
              <a:off x="1828800" y="1924050"/>
              <a:ext cx="4552950" cy="742950"/>
            </a:xfrm>
            <a:custGeom>
              <a:avLst/>
              <a:gdLst/>
              <a:ahLst/>
              <a:cxnLst/>
              <a:rect l="l" t="t" r="r" b="b"/>
              <a:pathLst>
                <a:path w="4552950" h="742950">
                  <a:moveTo>
                    <a:pt x="0" y="742950"/>
                  </a:moveTo>
                  <a:lnTo>
                    <a:pt x="4552950" y="742950"/>
                  </a:lnTo>
                  <a:lnTo>
                    <a:pt x="4552950" y="0"/>
                  </a:lnTo>
                  <a:lnTo>
                    <a:pt x="0" y="0"/>
                  </a:lnTo>
                  <a:lnTo>
                    <a:pt x="0" y="742950"/>
                  </a:lnTo>
                  <a:close/>
                </a:path>
              </a:pathLst>
            </a:custGeom>
            <a:solidFill>
              <a:srgbClr val="DAE4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48575" y="3762374"/>
              <a:ext cx="2009775" cy="1676400"/>
            </a:xfrm>
            <a:custGeom>
              <a:avLst/>
              <a:gdLst/>
              <a:ahLst/>
              <a:cxnLst/>
              <a:rect l="l" t="t" r="r" b="b"/>
              <a:pathLst>
                <a:path w="2009775" h="1676400">
                  <a:moveTo>
                    <a:pt x="2009775" y="876300"/>
                  </a:moveTo>
                  <a:lnTo>
                    <a:pt x="9525" y="876300"/>
                  </a:lnTo>
                  <a:lnTo>
                    <a:pt x="9525" y="1676400"/>
                  </a:lnTo>
                  <a:lnTo>
                    <a:pt x="2009775" y="1676400"/>
                  </a:lnTo>
                  <a:lnTo>
                    <a:pt x="2009775" y="876300"/>
                  </a:lnTo>
                  <a:close/>
                </a:path>
                <a:path w="2009775" h="1676400">
                  <a:moveTo>
                    <a:pt x="2009775" y="0"/>
                  </a:moveTo>
                  <a:lnTo>
                    <a:pt x="0" y="0"/>
                  </a:lnTo>
                  <a:lnTo>
                    <a:pt x="0" y="819150"/>
                  </a:lnTo>
                  <a:lnTo>
                    <a:pt x="2009775" y="819150"/>
                  </a:lnTo>
                  <a:lnTo>
                    <a:pt x="2009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658100" y="4841938"/>
            <a:ext cx="2000250" cy="5803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16890" marR="1017905">
              <a:lnSpc>
                <a:spcPct val="101600"/>
              </a:lnSpc>
              <a:spcBef>
                <a:spcPts val="80"/>
              </a:spcBef>
            </a:pPr>
            <a:r>
              <a:rPr sz="1200" spc="-25" dirty="0">
                <a:latin typeface="Malgun Gothic"/>
                <a:cs typeface="Malgun Gothic"/>
              </a:rPr>
              <a:t>고객사 내부 시스템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58100" y="3965511"/>
            <a:ext cx="200025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920">
              <a:lnSpc>
                <a:spcPts val="1435"/>
              </a:lnSpc>
              <a:spcBef>
                <a:spcPts val="100"/>
              </a:spcBef>
            </a:pPr>
            <a:r>
              <a:rPr sz="1200" spc="-25" dirty="0">
                <a:latin typeface="Malgun Gothic"/>
                <a:cs typeface="Malgun Gothic"/>
              </a:rPr>
              <a:t>고객사</a:t>
            </a:r>
            <a:endParaRPr sz="1200">
              <a:latin typeface="Malgun Gothic"/>
              <a:cs typeface="Malgun Gothic"/>
            </a:endParaRPr>
          </a:p>
          <a:p>
            <a:pPr marL="502920">
              <a:lnSpc>
                <a:spcPts val="1435"/>
              </a:lnSpc>
            </a:pPr>
            <a:r>
              <a:rPr sz="1200" spc="-10" dirty="0">
                <a:latin typeface="Calibri"/>
                <a:cs typeface="Calibri"/>
              </a:rPr>
              <a:t>Knowledge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60" dirty="0">
                <a:latin typeface="Calibri"/>
                <a:cs typeface="Calibri"/>
              </a:rPr>
              <a:t>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60216" y="4197746"/>
            <a:ext cx="20955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latin typeface="Calibri"/>
                <a:cs typeface="Calibri"/>
              </a:rPr>
              <a:t>ase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1828800" y="1619250"/>
          <a:ext cx="4556123" cy="98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820">
                <a:tc gridSpan="5">
                  <a:txBody>
                    <a:bodyPr/>
                    <a:lstStyle/>
                    <a:p>
                      <a:pPr marL="108077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내부</a:t>
                      </a:r>
                      <a:r>
                        <a:rPr sz="1200" spc="-14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200" spc="-14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직원</a:t>
                      </a:r>
                      <a:r>
                        <a:rPr sz="1200" spc="-1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사무</a:t>
                      </a:r>
                      <a:r>
                        <a:rPr sz="1200" spc="-14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생산성</a:t>
                      </a:r>
                      <a:r>
                        <a:rPr sz="1200" spc="-14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향상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3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050" dirty="0">
                          <a:latin typeface="Malgun Gothic"/>
                          <a:cs typeface="Malgun Gothic"/>
                        </a:rPr>
                        <a:t>문서</a:t>
                      </a:r>
                      <a:r>
                        <a:rPr sz="105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요약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7493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050" dirty="0">
                          <a:latin typeface="Malgun Gothic"/>
                          <a:cs typeface="Malgun Gothic"/>
                        </a:rPr>
                        <a:t>보고서</a:t>
                      </a:r>
                      <a:r>
                        <a:rPr sz="105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25" dirty="0">
                          <a:latin typeface="Malgun Gothic"/>
                          <a:cs typeface="Malgun Gothic"/>
                        </a:rPr>
                        <a:t>첨삭</a:t>
                      </a:r>
                      <a:endParaRPr sz="1050" dirty="0">
                        <a:latin typeface="Malgun Gothic"/>
                        <a:cs typeface="Malgun Gothic"/>
                      </a:endParaRPr>
                    </a:p>
                  </a:txBody>
                  <a:tcPr marL="0" marR="0" marT="6540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050" dirty="0">
                          <a:latin typeface="Malgun Gothic"/>
                          <a:cs typeface="Malgun Gothic"/>
                        </a:rPr>
                        <a:t>코드</a:t>
                      </a:r>
                      <a:r>
                        <a:rPr sz="105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작성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6286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DAE4F0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050" spc="-25" dirty="0">
                          <a:latin typeface="Malgun Gothic"/>
                          <a:cs typeface="Malgun Gothic"/>
                        </a:rPr>
                        <a:t>번역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9525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050" spc="-10" dirty="0">
                          <a:latin typeface="Malgun Gothic"/>
                          <a:cs typeface="Malgun Gothic"/>
                        </a:rPr>
                        <a:t>단위</a:t>
                      </a:r>
                      <a:r>
                        <a:rPr sz="1050" spc="-1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통일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8509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050" spc="-10" dirty="0">
                          <a:latin typeface="Malgun Gothic"/>
                          <a:cs typeface="Malgun Gothic"/>
                        </a:rPr>
                        <a:t>홍보</a:t>
                      </a:r>
                      <a:r>
                        <a:rPr sz="1050" spc="-1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10" dirty="0">
                          <a:latin typeface="Malgun Gothic"/>
                          <a:cs typeface="Malgun Gothic"/>
                        </a:rPr>
                        <a:t>문구</a:t>
                      </a:r>
                      <a:r>
                        <a:rPr sz="105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25" dirty="0">
                          <a:latin typeface="Malgun Gothic"/>
                          <a:cs typeface="Malgun Gothic"/>
                        </a:rPr>
                        <a:t>생성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82550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DA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object 29"/>
          <p:cNvSpPr/>
          <p:nvPr/>
        </p:nvSpPr>
        <p:spPr>
          <a:xfrm>
            <a:off x="6781800" y="1990725"/>
            <a:ext cx="1409700" cy="581025"/>
          </a:xfrm>
          <a:custGeom>
            <a:avLst/>
            <a:gdLst/>
            <a:ahLst/>
            <a:cxnLst/>
            <a:rect l="l" t="t" r="r" b="b"/>
            <a:pathLst>
              <a:path w="1409700" h="581025">
                <a:moveTo>
                  <a:pt x="1409700" y="0"/>
                </a:moveTo>
                <a:lnTo>
                  <a:pt x="0" y="0"/>
                </a:lnTo>
                <a:lnTo>
                  <a:pt x="0" y="581025"/>
                </a:lnTo>
                <a:lnTo>
                  <a:pt x="1409700" y="581025"/>
                </a:lnTo>
                <a:lnTo>
                  <a:pt x="1409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6581775" y="1619250"/>
          <a:ext cx="4660898" cy="1037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820">
                <a:tc gridSpan="4"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외부</a:t>
                      </a:r>
                      <a:r>
                        <a:rPr sz="1200" spc="-1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업무</a:t>
                      </a:r>
                      <a:r>
                        <a:rPr sz="1200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무인화</a:t>
                      </a:r>
                      <a:r>
                        <a:rPr sz="1200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200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고객</a:t>
                      </a:r>
                      <a:r>
                        <a:rPr sz="1200" spc="-1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만족도</a:t>
                      </a:r>
                      <a:r>
                        <a:rPr sz="1200" spc="-14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향상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2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2547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Malgun Gothic"/>
                          <a:cs typeface="Malgun Gothic"/>
                        </a:rPr>
                        <a:t>고객</a:t>
                      </a:r>
                      <a:r>
                        <a:rPr sz="1050" spc="-1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상담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79375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1325">
                        <a:lnSpc>
                          <a:spcPct val="100000"/>
                        </a:lnSpc>
                      </a:pPr>
                      <a:r>
                        <a:rPr sz="1050" dirty="0">
                          <a:latin typeface="Malgun Gothic"/>
                          <a:cs typeface="Malgun Gothic"/>
                        </a:rPr>
                        <a:t>예약</a:t>
                      </a:r>
                      <a:r>
                        <a:rPr sz="1050" spc="-1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접수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69215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2595">
                        <a:lnSpc>
                          <a:spcPct val="100000"/>
                        </a:lnSpc>
                      </a:pPr>
                      <a:r>
                        <a:rPr sz="1050" spc="-10" dirty="0"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1050" spc="-10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050" spc="-35" dirty="0">
                          <a:latin typeface="Malgun Gothic"/>
                          <a:cs typeface="Malgun Gothic"/>
                        </a:rPr>
                        <a:t>추천</a:t>
                      </a:r>
                      <a:endParaRPr sz="105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9375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solidFill>
                      <a:srgbClr val="FAD3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2229104" y="2624073"/>
            <a:ext cx="8705850" cy="2774315"/>
            <a:chOff x="2229104" y="2624073"/>
            <a:chExt cx="8705850" cy="2774315"/>
          </a:xfrm>
        </p:grpSpPr>
        <p:sp>
          <p:nvSpPr>
            <p:cNvPr id="32" name="object 32"/>
            <p:cNvSpPr/>
            <p:nvPr/>
          </p:nvSpPr>
          <p:spPr>
            <a:xfrm>
              <a:off x="5381625" y="4314951"/>
              <a:ext cx="2585720" cy="1083310"/>
            </a:xfrm>
            <a:custGeom>
              <a:avLst/>
              <a:gdLst/>
              <a:ahLst/>
              <a:cxnLst/>
              <a:rect l="l" t="t" r="r" b="b"/>
              <a:pathLst>
                <a:path w="2585720" h="1083310">
                  <a:moveTo>
                    <a:pt x="2577084" y="1038098"/>
                  </a:moveTo>
                  <a:lnTo>
                    <a:pt x="2558199" y="1028738"/>
                  </a:lnTo>
                  <a:lnTo>
                    <a:pt x="2500757" y="1000252"/>
                  </a:lnTo>
                  <a:lnTo>
                    <a:pt x="2500846" y="1028738"/>
                  </a:lnTo>
                  <a:lnTo>
                    <a:pt x="104724" y="1035659"/>
                  </a:lnTo>
                  <a:lnTo>
                    <a:pt x="104648" y="1007110"/>
                  </a:lnTo>
                  <a:lnTo>
                    <a:pt x="28575" y="1045464"/>
                  </a:lnTo>
                  <a:lnTo>
                    <a:pt x="104902" y="1083310"/>
                  </a:lnTo>
                  <a:lnTo>
                    <a:pt x="104800" y="1054735"/>
                  </a:lnTo>
                  <a:lnTo>
                    <a:pt x="92075" y="1054735"/>
                  </a:lnTo>
                  <a:lnTo>
                    <a:pt x="104787" y="1054709"/>
                  </a:lnTo>
                  <a:lnTo>
                    <a:pt x="2500896" y="1047800"/>
                  </a:lnTo>
                  <a:lnTo>
                    <a:pt x="2501011" y="1076452"/>
                  </a:lnTo>
                  <a:lnTo>
                    <a:pt x="2557856" y="1047788"/>
                  </a:lnTo>
                  <a:lnTo>
                    <a:pt x="2577084" y="1038098"/>
                  </a:lnTo>
                  <a:close/>
                </a:path>
                <a:path w="2585720" h="1083310">
                  <a:moveTo>
                    <a:pt x="2585720" y="552323"/>
                  </a:moveTo>
                  <a:lnTo>
                    <a:pt x="2567292" y="543267"/>
                  </a:lnTo>
                  <a:lnTo>
                    <a:pt x="2509266" y="514731"/>
                  </a:lnTo>
                  <a:lnTo>
                    <a:pt x="2509405" y="531495"/>
                  </a:lnTo>
                  <a:lnTo>
                    <a:pt x="2509494" y="543267"/>
                  </a:lnTo>
                  <a:lnTo>
                    <a:pt x="1017600" y="553529"/>
                  </a:lnTo>
                  <a:lnTo>
                    <a:pt x="2395969" y="44678"/>
                  </a:lnTo>
                  <a:lnTo>
                    <a:pt x="2405888" y="71501"/>
                  </a:lnTo>
                  <a:lnTo>
                    <a:pt x="2451900" y="22479"/>
                  </a:lnTo>
                  <a:lnTo>
                    <a:pt x="2464181" y="9398"/>
                  </a:lnTo>
                  <a:lnTo>
                    <a:pt x="2379472" y="0"/>
                  </a:lnTo>
                  <a:lnTo>
                    <a:pt x="2389390" y="26885"/>
                  </a:lnTo>
                  <a:lnTo>
                    <a:pt x="961567" y="553910"/>
                  </a:lnTo>
                  <a:lnTo>
                    <a:pt x="76123" y="559993"/>
                  </a:lnTo>
                  <a:lnTo>
                    <a:pt x="76022" y="543267"/>
                  </a:lnTo>
                  <a:lnTo>
                    <a:pt x="75946" y="531495"/>
                  </a:lnTo>
                  <a:lnTo>
                    <a:pt x="0" y="570103"/>
                  </a:lnTo>
                  <a:lnTo>
                    <a:pt x="76454" y="607695"/>
                  </a:lnTo>
                  <a:lnTo>
                    <a:pt x="76339" y="590931"/>
                  </a:lnTo>
                  <a:lnTo>
                    <a:pt x="76263" y="579120"/>
                  </a:lnTo>
                  <a:lnTo>
                    <a:pt x="63627" y="579120"/>
                  </a:lnTo>
                  <a:lnTo>
                    <a:pt x="76250" y="579043"/>
                  </a:lnTo>
                  <a:lnTo>
                    <a:pt x="908964" y="573328"/>
                  </a:lnTo>
                  <a:lnTo>
                    <a:pt x="77724" y="880148"/>
                  </a:lnTo>
                  <a:lnTo>
                    <a:pt x="67818" y="853313"/>
                  </a:lnTo>
                  <a:lnTo>
                    <a:pt x="9525" y="915416"/>
                  </a:lnTo>
                  <a:lnTo>
                    <a:pt x="94234" y="924814"/>
                  </a:lnTo>
                  <a:lnTo>
                    <a:pt x="85966" y="902462"/>
                  </a:lnTo>
                  <a:lnTo>
                    <a:pt x="84340" y="898055"/>
                  </a:lnTo>
                  <a:lnTo>
                    <a:pt x="965009" y="572947"/>
                  </a:lnTo>
                  <a:lnTo>
                    <a:pt x="2509647" y="562330"/>
                  </a:lnTo>
                  <a:lnTo>
                    <a:pt x="2509723" y="570103"/>
                  </a:lnTo>
                  <a:lnTo>
                    <a:pt x="2509799" y="579120"/>
                  </a:lnTo>
                  <a:lnTo>
                    <a:pt x="2509901" y="590931"/>
                  </a:lnTo>
                  <a:lnTo>
                    <a:pt x="2566085" y="562317"/>
                  </a:lnTo>
                  <a:lnTo>
                    <a:pt x="2585720" y="5523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858125" y="3171824"/>
              <a:ext cx="2800985" cy="196215"/>
            </a:xfrm>
            <a:custGeom>
              <a:avLst/>
              <a:gdLst/>
              <a:ahLst/>
              <a:cxnLst/>
              <a:rect l="l" t="t" r="r" b="b"/>
              <a:pathLst>
                <a:path w="2800984" h="196214">
                  <a:moveTo>
                    <a:pt x="0" y="0"/>
                  </a:moveTo>
                  <a:lnTo>
                    <a:pt x="2800604" y="0"/>
                  </a:lnTo>
                  <a:lnTo>
                    <a:pt x="2800604" y="195834"/>
                  </a:lnTo>
                </a:path>
              </a:pathLst>
            </a:custGeom>
            <a:ln w="19050">
              <a:solidFill>
                <a:srgbClr val="C0504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82249" y="3371849"/>
              <a:ext cx="552450" cy="5619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29104" y="2662173"/>
              <a:ext cx="1369060" cy="2624455"/>
            </a:xfrm>
            <a:custGeom>
              <a:avLst/>
              <a:gdLst/>
              <a:ahLst/>
              <a:cxnLst/>
              <a:rect l="l" t="t" r="r" b="b"/>
              <a:pathLst>
                <a:path w="1369060" h="2624454">
                  <a:moveTo>
                    <a:pt x="1356233" y="2219452"/>
                  </a:moveTo>
                  <a:lnTo>
                    <a:pt x="1327569" y="2205101"/>
                  </a:lnTo>
                  <a:lnTo>
                    <a:pt x="1270508" y="2176526"/>
                  </a:lnTo>
                  <a:lnTo>
                    <a:pt x="1270508" y="2205101"/>
                  </a:lnTo>
                  <a:lnTo>
                    <a:pt x="662470" y="2205101"/>
                  </a:lnTo>
                  <a:lnTo>
                    <a:pt x="648042" y="95631"/>
                  </a:lnTo>
                  <a:lnTo>
                    <a:pt x="648042" y="95211"/>
                  </a:lnTo>
                  <a:lnTo>
                    <a:pt x="676656" y="94996"/>
                  </a:lnTo>
                  <a:lnTo>
                    <a:pt x="669480" y="80899"/>
                  </a:lnTo>
                  <a:lnTo>
                    <a:pt x="633222" y="9525"/>
                  </a:lnTo>
                  <a:lnTo>
                    <a:pt x="591235" y="94996"/>
                  </a:lnTo>
                  <a:lnTo>
                    <a:pt x="591134" y="95211"/>
                  </a:lnTo>
                  <a:lnTo>
                    <a:pt x="591032" y="95427"/>
                  </a:lnTo>
                  <a:lnTo>
                    <a:pt x="590931" y="95631"/>
                  </a:lnTo>
                  <a:lnTo>
                    <a:pt x="619467" y="95427"/>
                  </a:lnTo>
                  <a:lnTo>
                    <a:pt x="633895" y="2205101"/>
                  </a:lnTo>
                  <a:lnTo>
                    <a:pt x="623697" y="2205101"/>
                  </a:lnTo>
                  <a:lnTo>
                    <a:pt x="623697" y="2233676"/>
                  </a:lnTo>
                  <a:lnTo>
                    <a:pt x="1270508" y="2233676"/>
                  </a:lnTo>
                  <a:lnTo>
                    <a:pt x="1270508" y="2262251"/>
                  </a:lnTo>
                  <a:lnTo>
                    <a:pt x="1327734" y="2233676"/>
                  </a:lnTo>
                  <a:lnTo>
                    <a:pt x="1356233" y="2219452"/>
                  </a:lnTo>
                  <a:close/>
                </a:path>
                <a:path w="1369060" h="2624454">
                  <a:moveTo>
                    <a:pt x="1369060" y="2582037"/>
                  </a:moveTo>
                  <a:lnTo>
                    <a:pt x="1339900" y="2567178"/>
                  </a:lnTo>
                  <a:lnTo>
                    <a:pt x="1283589" y="2538476"/>
                  </a:lnTo>
                  <a:lnTo>
                    <a:pt x="1283373" y="2567076"/>
                  </a:lnTo>
                  <a:lnTo>
                    <a:pt x="63817" y="2557767"/>
                  </a:lnTo>
                  <a:lnTo>
                    <a:pt x="57188" y="85852"/>
                  </a:lnTo>
                  <a:lnTo>
                    <a:pt x="85788" y="85852"/>
                  </a:lnTo>
                  <a:lnTo>
                    <a:pt x="78574" y="71501"/>
                  </a:lnTo>
                  <a:lnTo>
                    <a:pt x="42672" y="0"/>
                  </a:lnTo>
                  <a:lnTo>
                    <a:pt x="0" y="85852"/>
                  </a:lnTo>
                  <a:lnTo>
                    <a:pt x="28613" y="85852"/>
                  </a:lnTo>
                  <a:lnTo>
                    <a:pt x="35229" y="2557551"/>
                  </a:lnTo>
                  <a:lnTo>
                    <a:pt x="33147" y="2557526"/>
                  </a:lnTo>
                  <a:lnTo>
                    <a:pt x="33020" y="2586101"/>
                  </a:lnTo>
                  <a:lnTo>
                    <a:pt x="1283157" y="2595651"/>
                  </a:lnTo>
                  <a:lnTo>
                    <a:pt x="1297419" y="2595753"/>
                  </a:lnTo>
                  <a:lnTo>
                    <a:pt x="1283157" y="2595753"/>
                  </a:lnTo>
                  <a:lnTo>
                    <a:pt x="1282954" y="2624201"/>
                  </a:lnTo>
                  <a:lnTo>
                    <a:pt x="1341043" y="2595753"/>
                  </a:lnTo>
                  <a:lnTo>
                    <a:pt x="1369060" y="2582037"/>
                  </a:lnTo>
                  <a:close/>
                </a:path>
              </a:pathLst>
            </a:custGeom>
            <a:solidFill>
              <a:srgbClr val="497C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24576" y="2624073"/>
              <a:ext cx="1648460" cy="2691765"/>
            </a:xfrm>
            <a:custGeom>
              <a:avLst/>
              <a:gdLst/>
              <a:ahLst/>
              <a:cxnLst/>
              <a:rect l="l" t="t" r="r" b="b"/>
              <a:pathLst>
                <a:path w="1648459" h="2691765">
                  <a:moveTo>
                    <a:pt x="1157859" y="85471"/>
                  </a:moveTo>
                  <a:lnTo>
                    <a:pt x="1150670" y="71374"/>
                  </a:lnTo>
                  <a:lnTo>
                    <a:pt x="1114298" y="0"/>
                  </a:lnTo>
                  <a:lnTo>
                    <a:pt x="1072438" y="85471"/>
                  </a:lnTo>
                  <a:lnTo>
                    <a:pt x="1072337" y="85686"/>
                  </a:lnTo>
                  <a:lnTo>
                    <a:pt x="1072235" y="85902"/>
                  </a:lnTo>
                  <a:lnTo>
                    <a:pt x="1072134" y="86106"/>
                  </a:lnTo>
                  <a:lnTo>
                    <a:pt x="1100670" y="85902"/>
                  </a:lnTo>
                  <a:lnTo>
                    <a:pt x="1115187" y="2208022"/>
                  </a:lnTo>
                  <a:lnTo>
                    <a:pt x="1143762" y="2208022"/>
                  </a:lnTo>
                  <a:lnTo>
                    <a:pt x="1129245" y="86106"/>
                  </a:lnTo>
                  <a:lnTo>
                    <a:pt x="1129245" y="85686"/>
                  </a:lnTo>
                  <a:lnTo>
                    <a:pt x="1157859" y="85471"/>
                  </a:lnTo>
                  <a:close/>
                </a:path>
                <a:path w="1648459" h="2691765">
                  <a:moveTo>
                    <a:pt x="1160526" y="2243201"/>
                  </a:moveTo>
                  <a:lnTo>
                    <a:pt x="1159891" y="2214626"/>
                  </a:lnTo>
                  <a:lnTo>
                    <a:pt x="85293" y="2241334"/>
                  </a:lnTo>
                  <a:lnTo>
                    <a:pt x="84620" y="2214626"/>
                  </a:lnTo>
                  <a:lnTo>
                    <a:pt x="84582" y="2212848"/>
                  </a:lnTo>
                  <a:lnTo>
                    <a:pt x="0" y="2257806"/>
                  </a:lnTo>
                  <a:lnTo>
                    <a:pt x="86741" y="2298446"/>
                  </a:lnTo>
                  <a:lnTo>
                    <a:pt x="86029" y="2270252"/>
                  </a:lnTo>
                  <a:lnTo>
                    <a:pt x="86017" y="2269909"/>
                  </a:lnTo>
                  <a:lnTo>
                    <a:pt x="1160526" y="2243201"/>
                  </a:lnTo>
                  <a:close/>
                </a:path>
                <a:path w="1648459" h="2691765">
                  <a:moveTo>
                    <a:pt x="1648079" y="2633726"/>
                  </a:moveTo>
                  <a:lnTo>
                    <a:pt x="1647583" y="2606040"/>
                  </a:lnTo>
                  <a:lnTo>
                    <a:pt x="1647571" y="2605151"/>
                  </a:lnTo>
                  <a:lnTo>
                    <a:pt x="1640586" y="2605290"/>
                  </a:lnTo>
                  <a:lnTo>
                    <a:pt x="1615325" y="86233"/>
                  </a:lnTo>
                  <a:lnTo>
                    <a:pt x="1615325" y="85648"/>
                  </a:lnTo>
                  <a:lnTo>
                    <a:pt x="1615186" y="71628"/>
                  </a:lnTo>
                  <a:lnTo>
                    <a:pt x="1615325" y="85344"/>
                  </a:lnTo>
                  <a:lnTo>
                    <a:pt x="1615325" y="85648"/>
                  </a:lnTo>
                  <a:lnTo>
                    <a:pt x="1643888" y="85344"/>
                  </a:lnTo>
                  <a:lnTo>
                    <a:pt x="1636712" y="71374"/>
                  </a:lnTo>
                  <a:lnTo>
                    <a:pt x="1600073" y="0"/>
                  </a:lnTo>
                  <a:lnTo>
                    <a:pt x="1558163" y="86233"/>
                  </a:lnTo>
                  <a:lnTo>
                    <a:pt x="1586750" y="85940"/>
                  </a:lnTo>
                  <a:lnTo>
                    <a:pt x="1611998" y="2605836"/>
                  </a:lnTo>
                  <a:lnTo>
                    <a:pt x="94907" y="2634602"/>
                  </a:lnTo>
                  <a:lnTo>
                    <a:pt x="94361" y="2606040"/>
                  </a:lnTo>
                  <a:lnTo>
                    <a:pt x="9525" y="2650490"/>
                  </a:lnTo>
                  <a:lnTo>
                    <a:pt x="96012" y="2691638"/>
                  </a:lnTo>
                  <a:lnTo>
                    <a:pt x="95465" y="2663444"/>
                  </a:lnTo>
                  <a:lnTo>
                    <a:pt x="95453" y="2663177"/>
                  </a:lnTo>
                  <a:lnTo>
                    <a:pt x="1648079" y="2633726"/>
                  </a:lnTo>
                  <a:close/>
                </a:path>
              </a:pathLst>
            </a:custGeom>
            <a:solidFill>
              <a:srgbClr val="EF7D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67475" y="2990849"/>
              <a:ext cx="1390650" cy="361950"/>
            </a:xfrm>
            <a:custGeom>
              <a:avLst/>
              <a:gdLst/>
              <a:ahLst/>
              <a:cxnLst/>
              <a:rect l="l" t="t" r="r" b="b"/>
              <a:pathLst>
                <a:path w="1390650" h="361950">
                  <a:moveTo>
                    <a:pt x="1390650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390650" y="361950"/>
                  </a:lnTo>
                  <a:lnTo>
                    <a:pt x="13906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094341" y="4027741"/>
            <a:ext cx="1145540" cy="5810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3189" algn="just">
              <a:lnSpc>
                <a:spcPct val="101699"/>
              </a:lnSpc>
              <a:spcBef>
                <a:spcPts val="75"/>
              </a:spcBef>
            </a:pPr>
            <a:r>
              <a:rPr sz="1200" b="1" spc="-35" dirty="0">
                <a:solidFill>
                  <a:srgbClr val="C0504D"/>
                </a:solidFill>
                <a:latin typeface="Calibri"/>
                <a:cs typeface="Calibri"/>
              </a:rPr>
              <a:t>*</a:t>
            </a:r>
            <a:r>
              <a:rPr sz="1200" b="1" spc="-35" dirty="0">
                <a:solidFill>
                  <a:srgbClr val="C0504D"/>
                </a:solidFill>
                <a:latin typeface="Malgun Gothic"/>
                <a:cs typeface="Malgun Gothic"/>
              </a:rPr>
              <a:t>외부</a:t>
            </a:r>
            <a:r>
              <a:rPr sz="1200" b="1" spc="-60" dirty="0">
                <a:solidFill>
                  <a:srgbClr val="C0504D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C0504D"/>
                </a:solidFill>
                <a:latin typeface="Malgun Gothic"/>
                <a:cs typeface="Malgun Gothic"/>
              </a:rPr>
              <a:t>유출이 불가한</a:t>
            </a:r>
            <a:r>
              <a:rPr sz="1200" b="1" spc="-80" dirty="0">
                <a:solidFill>
                  <a:srgbClr val="C0504D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C0504D"/>
                </a:solidFill>
                <a:latin typeface="Malgun Gothic"/>
                <a:cs typeface="Malgun Gothic"/>
              </a:rPr>
              <a:t>자료는 </a:t>
            </a:r>
            <a:r>
              <a:rPr sz="1200" b="1" dirty="0">
                <a:solidFill>
                  <a:srgbClr val="C0504D"/>
                </a:solidFill>
                <a:latin typeface="Calibri"/>
                <a:cs typeface="Calibri"/>
              </a:rPr>
              <a:t>Data </a:t>
            </a:r>
            <a:r>
              <a:rPr sz="1200" b="1" spc="-10" dirty="0">
                <a:solidFill>
                  <a:srgbClr val="C0504D"/>
                </a:solidFill>
                <a:latin typeface="Calibri"/>
                <a:cs typeface="Calibri"/>
              </a:rPr>
              <a:t>Base</a:t>
            </a:r>
            <a:r>
              <a:rPr sz="1200" b="1" spc="-10" dirty="0">
                <a:solidFill>
                  <a:srgbClr val="C0504D"/>
                </a:solidFill>
                <a:latin typeface="Malgun Gothic"/>
                <a:cs typeface="Malgun Gothic"/>
              </a:rPr>
              <a:t>에</a:t>
            </a:r>
            <a:r>
              <a:rPr sz="1200" b="1" spc="-150" dirty="0">
                <a:solidFill>
                  <a:srgbClr val="C0504D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C0504D"/>
                </a:solidFill>
                <a:latin typeface="Malgun Gothic"/>
                <a:cs typeface="Malgun Gothic"/>
              </a:rPr>
              <a:t>적재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19137" y="1519300"/>
            <a:ext cx="819150" cy="1247775"/>
          </a:xfrm>
          <a:custGeom>
            <a:avLst/>
            <a:gdLst/>
            <a:ahLst/>
            <a:cxnLst/>
            <a:rect l="l" t="t" r="r" b="b"/>
            <a:pathLst>
              <a:path w="819150" h="1247775">
                <a:moveTo>
                  <a:pt x="0" y="1247775"/>
                </a:moveTo>
                <a:lnTo>
                  <a:pt x="819150" y="1247775"/>
                </a:lnTo>
                <a:lnTo>
                  <a:pt x="819150" y="0"/>
                </a:lnTo>
                <a:lnTo>
                  <a:pt x="0" y="0"/>
                </a:lnTo>
                <a:lnTo>
                  <a:pt x="0" y="1247775"/>
                </a:lnTo>
                <a:close/>
              </a:path>
            </a:pathLst>
          </a:custGeom>
          <a:ln w="25400">
            <a:solidFill>
              <a:srgbClr val="9BB8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9137" y="1506600"/>
            <a:ext cx="819150" cy="1273175"/>
          </a:xfrm>
          <a:prstGeom prst="rect">
            <a:avLst/>
          </a:prstGeom>
          <a:solidFill>
            <a:srgbClr val="9BB8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imes New Roman"/>
              <a:cs typeface="Times New Roman"/>
            </a:endParaRPr>
          </a:p>
          <a:p>
            <a:pPr marL="179070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19137" y="2843212"/>
            <a:ext cx="819150" cy="2914650"/>
          </a:xfrm>
          <a:custGeom>
            <a:avLst/>
            <a:gdLst/>
            <a:ahLst/>
            <a:cxnLst/>
            <a:rect l="l" t="t" r="r" b="b"/>
            <a:pathLst>
              <a:path w="819150" h="2914650">
                <a:moveTo>
                  <a:pt x="0" y="2914650"/>
                </a:moveTo>
                <a:lnTo>
                  <a:pt x="819150" y="2914650"/>
                </a:lnTo>
                <a:lnTo>
                  <a:pt x="819150" y="0"/>
                </a:lnTo>
                <a:lnTo>
                  <a:pt x="0" y="0"/>
                </a:lnTo>
                <a:lnTo>
                  <a:pt x="0" y="2914650"/>
                </a:lnTo>
                <a:close/>
              </a:path>
            </a:pathLst>
          </a:custGeom>
          <a:ln w="25400">
            <a:solidFill>
              <a:srgbClr val="9BB8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19137" y="2830512"/>
            <a:ext cx="819150" cy="2940050"/>
          </a:xfrm>
          <a:prstGeom prst="rect">
            <a:avLst/>
          </a:prstGeom>
          <a:solidFill>
            <a:srgbClr val="9BB8D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19475" y="3419475"/>
            <a:ext cx="2486025" cy="22860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41275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325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제공</a:t>
            </a:r>
            <a:r>
              <a:rPr sz="1200" b="1" spc="-1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67475" y="2990850"/>
            <a:ext cx="1390650" cy="3619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552450">
              <a:lnSpc>
                <a:spcPct val="100000"/>
              </a:lnSpc>
              <a:spcBef>
                <a:spcPts val="61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가드레일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391150" y="2990786"/>
            <a:ext cx="4181475" cy="2267585"/>
            <a:chOff x="5391150" y="2990786"/>
            <a:chExt cx="4181475" cy="2267585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7475" y="2990786"/>
              <a:ext cx="481012" cy="481012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391150" y="3942333"/>
              <a:ext cx="2462530" cy="892175"/>
            </a:xfrm>
            <a:custGeom>
              <a:avLst/>
              <a:gdLst/>
              <a:ahLst/>
              <a:cxnLst/>
              <a:rect l="l" t="t" r="r" b="b"/>
              <a:pathLst>
                <a:path w="2462529" h="892175">
                  <a:moveTo>
                    <a:pt x="59182" y="820039"/>
                  </a:moveTo>
                  <a:lnTo>
                    <a:pt x="0" y="881380"/>
                  </a:lnTo>
                  <a:lnTo>
                    <a:pt x="84582" y="891921"/>
                  </a:lnTo>
                  <a:lnTo>
                    <a:pt x="76549" y="869188"/>
                  </a:lnTo>
                  <a:lnTo>
                    <a:pt x="62991" y="869188"/>
                  </a:lnTo>
                  <a:lnTo>
                    <a:pt x="56641" y="851281"/>
                  </a:lnTo>
                  <a:lnTo>
                    <a:pt x="68712" y="847011"/>
                  </a:lnTo>
                  <a:lnTo>
                    <a:pt x="59182" y="820039"/>
                  </a:lnTo>
                  <a:close/>
                </a:path>
                <a:path w="2462529" h="892175">
                  <a:moveTo>
                    <a:pt x="68712" y="847011"/>
                  </a:moveTo>
                  <a:lnTo>
                    <a:pt x="56641" y="851281"/>
                  </a:lnTo>
                  <a:lnTo>
                    <a:pt x="62991" y="869188"/>
                  </a:lnTo>
                  <a:lnTo>
                    <a:pt x="75043" y="864925"/>
                  </a:lnTo>
                  <a:lnTo>
                    <a:pt x="68712" y="847011"/>
                  </a:lnTo>
                  <a:close/>
                </a:path>
                <a:path w="2462529" h="892175">
                  <a:moveTo>
                    <a:pt x="75043" y="864925"/>
                  </a:moveTo>
                  <a:lnTo>
                    <a:pt x="62991" y="869188"/>
                  </a:lnTo>
                  <a:lnTo>
                    <a:pt x="76549" y="869188"/>
                  </a:lnTo>
                  <a:lnTo>
                    <a:pt x="75043" y="864925"/>
                  </a:lnTo>
                  <a:close/>
                </a:path>
                <a:path w="2462529" h="892175">
                  <a:moveTo>
                    <a:pt x="2387345" y="26955"/>
                  </a:moveTo>
                  <a:lnTo>
                    <a:pt x="68712" y="847011"/>
                  </a:lnTo>
                  <a:lnTo>
                    <a:pt x="75043" y="864925"/>
                  </a:lnTo>
                  <a:lnTo>
                    <a:pt x="2393675" y="44869"/>
                  </a:lnTo>
                  <a:lnTo>
                    <a:pt x="2387345" y="26955"/>
                  </a:lnTo>
                  <a:close/>
                </a:path>
                <a:path w="2462529" h="892175">
                  <a:moveTo>
                    <a:pt x="2450538" y="22733"/>
                  </a:moveTo>
                  <a:lnTo>
                    <a:pt x="2399283" y="22733"/>
                  </a:lnTo>
                  <a:lnTo>
                    <a:pt x="2405633" y="40640"/>
                  </a:lnTo>
                  <a:lnTo>
                    <a:pt x="2393675" y="44869"/>
                  </a:lnTo>
                  <a:lnTo>
                    <a:pt x="2403221" y="71882"/>
                  </a:lnTo>
                  <a:lnTo>
                    <a:pt x="2450538" y="22733"/>
                  </a:lnTo>
                  <a:close/>
                </a:path>
                <a:path w="2462529" h="892175">
                  <a:moveTo>
                    <a:pt x="2399283" y="22733"/>
                  </a:moveTo>
                  <a:lnTo>
                    <a:pt x="2387345" y="26955"/>
                  </a:lnTo>
                  <a:lnTo>
                    <a:pt x="2393675" y="44869"/>
                  </a:lnTo>
                  <a:lnTo>
                    <a:pt x="2405633" y="40640"/>
                  </a:lnTo>
                  <a:lnTo>
                    <a:pt x="2399283" y="22733"/>
                  </a:lnTo>
                  <a:close/>
                </a:path>
                <a:path w="2462529" h="892175">
                  <a:moveTo>
                    <a:pt x="2377821" y="0"/>
                  </a:moveTo>
                  <a:lnTo>
                    <a:pt x="2387345" y="26955"/>
                  </a:lnTo>
                  <a:lnTo>
                    <a:pt x="2399283" y="22733"/>
                  </a:lnTo>
                  <a:lnTo>
                    <a:pt x="2450538" y="22733"/>
                  </a:lnTo>
                  <a:lnTo>
                    <a:pt x="2462276" y="10541"/>
                  </a:lnTo>
                  <a:lnTo>
                    <a:pt x="23778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91600" y="3905249"/>
              <a:ext cx="581025" cy="5334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8750" y="4800600"/>
              <a:ext cx="495300" cy="45720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4949825" y="5848032"/>
            <a:ext cx="230251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[On-</a:t>
            </a:r>
            <a:r>
              <a:rPr sz="1200" b="1" dirty="0">
                <a:latin typeface="Calibri"/>
                <a:cs typeface="Calibri"/>
              </a:rPr>
              <a:t>premise</a:t>
            </a:r>
            <a:r>
              <a:rPr sz="1200" b="1" spc="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LLM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서비스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프로세스</a:t>
            </a:r>
            <a:r>
              <a:rPr sz="1200" b="1" spc="-10" dirty="0">
                <a:latin typeface="Calibri"/>
                <a:cs typeface="Calibri"/>
              </a:rPr>
              <a:t>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19480" y="1105852"/>
            <a:ext cx="78981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Malgun Gothic"/>
                <a:cs typeface="Malgun Gothic"/>
              </a:rPr>
              <a:t>오픈소스컨설팅의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dirty="0">
                <a:latin typeface="Calibri"/>
                <a:cs typeface="Calibri"/>
              </a:rPr>
              <a:t>MAAL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솔루션은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고객사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내부</a:t>
            </a:r>
            <a:r>
              <a:rPr sz="1350" spc="-18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망에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탑재되어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다양한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Malgun Gothic"/>
                <a:cs typeface="Malgun Gothic"/>
              </a:rPr>
              <a:t>대내</a:t>
            </a:r>
            <a:r>
              <a:rPr sz="1350" spc="-20" dirty="0">
                <a:latin typeface="Calibri"/>
                <a:cs typeface="Calibri"/>
              </a:rPr>
              <a:t>/</a:t>
            </a:r>
            <a:r>
              <a:rPr sz="1350" spc="-20" dirty="0">
                <a:latin typeface="Malgun Gothic"/>
                <a:cs typeface="Malgun Gothic"/>
              </a:rPr>
              <a:t>대외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서비스를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구현해드립니다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76275" y="1066800"/>
            <a:ext cx="85725" cy="285750"/>
          </a:xfrm>
          <a:custGeom>
            <a:avLst/>
            <a:gdLst/>
            <a:ahLst/>
            <a:cxnLst/>
            <a:rect l="l" t="t" r="r" b="b"/>
            <a:pathLst>
              <a:path w="85725" h="285750">
                <a:moveTo>
                  <a:pt x="85725" y="0"/>
                </a:moveTo>
                <a:lnTo>
                  <a:pt x="0" y="0"/>
                </a:lnTo>
                <a:lnTo>
                  <a:pt x="0" y="285750"/>
                </a:lnTo>
                <a:lnTo>
                  <a:pt x="85725" y="285750"/>
                </a:lnTo>
                <a:lnTo>
                  <a:pt x="8572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486650" y="3419475"/>
            <a:ext cx="2333625" cy="228600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32384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254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고객사</a:t>
            </a:r>
            <a:r>
              <a:rPr sz="1200" b="1" spc="-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내부</a:t>
            </a:r>
            <a:r>
              <a:rPr sz="1200" b="1" spc="-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FFFFF"/>
                </a:solidFill>
                <a:latin typeface="Malgun Gothic"/>
                <a:cs typeface="Malgun Gothic"/>
              </a:rPr>
              <a:t>망</a:t>
            </a:r>
            <a:r>
              <a:rPr sz="1200" b="1" spc="-1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(On-premise)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5DCC45E-F0C3-4979-B403-5F692346A58F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07810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9957" y="1552511"/>
            <a:ext cx="47936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Malgun Gothic"/>
                <a:cs typeface="Malgun Gothic"/>
              </a:rPr>
              <a:t>자유로운</a:t>
            </a:r>
            <a:r>
              <a:rPr sz="1350" spc="-22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채팅을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통해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질문에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대한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답변을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제공받을</a:t>
            </a:r>
            <a:r>
              <a:rPr sz="1350" spc="-2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</a:t>
            </a:r>
            <a:r>
              <a:rPr sz="1350" spc="-17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있습니다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4151" y="1173162"/>
            <a:ext cx="8845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2.</a:t>
            </a:r>
            <a:r>
              <a:rPr sz="1500" b="1" spc="-80" dirty="0">
                <a:latin typeface="Malgun Gothic"/>
                <a:cs typeface="Malgun Gothic"/>
              </a:rPr>
              <a:t> </a:t>
            </a:r>
            <a:r>
              <a:rPr sz="1500" b="1" spc="-45" dirty="0">
                <a:latin typeface="Malgun Gothic"/>
                <a:cs typeface="Malgun Gothic"/>
              </a:rPr>
              <a:t>Task</a:t>
            </a:r>
            <a:r>
              <a:rPr sz="1500" b="1" spc="-6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UI</a:t>
            </a:r>
            <a:endParaRPr sz="1500" dirty="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08344" y="1431812"/>
            <a:ext cx="5894705" cy="52133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350" spc="-25" dirty="0">
                <a:latin typeface="Calibri"/>
                <a:cs typeface="Calibri"/>
              </a:rPr>
              <a:t>Task </a:t>
            </a:r>
            <a:r>
              <a:rPr sz="1350" spc="-15" dirty="0">
                <a:latin typeface="Calibri"/>
                <a:cs typeface="Calibri"/>
              </a:rPr>
              <a:t>UI</a:t>
            </a:r>
            <a:r>
              <a:rPr sz="1350" spc="-15" dirty="0">
                <a:latin typeface="Malgun Gothic"/>
                <a:cs typeface="Malgun Gothic"/>
              </a:rPr>
              <a:t>는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Calibri"/>
                <a:cs typeface="Calibri"/>
              </a:rPr>
              <a:t>31</a:t>
            </a:r>
            <a:r>
              <a:rPr sz="1350" spc="-20" dirty="0">
                <a:latin typeface="Malgun Gothic"/>
                <a:cs typeface="Malgun Gothic"/>
              </a:rPr>
              <a:t>개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이상의</a:t>
            </a:r>
            <a:r>
              <a:rPr sz="1350" spc="-2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사내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업무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b="1" spc="-10" dirty="0">
                <a:latin typeface="Calibri"/>
                <a:cs typeface="Calibri"/>
              </a:rPr>
              <a:t>(</a:t>
            </a:r>
            <a:r>
              <a:rPr sz="1350" b="1" spc="-10" dirty="0">
                <a:latin typeface="Malgun Gothic"/>
                <a:cs typeface="Malgun Gothic"/>
              </a:rPr>
              <a:t>생성</a:t>
            </a:r>
            <a:r>
              <a:rPr sz="1350" b="1" spc="-10" dirty="0">
                <a:latin typeface="Calibri"/>
                <a:cs typeface="Calibri"/>
              </a:rPr>
              <a:t>/</a:t>
            </a:r>
            <a:r>
              <a:rPr sz="1350" b="1" spc="-10" dirty="0">
                <a:latin typeface="Malgun Gothic"/>
                <a:cs typeface="Malgun Gothic"/>
              </a:rPr>
              <a:t>요약</a:t>
            </a:r>
            <a:r>
              <a:rPr sz="1350" b="1" spc="-10" dirty="0">
                <a:latin typeface="Calibri"/>
                <a:cs typeface="Calibri"/>
              </a:rPr>
              <a:t>/</a:t>
            </a:r>
            <a:r>
              <a:rPr sz="1350" b="1" spc="-10" dirty="0">
                <a:latin typeface="Malgun Gothic"/>
                <a:cs typeface="Malgun Gothic"/>
              </a:rPr>
              <a:t>첨삭</a:t>
            </a:r>
            <a:r>
              <a:rPr sz="1350" b="1" spc="-10" dirty="0">
                <a:latin typeface="Calibri"/>
                <a:cs typeface="Calibri"/>
              </a:rPr>
              <a:t>/</a:t>
            </a:r>
            <a:r>
              <a:rPr sz="1350" b="1" spc="-10" dirty="0">
                <a:latin typeface="Malgun Gothic"/>
                <a:cs typeface="Malgun Gothic"/>
              </a:rPr>
              <a:t>번역</a:t>
            </a:r>
            <a:r>
              <a:rPr sz="1350" b="1" spc="-10" dirty="0">
                <a:latin typeface="Calibri"/>
                <a:cs typeface="Calibri"/>
              </a:rPr>
              <a:t>/</a:t>
            </a:r>
            <a:r>
              <a:rPr sz="1350" b="1" spc="-10" dirty="0">
                <a:latin typeface="Malgun Gothic"/>
                <a:cs typeface="Malgun Gothic"/>
              </a:rPr>
              <a:t>분석</a:t>
            </a:r>
            <a:r>
              <a:rPr sz="1350" b="1" spc="-10" dirty="0">
                <a:latin typeface="Calibri"/>
                <a:cs typeface="Calibri"/>
              </a:rPr>
              <a:t>/</a:t>
            </a:r>
            <a:r>
              <a:rPr sz="1350" b="1" spc="-10" dirty="0">
                <a:latin typeface="Malgun Gothic"/>
                <a:cs typeface="Malgun Gothic"/>
              </a:rPr>
              <a:t>코드</a:t>
            </a:r>
            <a:r>
              <a:rPr sz="1350" b="1" spc="-10" dirty="0">
                <a:latin typeface="Calibri"/>
                <a:cs typeface="Calibri"/>
              </a:rPr>
              <a:t>)</a:t>
            </a:r>
            <a:r>
              <a:rPr sz="1350" b="1" spc="-15" dirty="0">
                <a:latin typeface="Calibri"/>
                <a:cs typeface="Calibri"/>
              </a:rPr>
              <a:t> </a:t>
            </a:r>
            <a:r>
              <a:rPr sz="1350" dirty="0">
                <a:latin typeface="Malgun Gothic"/>
                <a:cs typeface="Malgun Gothic"/>
              </a:rPr>
              <a:t>를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자동화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350" dirty="0">
                <a:latin typeface="Malgun Gothic"/>
                <a:cs typeface="Malgun Gothic"/>
              </a:rPr>
              <a:t>할</a:t>
            </a:r>
            <a:r>
              <a:rPr sz="1350" spc="-18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있도록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사전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제작된</a:t>
            </a:r>
            <a:r>
              <a:rPr sz="1350" spc="-204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툴입니다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고객사에</a:t>
            </a:r>
            <a:r>
              <a:rPr sz="1350" spc="-2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맞는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Malgun Gothic"/>
                <a:cs typeface="Malgun Gothic"/>
              </a:rPr>
              <a:t>커스터마이징이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가능합니다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62725" y="2076513"/>
            <a:ext cx="4953000" cy="3752850"/>
            <a:chOff x="6562725" y="2076513"/>
            <a:chExt cx="4953000" cy="375285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2725" y="2705100"/>
              <a:ext cx="4953000" cy="31242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10450" y="2081276"/>
              <a:ext cx="4067175" cy="485775"/>
            </a:xfrm>
            <a:custGeom>
              <a:avLst/>
              <a:gdLst/>
              <a:ahLst/>
              <a:cxnLst/>
              <a:rect l="l" t="t" r="r" b="b"/>
              <a:pathLst>
                <a:path w="4067175" h="485775">
                  <a:moveTo>
                    <a:pt x="0" y="160654"/>
                  </a:moveTo>
                  <a:lnTo>
                    <a:pt x="8185" y="109858"/>
                  </a:lnTo>
                  <a:lnTo>
                    <a:pt x="30983" y="65754"/>
                  </a:lnTo>
                  <a:lnTo>
                    <a:pt x="65754" y="30983"/>
                  </a:lnTo>
                  <a:lnTo>
                    <a:pt x="109858" y="8185"/>
                  </a:lnTo>
                  <a:lnTo>
                    <a:pt x="160654" y="0"/>
                  </a:lnTo>
                  <a:lnTo>
                    <a:pt x="3906393" y="0"/>
                  </a:lnTo>
                  <a:lnTo>
                    <a:pt x="3957203" y="8185"/>
                  </a:lnTo>
                  <a:lnTo>
                    <a:pt x="4001338" y="30983"/>
                  </a:lnTo>
                  <a:lnTo>
                    <a:pt x="4036146" y="65754"/>
                  </a:lnTo>
                  <a:lnTo>
                    <a:pt x="4058975" y="109858"/>
                  </a:lnTo>
                  <a:lnTo>
                    <a:pt x="4067175" y="160654"/>
                  </a:lnTo>
                  <a:lnTo>
                    <a:pt x="4067175" y="324993"/>
                  </a:lnTo>
                  <a:lnTo>
                    <a:pt x="4058975" y="375803"/>
                  </a:lnTo>
                  <a:lnTo>
                    <a:pt x="4036146" y="419938"/>
                  </a:lnTo>
                  <a:lnTo>
                    <a:pt x="4001338" y="454746"/>
                  </a:lnTo>
                  <a:lnTo>
                    <a:pt x="3957203" y="477575"/>
                  </a:lnTo>
                  <a:lnTo>
                    <a:pt x="3906393" y="485775"/>
                  </a:lnTo>
                  <a:lnTo>
                    <a:pt x="160654" y="485775"/>
                  </a:lnTo>
                  <a:lnTo>
                    <a:pt x="109858" y="477575"/>
                  </a:lnTo>
                  <a:lnTo>
                    <a:pt x="65754" y="454746"/>
                  </a:lnTo>
                  <a:lnTo>
                    <a:pt x="30983" y="419938"/>
                  </a:lnTo>
                  <a:lnTo>
                    <a:pt x="8185" y="375803"/>
                  </a:lnTo>
                  <a:lnTo>
                    <a:pt x="0" y="324993"/>
                  </a:lnTo>
                  <a:lnTo>
                    <a:pt x="0" y="160654"/>
                  </a:lnTo>
                  <a:close/>
                </a:path>
              </a:pathLst>
            </a:custGeom>
            <a:ln w="9525">
              <a:solidFill>
                <a:srgbClr val="44536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6134100" y="1533525"/>
            <a:ext cx="85725" cy="285750"/>
          </a:xfrm>
          <a:custGeom>
            <a:avLst/>
            <a:gdLst/>
            <a:ahLst/>
            <a:cxnLst/>
            <a:rect l="l" t="t" r="r" b="b"/>
            <a:pathLst>
              <a:path w="85725" h="285750">
                <a:moveTo>
                  <a:pt x="85725" y="0"/>
                </a:moveTo>
                <a:lnTo>
                  <a:pt x="0" y="0"/>
                </a:lnTo>
                <a:lnTo>
                  <a:pt x="0" y="285750"/>
                </a:lnTo>
                <a:lnTo>
                  <a:pt x="85725" y="285750"/>
                </a:lnTo>
                <a:lnTo>
                  <a:pt x="8572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25640" y="2121901"/>
            <a:ext cx="3833495" cy="3873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latin typeface="Calibri"/>
                <a:cs typeface="Calibri"/>
              </a:rPr>
              <a:t>*</a:t>
            </a:r>
            <a:r>
              <a:rPr sz="1050" dirty="0">
                <a:latin typeface="Malgun Gothic"/>
                <a:cs typeface="Malgun Gothic"/>
              </a:rPr>
              <a:t>어떤</a:t>
            </a:r>
            <a:r>
              <a:rPr sz="1050" spc="-9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프롬프트를</a:t>
            </a:r>
            <a:r>
              <a:rPr sz="1050" spc="-125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넣을</a:t>
            </a:r>
            <a:r>
              <a:rPr sz="1050" spc="-9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지의</a:t>
            </a:r>
            <a:r>
              <a:rPr sz="1050" spc="-9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고민</a:t>
            </a:r>
            <a:r>
              <a:rPr sz="1050" dirty="0">
                <a:latin typeface="Calibri"/>
                <a:cs typeface="Calibri"/>
              </a:rPr>
              <a:t>/</a:t>
            </a:r>
            <a:r>
              <a:rPr sz="1050" dirty="0">
                <a:latin typeface="Malgun Gothic"/>
                <a:cs typeface="Malgun Gothic"/>
              </a:rPr>
              <a:t>노하우</a:t>
            </a:r>
            <a:r>
              <a:rPr sz="1050" spc="-75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없이</a:t>
            </a:r>
            <a:r>
              <a:rPr sz="1050" spc="-90" dirty="0">
                <a:latin typeface="Malgun Gothic"/>
                <a:cs typeface="Malgun Gothic"/>
              </a:rPr>
              <a:t> </a:t>
            </a:r>
            <a:r>
              <a:rPr sz="1050" b="1" spc="-10" dirty="0">
                <a:solidFill>
                  <a:srgbClr val="4261FF"/>
                </a:solidFill>
                <a:latin typeface="Calibri"/>
                <a:cs typeface="Calibri"/>
              </a:rPr>
              <a:t>‘</a:t>
            </a:r>
            <a:r>
              <a:rPr sz="1050" b="1" spc="-10" dirty="0">
                <a:solidFill>
                  <a:srgbClr val="4261FF"/>
                </a:solidFill>
                <a:latin typeface="Malgun Gothic"/>
                <a:cs typeface="Malgun Gothic"/>
              </a:rPr>
              <a:t>빈칸을</a:t>
            </a:r>
            <a:r>
              <a:rPr sz="1050" b="1" spc="-75" dirty="0">
                <a:solidFill>
                  <a:srgbClr val="4261FF"/>
                </a:solidFill>
                <a:latin typeface="Malgun Gothic"/>
                <a:cs typeface="Malgun Gothic"/>
              </a:rPr>
              <a:t> </a:t>
            </a:r>
            <a:r>
              <a:rPr sz="1050" b="1" dirty="0">
                <a:solidFill>
                  <a:srgbClr val="4261FF"/>
                </a:solidFill>
                <a:latin typeface="Malgun Gothic"/>
                <a:cs typeface="Malgun Gothic"/>
              </a:rPr>
              <a:t>채워</a:t>
            </a:r>
            <a:r>
              <a:rPr sz="1050" b="1" spc="-90" dirty="0">
                <a:solidFill>
                  <a:srgbClr val="4261FF"/>
                </a:solidFill>
                <a:latin typeface="Malgun Gothic"/>
                <a:cs typeface="Malgun Gothic"/>
              </a:rPr>
              <a:t> </a:t>
            </a:r>
            <a:r>
              <a:rPr sz="1050" b="1" spc="-25" dirty="0">
                <a:solidFill>
                  <a:srgbClr val="4261FF"/>
                </a:solidFill>
                <a:latin typeface="Malgun Gothic"/>
                <a:cs typeface="Malgun Gothic"/>
              </a:rPr>
              <a:t>넣는</a:t>
            </a:r>
            <a:r>
              <a:rPr sz="1050" b="1" spc="-25" dirty="0">
                <a:solidFill>
                  <a:srgbClr val="4261FF"/>
                </a:solidFill>
                <a:latin typeface="Calibri"/>
                <a:cs typeface="Calibri"/>
              </a:rPr>
              <a:t>’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latin typeface="Malgun Gothic"/>
                <a:cs typeface="Malgun Gothic"/>
              </a:rPr>
              <a:t>간단한</a:t>
            </a:r>
            <a:r>
              <a:rPr sz="1050" spc="-8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방식으로</a:t>
            </a:r>
            <a:r>
              <a:rPr sz="1050" spc="-130" dirty="0">
                <a:latin typeface="Malgun Gothic"/>
                <a:cs typeface="Malgun Gothic"/>
              </a:rPr>
              <a:t> </a:t>
            </a:r>
            <a:r>
              <a:rPr sz="1050" spc="-10" dirty="0">
                <a:latin typeface="Malgun Gothic"/>
                <a:cs typeface="Malgun Gothic"/>
              </a:rPr>
              <a:t>높은</a:t>
            </a:r>
            <a:r>
              <a:rPr sz="1050" spc="-75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퀄리티의</a:t>
            </a:r>
            <a:r>
              <a:rPr sz="1050" spc="-140" dirty="0">
                <a:latin typeface="Malgun Gothic"/>
                <a:cs typeface="Malgun Gothic"/>
              </a:rPr>
              <a:t> </a:t>
            </a:r>
            <a:r>
              <a:rPr sz="1050" spc="-10" dirty="0">
                <a:latin typeface="Malgun Gothic"/>
                <a:cs typeface="Malgun Gothic"/>
              </a:rPr>
              <a:t>결과물</a:t>
            </a:r>
            <a:r>
              <a:rPr sz="1050" spc="-60" dirty="0">
                <a:latin typeface="Malgun Gothic"/>
                <a:cs typeface="Malgun Gothic"/>
              </a:rPr>
              <a:t> </a:t>
            </a:r>
            <a:r>
              <a:rPr sz="1050" spc="-10" dirty="0">
                <a:latin typeface="Malgun Gothic"/>
                <a:cs typeface="Malgun Gothic"/>
              </a:rPr>
              <a:t>획득</a:t>
            </a:r>
            <a:r>
              <a:rPr sz="1050" spc="-75" dirty="0">
                <a:latin typeface="Malgun Gothic"/>
                <a:cs typeface="Malgun Gothic"/>
              </a:rPr>
              <a:t> </a:t>
            </a:r>
            <a:r>
              <a:rPr sz="1050" spc="-25" dirty="0">
                <a:latin typeface="Malgun Gothic"/>
                <a:cs typeface="Malgun Gothic"/>
              </a:rPr>
              <a:t>가능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3425" y="2105025"/>
            <a:ext cx="5219700" cy="3810000"/>
            <a:chOff x="733425" y="2105025"/>
            <a:chExt cx="5219700" cy="3810000"/>
          </a:xfrm>
        </p:grpSpPr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425" y="2105025"/>
              <a:ext cx="5219700" cy="38100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66775" y="2819400"/>
              <a:ext cx="1457325" cy="352425"/>
            </a:xfrm>
            <a:custGeom>
              <a:avLst/>
              <a:gdLst/>
              <a:ahLst/>
              <a:cxnLst/>
              <a:rect l="l" t="t" r="r" b="b"/>
              <a:pathLst>
                <a:path w="1457325" h="352425">
                  <a:moveTo>
                    <a:pt x="1457325" y="0"/>
                  </a:moveTo>
                  <a:lnTo>
                    <a:pt x="0" y="0"/>
                  </a:lnTo>
                  <a:lnTo>
                    <a:pt x="0" y="352425"/>
                  </a:lnTo>
                  <a:lnTo>
                    <a:pt x="1457325" y="352425"/>
                  </a:lnTo>
                  <a:lnTo>
                    <a:pt x="1457325" y="0"/>
                  </a:lnTo>
                  <a:close/>
                </a:path>
              </a:pathLst>
            </a:custGeom>
            <a:solidFill>
              <a:srgbClr val="F4F6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733425" y="1514475"/>
            <a:ext cx="85725" cy="285750"/>
          </a:xfrm>
          <a:custGeom>
            <a:avLst/>
            <a:gdLst/>
            <a:ahLst/>
            <a:cxnLst/>
            <a:rect l="l" t="t" r="r" b="b"/>
            <a:pathLst>
              <a:path w="85725" h="285750">
                <a:moveTo>
                  <a:pt x="85725" y="0"/>
                </a:moveTo>
                <a:lnTo>
                  <a:pt x="0" y="0"/>
                </a:lnTo>
                <a:lnTo>
                  <a:pt x="0" y="285750"/>
                </a:lnTo>
                <a:lnTo>
                  <a:pt x="85725" y="285750"/>
                </a:lnTo>
                <a:lnTo>
                  <a:pt x="85725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234426" y="2595626"/>
            <a:ext cx="914400" cy="702310"/>
          </a:xfrm>
          <a:custGeom>
            <a:avLst/>
            <a:gdLst/>
            <a:ahLst/>
            <a:cxnLst/>
            <a:rect l="l" t="t" r="r" b="b"/>
            <a:pathLst>
              <a:path w="914400" h="702310">
                <a:moveTo>
                  <a:pt x="914400" y="0"/>
                </a:moveTo>
                <a:lnTo>
                  <a:pt x="0" y="702056"/>
                </a:lnTo>
              </a:path>
            </a:pathLst>
          </a:custGeom>
          <a:ln w="9525">
            <a:solidFill>
              <a:srgbClr val="44536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41997" y="1132903"/>
            <a:ext cx="12338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1.</a:t>
            </a:r>
            <a:r>
              <a:rPr sz="1500" b="1" spc="-55" dirty="0">
                <a:latin typeface="Malgun Gothic"/>
                <a:cs typeface="Malgun Gothic"/>
              </a:rPr>
              <a:t> </a:t>
            </a:r>
            <a:r>
              <a:rPr sz="1500" b="1" dirty="0">
                <a:latin typeface="Malgun Gothic"/>
                <a:cs typeface="Malgun Gothic"/>
              </a:rPr>
              <a:t>MAAL</a:t>
            </a:r>
            <a:r>
              <a:rPr sz="1500" b="1" spc="-12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챗봇</a:t>
            </a:r>
            <a:endParaRPr sz="1500" dirty="0">
              <a:latin typeface="Malgun Gothic"/>
              <a:cs typeface="Malgun Gothic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0D763D-941C-40D0-8C72-2E3559DFE840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11137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-9525"/>
            <a:ext cx="12192000" cy="887730"/>
            <a:chOff x="0" y="-9525"/>
            <a:chExt cx="12192000" cy="887730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1662" y="2001901"/>
            <a:ext cx="4969510" cy="3892550"/>
            <a:chOff x="601662" y="2001901"/>
            <a:chExt cx="4969510" cy="3892550"/>
          </a:xfrm>
        </p:grpSpPr>
        <p:sp>
          <p:nvSpPr>
            <p:cNvPr id="9" name="object 9"/>
            <p:cNvSpPr/>
            <p:nvPr/>
          </p:nvSpPr>
          <p:spPr>
            <a:xfrm>
              <a:off x="614362" y="2024062"/>
              <a:ext cx="4943475" cy="3857625"/>
            </a:xfrm>
            <a:custGeom>
              <a:avLst/>
              <a:gdLst/>
              <a:ahLst/>
              <a:cxnLst/>
              <a:rect l="l" t="t" r="r" b="b"/>
              <a:pathLst>
                <a:path w="4943475" h="3857625">
                  <a:moveTo>
                    <a:pt x="0" y="3857625"/>
                  </a:moveTo>
                  <a:lnTo>
                    <a:pt x="4943475" y="3857625"/>
                  </a:lnTo>
                  <a:lnTo>
                    <a:pt x="4943475" y="0"/>
                  </a:lnTo>
                  <a:lnTo>
                    <a:pt x="0" y="0"/>
                  </a:lnTo>
                  <a:lnTo>
                    <a:pt x="0" y="3857625"/>
                  </a:lnTo>
                  <a:close/>
                </a:path>
              </a:pathLst>
            </a:custGeom>
            <a:ln w="25400">
              <a:solidFill>
                <a:srgbClr val="C5D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4362" y="2014601"/>
              <a:ext cx="4944110" cy="361950"/>
            </a:xfrm>
            <a:custGeom>
              <a:avLst/>
              <a:gdLst/>
              <a:ahLst/>
              <a:cxnLst/>
              <a:rect l="l" t="t" r="r" b="b"/>
              <a:pathLst>
                <a:path w="4944110" h="361950">
                  <a:moveTo>
                    <a:pt x="4883086" y="0"/>
                  </a:moveTo>
                  <a:lnTo>
                    <a:pt x="60325" y="0"/>
                  </a:lnTo>
                  <a:lnTo>
                    <a:pt x="36845" y="4728"/>
                  </a:lnTo>
                  <a:lnTo>
                    <a:pt x="17670" y="17637"/>
                  </a:lnTo>
                  <a:lnTo>
                    <a:pt x="4741" y="36808"/>
                  </a:lnTo>
                  <a:lnTo>
                    <a:pt x="0" y="60325"/>
                  </a:lnTo>
                  <a:lnTo>
                    <a:pt x="0" y="301498"/>
                  </a:lnTo>
                  <a:lnTo>
                    <a:pt x="4741" y="325034"/>
                  </a:lnTo>
                  <a:lnTo>
                    <a:pt x="17670" y="344249"/>
                  </a:lnTo>
                  <a:lnTo>
                    <a:pt x="36845" y="357201"/>
                  </a:lnTo>
                  <a:lnTo>
                    <a:pt x="60325" y="361950"/>
                  </a:lnTo>
                  <a:lnTo>
                    <a:pt x="4883086" y="361950"/>
                  </a:lnTo>
                  <a:lnTo>
                    <a:pt x="4906623" y="357201"/>
                  </a:lnTo>
                  <a:lnTo>
                    <a:pt x="4925837" y="344249"/>
                  </a:lnTo>
                  <a:lnTo>
                    <a:pt x="4938789" y="325034"/>
                  </a:lnTo>
                  <a:lnTo>
                    <a:pt x="4943538" y="301498"/>
                  </a:lnTo>
                  <a:lnTo>
                    <a:pt x="4943538" y="60325"/>
                  </a:lnTo>
                  <a:lnTo>
                    <a:pt x="4938789" y="36808"/>
                  </a:lnTo>
                  <a:lnTo>
                    <a:pt x="4925837" y="17637"/>
                  </a:lnTo>
                  <a:lnTo>
                    <a:pt x="4906623" y="4728"/>
                  </a:lnTo>
                  <a:lnTo>
                    <a:pt x="4883086" y="0"/>
                  </a:lnTo>
                  <a:close/>
                </a:path>
              </a:pathLst>
            </a:custGeom>
            <a:solidFill>
              <a:srgbClr val="1C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362" y="2014601"/>
              <a:ext cx="4944110" cy="361950"/>
            </a:xfrm>
            <a:custGeom>
              <a:avLst/>
              <a:gdLst/>
              <a:ahLst/>
              <a:cxnLst/>
              <a:rect l="l" t="t" r="r" b="b"/>
              <a:pathLst>
                <a:path w="4944110" h="361950">
                  <a:moveTo>
                    <a:pt x="0" y="60325"/>
                  </a:moveTo>
                  <a:lnTo>
                    <a:pt x="4741" y="36808"/>
                  </a:lnTo>
                  <a:lnTo>
                    <a:pt x="17670" y="17637"/>
                  </a:lnTo>
                  <a:lnTo>
                    <a:pt x="36845" y="4728"/>
                  </a:lnTo>
                  <a:lnTo>
                    <a:pt x="60325" y="0"/>
                  </a:lnTo>
                  <a:lnTo>
                    <a:pt x="4883086" y="0"/>
                  </a:lnTo>
                  <a:lnTo>
                    <a:pt x="4906623" y="4728"/>
                  </a:lnTo>
                  <a:lnTo>
                    <a:pt x="4925837" y="17637"/>
                  </a:lnTo>
                  <a:lnTo>
                    <a:pt x="4938789" y="36808"/>
                  </a:lnTo>
                  <a:lnTo>
                    <a:pt x="4943538" y="60325"/>
                  </a:lnTo>
                  <a:lnTo>
                    <a:pt x="4943538" y="301498"/>
                  </a:lnTo>
                  <a:lnTo>
                    <a:pt x="4938789" y="325034"/>
                  </a:lnTo>
                  <a:lnTo>
                    <a:pt x="4925837" y="344249"/>
                  </a:lnTo>
                  <a:lnTo>
                    <a:pt x="4906623" y="357201"/>
                  </a:lnTo>
                  <a:lnTo>
                    <a:pt x="4883086" y="361950"/>
                  </a:lnTo>
                  <a:lnTo>
                    <a:pt x="60325" y="361950"/>
                  </a:lnTo>
                  <a:lnTo>
                    <a:pt x="36845" y="357201"/>
                  </a:lnTo>
                  <a:lnTo>
                    <a:pt x="17670" y="344249"/>
                  </a:lnTo>
                  <a:lnTo>
                    <a:pt x="4741" y="325034"/>
                  </a:lnTo>
                  <a:lnTo>
                    <a:pt x="0" y="301498"/>
                  </a:lnTo>
                  <a:lnTo>
                    <a:pt x="0" y="60325"/>
                  </a:lnTo>
                  <a:close/>
                </a:path>
              </a:pathLst>
            </a:custGeom>
            <a:ln w="25400">
              <a:solidFill>
                <a:srgbClr val="1C15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075433" y="2053209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대화를</a:t>
            </a:r>
            <a:r>
              <a:rPr sz="150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sz="1500" b="1" spc="-2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편리한</a:t>
            </a:r>
            <a:r>
              <a:rPr sz="1500" b="1" spc="-2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검색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5325" y="1590675"/>
            <a:ext cx="76200" cy="247650"/>
          </a:xfrm>
          <a:custGeom>
            <a:avLst/>
            <a:gdLst/>
            <a:ahLst/>
            <a:cxnLst/>
            <a:rect l="l" t="t" r="r" b="b"/>
            <a:pathLst>
              <a:path w="76200" h="247650">
                <a:moveTo>
                  <a:pt x="76200" y="0"/>
                </a:moveTo>
                <a:lnTo>
                  <a:pt x="0" y="0"/>
                </a:lnTo>
                <a:lnTo>
                  <a:pt x="0" y="247650"/>
                </a:lnTo>
                <a:lnTo>
                  <a:pt x="76200" y="247650"/>
                </a:lnTo>
                <a:lnTo>
                  <a:pt x="762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6939" y="1580832"/>
            <a:ext cx="43491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latin typeface="Malgun Gothic"/>
                <a:cs typeface="Malgun Gothic"/>
              </a:rPr>
              <a:t>사내</a:t>
            </a:r>
            <a:r>
              <a:rPr sz="1350" spc="-20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지식</a:t>
            </a:r>
            <a:r>
              <a:rPr sz="1350" spc="-19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기반의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검색</a:t>
            </a:r>
            <a:r>
              <a:rPr sz="1350" spc="-190" dirty="0">
                <a:latin typeface="Malgun Gothic"/>
                <a:cs typeface="Malgun Gothic"/>
              </a:rPr>
              <a:t> </a:t>
            </a:r>
            <a:r>
              <a:rPr sz="1350" dirty="0">
                <a:latin typeface="Calibri"/>
                <a:cs typeface="Calibri"/>
              </a:rPr>
              <a:t>/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대화를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가능하게</a:t>
            </a:r>
            <a:r>
              <a:rPr sz="1350" spc="-2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만드는</a:t>
            </a:r>
            <a:r>
              <a:rPr sz="1350" spc="-21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툴입니다</a:t>
            </a:r>
            <a:r>
              <a:rPr sz="1350" spc="-10" dirty="0">
                <a:latin typeface="Calibri"/>
                <a:cs typeface="Calibri"/>
              </a:rPr>
              <a:t>.</a:t>
            </a:r>
            <a:endParaRPr sz="1350" dirty="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75" y="3886200"/>
            <a:ext cx="4733925" cy="176212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860425" y="2544445"/>
            <a:ext cx="4349115" cy="5803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5"/>
              </a:spcBef>
            </a:pPr>
            <a:r>
              <a:rPr sz="1200" dirty="0">
                <a:latin typeface="Malgun Gothic"/>
                <a:cs typeface="Malgun Gothic"/>
              </a:rPr>
              <a:t>원하는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정보를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얻기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위해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방대한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양의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회사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문서를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일일이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찾아야 </a:t>
            </a:r>
            <a:r>
              <a:rPr sz="1200" dirty="0">
                <a:latin typeface="Malgun Gothic"/>
                <a:cs typeface="Malgun Gothic"/>
              </a:rPr>
              <a:t>했던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기존의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검색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방식과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달리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LLM </a:t>
            </a:r>
            <a:r>
              <a:rPr sz="1200" spc="-10" dirty="0">
                <a:latin typeface="Malgun Gothic"/>
                <a:cs typeface="Malgun Gothic"/>
              </a:rPr>
              <a:t>검색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툴을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활용하면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‘</a:t>
            </a:r>
            <a:r>
              <a:rPr sz="1200" b="1" spc="-10" dirty="0">
                <a:latin typeface="Malgun Gothic"/>
                <a:cs typeface="Malgun Gothic"/>
              </a:rPr>
              <a:t>단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spc="-50" dirty="0">
                <a:latin typeface="Malgun Gothic"/>
                <a:cs typeface="Malgun Gothic"/>
              </a:rPr>
              <a:t>한 </a:t>
            </a:r>
            <a:r>
              <a:rPr sz="1200" b="1" dirty="0">
                <a:latin typeface="Malgun Gothic"/>
                <a:cs typeface="Malgun Gothic"/>
              </a:rPr>
              <a:t>마디의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질문</a:t>
            </a:r>
            <a:r>
              <a:rPr sz="1200" b="1" spc="-10" dirty="0">
                <a:latin typeface="Calibri"/>
                <a:cs typeface="Calibri"/>
              </a:rPr>
              <a:t>’</a:t>
            </a:r>
            <a:r>
              <a:rPr sz="1200" b="1" spc="-10" dirty="0">
                <a:latin typeface="Malgun Gothic"/>
                <a:cs typeface="Malgun Gothic"/>
              </a:rPr>
              <a:t>만으로</a:t>
            </a:r>
            <a:r>
              <a:rPr sz="1200" b="1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쉽고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빠르게</a:t>
            </a:r>
            <a:r>
              <a:rPr sz="1200" spc="-14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필요한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정보를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찾을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1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78551" y="2001901"/>
            <a:ext cx="5978525" cy="3892550"/>
            <a:chOff x="5678551" y="2001901"/>
            <a:chExt cx="5978525" cy="3892550"/>
          </a:xfrm>
        </p:grpSpPr>
        <p:sp>
          <p:nvSpPr>
            <p:cNvPr id="32" name="object 32"/>
            <p:cNvSpPr/>
            <p:nvPr/>
          </p:nvSpPr>
          <p:spPr>
            <a:xfrm>
              <a:off x="5691251" y="2033587"/>
              <a:ext cx="5953125" cy="3848100"/>
            </a:xfrm>
            <a:custGeom>
              <a:avLst/>
              <a:gdLst/>
              <a:ahLst/>
              <a:cxnLst/>
              <a:rect l="l" t="t" r="r" b="b"/>
              <a:pathLst>
                <a:path w="5953125" h="3848100">
                  <a:moveTo>
                    <a:pt x="0" y="3848100"/>
                  </a:moveTo>
                  <a:lnTo>
                    <a:pt x="5953125" y="3848100"/>
                  </a:lnTo>
                  <a:lnTo>
                    <a:pt x="5953125" y="0"/>
                  </a:lnTo>
                  <a:lnTo>
                    <a:pt x="0" y="0"/>
                  </a:lnTo>
                  <a:lnTo>
                    <a:pt x="0" y="3848100"/>
                  </a:lnTo>
                  <a:close/>
                </a:path>
              </a:pathLst>
            </a:custGeom>
            <a:ln w="25400">
              <a:solidFill>
                <a:srgbClr val="C5D7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91251" y="2014601"/>
              <a:ext cx="5953125" cy="371475"/>
            </a:xfrm>
            <a:custGeom>
              <a:avLst/>
              <a:gdLst/>
              <a:ahLst/>
              <a:cxnLst/>
              <a:rect l="l" t="t" r="r" b="b"/>
              <a:pathLst>
                <a:path w="5953125" h="371475">
                  <a:moveTo>
                    <a:pt x="5891149" y="0"/>
                  </a:moveTo>
                  <a:lnTo>
                    <a:pt x="61849" y="0"/>
                  </a:lnTo>
                  <a:lnTo>
                    <a:pt x="37772" y="4859"/>
                  </a:lnTo>
                  <a:lnTo>
                    <a:pt x="18113" y="18113"/>
                  </a:lnTo>
                  <a:lnTo>
                    <a:pt x="4859" y="37772"/>
                  </a:lnTo>
                  <a:lnTo>
                    <a:pt x="0" y="61849"/>
                  </a:lnTo>
                  <a:lnTo>
                    <a:pt x="0" y="309499"/>
                  </a:lnTo>
                  <a:lnTo>
                    <a:pt x="4859" y="333595"/>
                  </a:lnTo>
                  <a:lnTo>
                    <a:pt x="18113" y="353298"/>
                  </a:lnTo>
                  <a:lnTo>
                    <a:pt x="37772" y="366595"/>
                  </a:lnTo>
                  <a:lnTo>
                    <a:pt x="61849" y="371475"/>
                  </a:lnTo>
                  <a:lnTo>
                    <a:pt x="5891149" y="371475"/>
                  </a:lnTo>
                  <a:lnTo>
                    <a:pt x="5915245" y="366595"/>
                  </a:lnTo>
                  <a:lnTo>
                    <a:pt x="5934948" y="353298"/>
                  </a:lnTo>
                  <a:lnTo>
                    <a:pt x="5948245" y="333595"/>
                  </a:lnTo>
                  <a:lnTo>
                    <a:pt x="5953125" y="309499"/>
                  </a:lnTo>
                  <a:lnTo>
                    <a:pt x="5953125" y="61849"/>
                  </a:lnTo>
                  <a:lnTo>
                    <a:pt x="5948245" y="37772"/>
                  </a:lnTo>
                  <a:lnTo>
                    <a:pt x="5934948" y="18113"/>
                  </a:lnTo>
                  <a:lnTo>
                    <a:pt x="5915245" y="4859"/>
                  </a:lnTo>
                  <a:lnTo>
                    <a:pt x="5891149" y="0"/>
                  </a:lnTo>
                  <a:close/>
                </a:path>
              </a:pathLst>
            </a:custGeom>
            <a:solidFill>
              <a:srgbClr val="1C15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91251" y="2014601"/>
              <a:ext cx="5953125" cy="371475"/>
            </a:xfrm>
            <a:custGeom>
              <a:avLst/>
              <a:gdLst/>
              <a:ahLst/>
              <a:cxnLst/>
              <a:rect l="l" t="t" r="r" b="b"/>
              <a:pathLst>
                <a:path w="5953125" h="371475">
                  <a:moveTo>
                    <a:pt x="0" y="61849"/>
                  </a:moveTo>
                  <a:lnTo>
                    <a:pt x="4859" y="37772"/>
                  </a:lnTo>
                  <a:lnTo>
                    <a:pt x="18113" y="18113"/>
                  </a:lnTo>
                  <a:lnTo>
                    <a:pt x="37772" y="4859"/>
                  </a:lnTo>
                  <a:lnTo>
                    <a:pt x="61849" y="0"/>
                  </a:lnTo>
                  <a:lnTo>
                    <a:pt x="5891149" y="0"/>
                  </a:lnTo>
                  <a:lnTo>
                    <a:pt x="5915245" y="4859"/>
                  </a:lnTo>
                  <a:lnTo>
                    <a:pt x="5934948" y="18113"/>
                  </a:lnTo>
                  <a:lnTo>
                    <a:pt x="5948245" y="37772"/>
                  </a:lnTo>
                  <a:lnTo>
                    <a:pt x="5953125" y="61849"/>
                  </a:lnTo>
                  <a:lnTo>
                    <a:pt x="5953125" y="309499"/>
                  </a:lnTo>
                  <a:lnTo>
                    <a:pt x="5948245" y="333595"/>
                  </a:lnTo>
                  <a:lnTo>
                    <a:pt x="5934948" y="353298"/>
                  </a:lnTo>
                  <a:lnTo>
                    <a:pt x="5915245" y="366595"/>
                  </a:lnTo>
                  <a:lnTo>
                    <a:pt x="5891149" y="371475"/>
                  </a:lnTo>
                  <a:lnTo>
                    <a:pt x="61849" y="371475"/>
                  </a:lnTo>
                  <a:lnTo>
                    <a:pt x="37772" y="366595"/>
                  </a:lnTo>
                  <a:lnTo>
                    <a:pt x="18113" y="353298"/>
                  </a:lnTo>
                  <a:lnTo>
                    <a:pt x="4859" y="333595"/>
                  </a:lnTo>
                  <a:lnTo>
                    <a:pt x="0" y="309499"/>
                  </a:lnTo>
                  <a:lnTo>
                    <a:pt x="0" y="61849"/>
                  </a:lnTo>
                  <a:close/>
                </a:path>
              </a:pathLst>
            </a:custGeom>
            <a:ln w="25400">
              <a:solidFill>
                <a:srgbClr val="1C15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476870" y="2075116"/>
            <a:ext cx="24003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파일</a:t>
            </a:r>
            <a:r>
              <a:rPr sz="1500" b="1" spc="-2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업로드를</a:t>
            </a:r>
            <a:r>
              <a:rPr sz="1500" b="1" spc="-2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통한</a:t>
            </a:r>
            <a:r>
              <a:rPr sz="1500" b="1" spc="-2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RAG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구현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74715" y="2540063"/>
            <a:ext cx="5306060" cy="5803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0"/>
              </a:spcBef>
            </a:pPr>
            <a:r>
              <a:rPr sz="1200" spc="-10" dirty="0">
                <a:latin typeface="Calibri"/>
                <a:cs typeface="Calibri"/>
              </a:rPr>
              <a:t>.pdf,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.doc,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.txt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형식의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문서를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업로드하여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Calibri"/>
                <a:cs typeface="Calibri"/>
              </a:rPr>
              <a:t>RAG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챗봇을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구축할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있습니다</a:t>
            </a:r>
            <a:r>
              <a:rPr sz="1200" dirty="0">
                <a:latin typeface="Calibri"/>
                <a:cs typeface="Calibri"/>
              </a:rPr>
              <a:t>. </a:t>
            </a:r>
            <a:r>
              <a:rPr sz="1200" spc="-25" dirty="0">
                <a:latin typeface="Malgun Gothic"/>
                <a:cs typeface="Malgun Gothic"/>
              </a:rPr>
              <a:t>답변과 </a:t>
            </a:r>
            <a:r>
              <a:rPr sz="1200" dirty="0">
                <a:latin typeface="Malgun Gothic"/>
                <a:cs typeface="Malgun Gothic"/>
              </a:rPr>
              <a:t>함께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Malgun Gothic"/>
                <a:cs typeface="Malgun Gothic"/>
              </a:rPr>
              <a:t>답변의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근거로</a:t>
            </a:r>
            <a:r>
              <a:rPr sz="1200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정보를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가져온</a:t>
            </a:r>
            <a:r>
              <a:rPr sz="1200" b="1" spc="-15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문서와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페이지까지</a:t>
            </a:r>
            <a:r>
              <a:rPr sz="1200" b="1" spc="-14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제시</a:t>
            </a:r>
            <a:r>
              <a:rPr sz="1200" dirty="0">
                <a:latin typeface="Malgun Gothic"/>
                <a:cs typeface="Malgun Gothic"/>
              </a:rPr>
              <a:t>하기</a:t>
            </a:r>
            <a:r>
              <a:rPr sz="1200" spc="-15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때문에 </a:t>
            </a:r>
            <a:r>
              <a:rPr sz="1200" spc="-10" dirty="0">
                <a:latin typeface="Malgun Gothic"/>
                <a:cs typeface="Malgun Gothic"/>
              </a:rPr>
              <a:t>할루시네이션</a:t>
            </a:r>
            <a:r>
              <a:rPr sz="1200" spc="-10" dirty="0">
                <a:latin typeface="Calibri"/>
                <a:cs typeface="Calibri"/>
              </a:rPr>
              <a:t>(</a:t>
            </a:r>
            <a:r>
              <a:rPr sz="1200" spc="-10" dirty="0">
                <a:latin typeface="Malgun Gothic"/>
                <a:cs typeface="Malgun Gothic"/>
              </a:rPr>
              <a:t>거짓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정보</a:t>
            </a:r>
            <a:r>
              <a:rPr sz="1200" spc="-10" dirty="0">
                <a:latin typeface="Calibri"/>
                <a:cs typeface="Calibri"/>
              </a:rPr>
              <a:t>)</a:t>
            </a:r>
            <a:r>
              <a:rPr sz="1200" spc="-10" dirty="0">
                <a:latin typeface="Malgun Gothic"/>
                <a:cs typeface="Malgun Gothic"/>
              </a:rPr>
              <a:t>의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우려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없이</a:t>
            </a:r>
            <a:r>
              <a:rPr sz="1200" spc="-13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활용이</a:t>
            </a:r>
            <a:r>
              <a:rPr sz="1200" spc="-1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가능합니다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57875" y="3238500"/>
            <a:ext cx="5610225" cy="26193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993978E-B3D8-4DAD-AC4F-C7B6050FC0F9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5F5862-837D-47C7-B023-251651C75297}"/>
              </a:ext>
            </a:extLst>
          </p:cNvPr>
          <p:cNvSpPr txBox="1"/>
          <p:nvPr/>
        </p:nvSpPr>
        <p:spPr>
          <a:xfrm>
            <a:off x="457200" y="111376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3. </a:t>
            </a:r>
            <a:r>
              <a:rPr lang="en-US" altLang="ko-KR" sz="1600" b="1" dirty="0" err="1"/>
              <a:t>Chatplay</a:t>
            </a:r>
            <a:r>
              <a:rPr lang="en-US" altLang="ko-KR" sz="1600" b="1" dirty="0"/>
              <a:t> – </a:t>
            </a:r>
            <a:r>
              <a:rPr lang="ko-KR" altLang="en-US" sz="1600" b="1" dirty="0"/>
              <a:t>내부 문서 기반 </a:t>
            </a:r>
            <a:r>
              <a:rPr lang="en-US" altLang="ko-KR" sz="1600" b="1" dirty="0"/>
              <a:t>RAG </a:t>
            </a:r>
            <a:r>
              <a:rPr lang="ko-KR" altLang="en-US" sz="1600" b="1" dirty="0" err="1"/>
              <a:t>챗봇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10172" cy="904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5" name="object 5"/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993" y="4386809"/>
            <a:ext cx="9362665" cy="163330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255712" y="2179701"/>
            <a:ext cx="9947910" cy="1974850"/>
            <a:chOff x="1255712" y="2179701"/>
            <a:chExt cx="9947910" cy="1974850"/>
          </a:xfrm>
        </p:grpSpPr>
        <p:sp>
          <p:nvSpPr>
            <p:cNvPr id="39" name="object 39"/>
            <p:cNvSpPr/>
            <p:nvPr/>
          </p:nvSpPr>
          <p:spPr>
            <a:xfrm>
              <a:off x="1262062" y="2186051"/>
              <a:ext cx="9935210" cy="1962150"/>
            </a:xfrm>
            <a:custGeom>
              <a:avLst/>
              <a:gdLst/>
              <a:ahLst/>
              <a:cxnLst/>
              <a:rect l="l" t="t" r="r" b="b"/>
              <a:pathLst>
                <a:path w="9935210" h="1962150">
                  <a:moveTo>
                    <a:pt x="9607486" y="0"/>
                  </a:moveTo>
                  <a:lnTo>
                    <a:pt x="327088" y="0"/>
                  </a:lnTo>
                  <a:lnTo>
                    <a:pt x="278736" y="3543"/>
                  </a:lnTo>
                  <a:lnTo>
                    <a:pt x="232593" y="13836"/>
                  </a:lnTo>
                  <a:lnTo>
                    <a:pt x="189163" y="30376"/>
                  </a:lnTo>
                  <a:lnTo>
                    <a:pt x="148952" y="52657"/>
                  </a:lnTo>
                  <a:lnTo>
                    <a:pt x="112463" y="80176"/>
                  </a:lnTo>
                  <a:lnTo>
                    <a:pt x="80203" y="112427"/>
                  </a:lnTo>
                  <a:lnTo>
                    <a:pt x="52677" y="148907"/>
                  </a:lnTo>
                  <a:lnTo>
                    <a:pt x="30388" y="189111"/>
                  </a:lnTo>
                  <a:lnTo>
                    <a:pt x="13842" y="232535"/>
                  </a:lnTo>
                  <a:lnTo>
                    <a:pt x="3544" y="278674"/>
                  </a:lnTo>
                  <a:lnTo>
                    <a:pt x="0" y="327025"/>
                  </a:lnTo>
                  <a:lnTo>
                    <a:pt x="0" y="1634998"/>
                  </a:lnTo>
                  <a:lnTo>
                    <a:pt x="3544" y="1683351"/>
                  </a:lnTo>
                  <a:lnTo>
                    <a:pt x="13842" y="1729498"/>
                  </a:lnTo>
                  <a:lnTo>
                    <a:pt x="30388" y="1772934"/>
                  </a:lnTo>
                  <a:lnTo>
                    <a:pt x="52677" y="1813153"/>
                  </a:lnTo>
                  <a:lnTo>
                    <a:pt x="80203" y="1849649"/>
                  </a:lnTo>
                  <a:lnTo>
                    <a:pt x="112463" y="1881918"/>
                  </a:lnTo>
                  <a:lnTo>
                    <a:pt x="148952" y="1909453"/>
                  </a:lnTo>
                  <a:lnTo>
                    <a:pt x="189163" y="1931750"/>
                  </a:lnTo>
                  <a:lnTo>
                    <a:pt x="232593" y="1948301"/>
                  </a:lnTo>
                  <a:lnTo>
                    <a:pt x="278736" y="1958603"/>
                  </a:lnTo>
                  <a:lnTo>
                    <a:pt x="327088" y="1962150"/>
                  </a:lnTo>
                  <a:lnTo>
                    <a:pt x="9607486" y="1962150"/>
                  </a:lnTo>
                  <a:lnTo>
                    <a:pt x="9655839" y="1958603"/>
                  </a:lnTo>
                  <a:lnTo>
                    <a:pt x="9701986" y="1948301"/>
                  </a:lnTo>
                  <a:lnTo>
                    <a:pt x="9745422" y="1931750"/>
                  </a:lnTo>
                  <a:lnTo>
                    <a:pt x="9785641" y="1909453"/>
                  </a:lnTo>
                  <a:lnTo>
                    <a:pt x="9822138" y="1881918"/>
                  </a:lnTo>
                  <a:lnTo>
                    <a:pt x="9854407" y="1849649"/>
                  </a:lnTo>
                  <a:lnTo>
                    <a:pt x="9881942" y="1813153"/>
                  </a:lnTo>
                  <a:lnTo>
                    <a:pt x="9904238" y="1772934"/>
                  </a:lnTo>
                  <a:lnTo>
                    <a:pt x="9920790" y="1729498"/>
                  </a:lnTo>
                  <a:lnTo>
                    <a:pt x="9931092" y="1683351"/>
                  </a:lnTo>
                  <a:lnTo>
                    <a:pt x="9934638" y="1634998"/>
                  </a:lnTo>
                  <a:lnTo>
                    <a:pt x="9934638" y="327025"/>
                  </a:lnTo>
                  <a:lnTo>
                    <a:pt x="9931092" y="278674"/>
                  </a:lnTo>
                  <a:lnTo>
                    <a:pt x="9920790" y="232535"/>
                  </a:lnTo>
                  <a:lnTo>
                    <a:pt x="9904238" y="189111"/>
                  </a:lnTo>
                  <a:lnTo>
                    <a:pt x="9881942" y="148907"/>
                  </a:lnTo>
                  <a:lnTo>
                    <a:pt x="9854407" y="112427"/>
                  </a:lnTo>
                  <a:lnTo>
                    <a:pt x="9822138" y="80176"/>
                  </a:lnTo>
                  <a:lnTo>
                    <a:pt x="9785641" y="52657"/>
                  </a:lnTo>
                  <a:lnTo>
                    <a:pt x="9745422" y="30376"/>
                  </a:lnTo>
                  <a:lnTo>
                    <a:pt x="9701986" y="13836"/>
                  </a:lnTo>
                  <a:lnTo>
                    <a:pt x="9655839" y="3543"/>
                  </a:lnTo>
                  <a:lnTo>
                    <a:pt x="960748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62062" y="2186051"/>
              <a:ext cx="9935210" cy="1962150"/>
            </a:xfrm>
            <a:custGeom>
              <a:avLst/>
              <a:gdLst/>
              <a:ahLst/>
              <a:cxnLst/>
              <a:rect l="l" t="t" r="r" b="b"/>
              <a:pathLst>
                <a:path w="9935210" h="1962150">
                  <a:moveTo>
                    <a:pt x="0" y="327025"/>
                  </a:moveTo>
                  <a:lnTo>
                    <a:pt x="3544" y="278674"/>
                  </a:lnTo>
                  <a:lnTo>
                    <a:pt x="13842" y="232535"/>
                  </a:lnTo>
                  <a:lnTo>
                    <a:pt x="30388" y="189111"/>
                  </a:lnTo>
                  <a:lnTo>
                    <a:pt x="52677" y="148907"/>
                  </a:lnTo>
                  <a:lnTo>
                    <a:pt x="80203" y="112427"/>
                  </a:lnTo>
                  <a:lnTo>
                    <a:pt x="112463" y="80176"/>
                  </a:lnTo>
                  <a:lnTo>
                    <a:pt x="148952" y="52657"/>
                  </a:lnTo>
                  <a:lnTo>
                    <a:pt x="189163" y="30376"/>
                  </a:lnTo>
                  <a:lnTo>
                    <a:pt x="232593" y="13836"/>
                  </a:lnTo>
                  <a:lnTo>
                    <a:pt x="278736" y="3543"/>
                  </a:lnTo>
                  <a:lnTo>
                    <a:pt x="327088" y="0"/>
                  </a:lnTo>
                  <a:lnTo>
                    <a:pt x="9607486" y="0"/>
                  </a:lnTo>
                  <a:lnTo>
                    <a:pt x="9655839" y="3543"/>
                  </a:lnTo>
                  <a:lnTo>
                    <a:pt x="9701986" y="13836"/>
                  </a:lnTo>
                  <a:lnTo>
                    <a:pt x="9745422" y="30376"/>
                  </a:lnTo>
                  <a:lnTo>
                    <a:pt x="9785641" y="52657"/>
                  </a:lnTo>
                  <a:lnTo>
                    <a:pt x="9822138" y="80176"/>
                  </a:lnTo>
                  <a:lnTo>
                    <a:pt x="9854407" y="112427"/>
                  </a:lnTo>
                  <a:lnTo>
                    <a:pt x="9881942" y="148907"/>
                  </a:lnTo>
                  <a:lnTo>
                    <a:pt x="9904238" y="189111"/>
                  </a:lnTo>
                  <a:lnTo>
                    <a:pt x="9920790" y="232535"/>
                  </a:lnTo>
                  <a:lnTo>
                    <a:pt x="9931092" y="278674"/>
                  </a:lnTo>
                  <a:lnTo>
                    <a:pt x="9934638" y="327025"/>
                  </a:lnTo>
                  <a:lnTo>
                    <a:pt x="9934638" y="1634998"/>
                  </a:lnTo>
                  <a:lnTo>
                    <a:pt x="9931092" y="1683351"/>
                  </a:lnTo>
                  <a:lnTo>
                    <a:pt x="9920790" y="1729498"/>
                  </a:lnTo>
                  <a:lnTo>
                    <a:pt x="9904238" y="1772934"/>
                  </a:lnTo>
                  <a:lnTo>
                    <a:pt x="9881942" y="1813153"/>
                  </a:lnTo>
                  <a:lnTo>
                    <a:pt x="9854407" y="1849649"/>
                  </a:lnTo>
                  <a:lnTo>
                    <a:pt x="9822138" y="1881918"/>
                  </a:lnTo>
                  <a:lnTo>
                    <a:pt x="9785641" y="1909453"/>
                  </a:lnTo>
                  <a:lnTo>
                    <a:pt x="9745422" y="1931750"/>
                  </a:lnTo>
                  <a:lnTo>
                    <a:pt x="9701986" y="1948301"/>
                  </a:lnTo>
                  <a:lnTo>
                    <a:pt x="9655839" y="1958603"/>
                  </a:lnTo>
                  <a:lnTo>
                    <a:pt x="9607486" y="1962150"/>
                  </a:lnTo>
                  <a:lnTo>
                    <a:pt x="327088" y="1962150"/>
                  </a:lnTo>
                  <a:lnTo>
                    <a:pt x="278736" y="1958603"/>
                  </a:lnTo>
                  <a:lnTo>
                    <a:pt x="232593" y="1948301"/>
                  </a:lnTo>
                  <a:lnTo>
                    <a:pt x="189163" y="1931750"/>
                  </a:lnTo>
                  <a:lnTo>
                    <a:pt x="148952" y="1909453"/>
                  </a:lnTo>
                  <a:lnTo>
                    <a:pt x="112463" y="1881918"/>
                  </a:lnTo>
                  <a:lnTo>
                    <a:pt x="80203" y="1849649"/>
                  </a:lnTo>
                  <a:lnTo>
                    <a:pt x="52677" y="1813153"/>
                  </a:lnTo>
                  <a:lnTo>
                    <a:pt x="30388" y="1772934"/>
                  </a:lnTo>
                  <a:lnTo>
                    <a:pt x="13842" y="1729498"/>
                  </a:lnTo>
                  <a:lnTo>
                    <a:pt x="3544" y="1683351"/>
                  </a:lnTo>
                  <a:lnTo>
                    <a:pt x="0" y="1634998"/>
                  </a:lnTo>
                  <a:lnTo>
                    <a:pt x="0" y="32702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676521" y="2368232"/>
            <a:ext cx="3100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맞춤형</a:t>
            </a:r>
            <a:r>
              <a:rPr sz="2400" spc="5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AI</a:t>
            </a:r>
            <a:r>
              <a:rPr sz="2400" spc="-2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솔루션</a:t>
            </a:r>
            <a:r>
              <a:rPr sz="2400" spc="10" dirty="0">
                <a:solidFill>
                  <a:srgbClr val="FFFFFF"/>
                </a:solidFill>
              </a:rPr>
              <a:t> </a:t>
            </a:r>
            <a:r>
              <a:rPr sz="2400" spc="-25" dirty="0">
                <a:solidFill>
                  <a:srgbClr val="FFFFFF"/>
                </a:solidFill>
              </a:rPr>
              <a:t>제시</a:t>
            </a:r>
            <a:endParaRPr sz="2400" dirty="0"/>
          </a:p>
        </p:txBody>
      </p:sp>
      <p:sp>
        <p:nvSpPr>
          <p:cNvPr id="42" name="object 42"/>
          <p:cNvSpPr txBox="1"/>
          <p:nvPr/>
        </p:nvSpPr>
        <p:spPr>
          <a:xfrm>
            <a:off x="1477644" y="3102673"/>
            <a:ext cx="9498330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기업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니즈에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맞는</a:t>
            </a:r>
            <a:r>
              <a:rPr sz="1800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최적의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솔루션 도입이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가능하며, 소프트웨어 및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하드웨어를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묶은 </a:t>
            </a:r>
            <a:r>
              <a:rPr sz="1800" spc="-25" dirty="0">
                <a:solidFill>
                  <a:srgbClr val="FFFFFF"/>
                </a:solidFill>
                <a:latin typeface="Malgun Gothic"/>
                <a:cs typeface="Malgun Gothic"/>
              </a:rPr>
              <a:t>하나의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패키지로</a:t>
            </a:r>
            <a:r>
              <a:rPr sz="18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제공되어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추가적인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RAG 구축이나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개발에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시간을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들일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필요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algun Gothic"/>
                <a:cs typeface="Malgun Gothic"/>
              </a:rPr>
              <a:t>없이</a:t>
            </a:r>
            <a:endParaRPr sz="1800" dirty="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즉시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회사</a:t>
            </a:r>
            <a:r>
              <a:rPr sz="1800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서버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내</a:t>
            </a:r>
            <a:r>
              <a:rPr sz="1800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가져다</a:t>
            </a:r>
            <a:r>
              <a:rPr sz="18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FFFFFF"/>
                </a:solidFill>
                <a:latin typeface="Malgun Gothic"/>
                <a:cs typeface="Malgun Gothic"/>
              </a:rPr>
              <a:t>사용하실 수 </a:t>
            </a:r>
            <a:r>
              <a:rPr sz="1800" spc="-10" dirty="0">
                <a:solidFill>
                  <a:srgbClr val="FFFFFF"/>
                </a:solidFill>
                <a:latin typeface="Malgun Gothic"/>
                <a:cs typeface="Malgun Gothic"/>
              </a:rPr>
              <a:t>있습니다.</a:t>
            </a:r>
            <a:endParaRPr sz="1800" dirty="0">
              <a:latin typeface="Malgun Gothic"/>
              <a:cs typeface="Malgun Gothic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B66F6C-9864-46C0-B340-DDCA2A40ABC2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25B978-0C83-42AE-A5F7-5EE508C295F8}"/>
              </a:ext>
            </a:extLst>
          </p:cNvPr>
          <p:cNvSpPr txBox="1"/>
          <p:nvPr/>
        </p:nvSpPr>
        <p:spPr>
          <a:xfrm>
            <a:off x="457200" y="1136254"/>
            <a:ext cx="1135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'MAAL'</a:t>
            </a:r>
            <a:r>
              <a:rPr lang="ko-KR" altLang="en-US" sz="1600" b="1" dirty="0"/>
              <a:t>을 바탕으로 보안에 대한 걱정 없이 최상의 업무 효율성을 달성할 수 있도록 다양한 업종별 기업에게 </a:t>
            </a:r>
            <a:r>
              <a:rPr lang="en-US" altLang="ko-KR" sz="1600" b="1" dirty="0"/>
              <a:t>'</a:t>
            </a:r>
            <a:r>
              <a:rPr lang="ko-KR" altLang="en-US" sz="1600" b="1" dirty="0"/>
              <a:t>안전하고 커스터마이징이 용이한 </a:t>
            </a:r>
            <a:r>
              <a:rPr lang="en-US" altLang="ko-KR" sz="1600" b="1" dirty="0"/>
              <a:t>On-premise LLM </a:t>
            </a:r>
            <a:r>
              <a:rPr lang="ko-KR" altLang="en-US" sz="1600" b="1" dirty="0"/>
              <a:t>구축</a:t>
            </a:r>
            <a:r>
              <a:rPr lang="en-US" altLang="ko-KR" sz="1600" b="1" dirty="0"/>
              <a:t>' </a:t>
            </a:r>
            <a:r>
              <a:rPr lang="ko-KR" altLang="en-US" sz="1600" b="1" dirty="0"/>
              <a:t>서비스를 제공하고 있습니다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10718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6318" y="1872519"/>
            <a:ext cx="9402241" cy="4467701"/>
          </a:xfrm>
          <a:prstGeom prst="rect">
            <a:avLst/>
          </a:prstGeom>
        </p:spPr>
      </p:pic>
      <p:grpSp>
        <p:nvGrpSpPr>
          <p:cNvPr id="43" name="object 4">
            <a:extLst>
              <a:ext uri="{FF2B5EF4-FFF2-40B4-BE49-F238E27FC236}">
                <a16:creationId xmlns:a16="http://schemas.microsoft.com/office/drawing/2014/main" id="{CB35875A-421A-4056-AB59-DCFDD1B9587C}"/>
              </a:ext>
            </a:extLst>
          </p:cNvPr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44" name="object 5">
              <a:extLst>
                <a:ext uri="{FF2B5EF4-FFF2-40B4-BE49-F238E27FC236}">
                  <a16:creationId xmlns:a16="http://schemas.microsoft.com/office/drawing/2014/main" id="{99A5B789-AC7F-4E69-B66B-8BDCB71DBEFE}"/>
                </a:ext>
              </a:extLst>
            </p:cNvPr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6">
              <a:extLst>
                <a:ext uri="{FF2B5EF4-FFF2-40B4-BE49-F238E27FC236}">
                  <a16:creationId xmlns:a16="http://schemas.microsoft.com/office/drawing/2014/main" id="{592D0388-5593-4CC4-BAC2-116968E35197}"/>
                </a:ext>
              </a:extLst>
            </p:cNvPr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7">
              <a:extLst>
                <a:ext uri="{FF2B5EF4-FFF2-40B4-BE49-F238E27FC236}">
                  <a16:creationId xmlns:a16="http://schemas.microsoft.com/office/drawing/2014/main" id="{CEC47521-8CAE-4F87-BB85-1DFC5591A7A1}"/>
                </a:ext>
              </a:extLst>
            </p:cNvPr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8B7AFE5B-BD1A-4977-88B1-AEFC3473610C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F4239A-6580-420D-899B-BCE3F92DEB78}"/>
              </a:ext>
            </a:extLst>
          </p:cNvPr>
          <p:cNvSpPr txBox="1"/>
          <p:nvPr/>
        </p:nvSpPr>
        <p:spPr>
          <a:xfrm>
            <a:off x="361950" y="1045369"/>
            <a:ext cx="11534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자체 </a:t>
            </a:r>
            <a:r>
              <a:rPr lang="ko-KR" altLang="en-US" sz="1600" b="1" dirty="0" err="1"/>
              <a:t>챗봇</a:t>
            </a:r>
            <a:r>
              <a:rPr lang="ko-KR" altLang="en-US" sz="1600" b="1" dirty="0"/>
              <a:t> 서비스 개발을 위한 </a:t>
            </a:r>
            <a:r>
              <a:rPr lang="en-US" altLang="ko-KR" sz="1600" b="1" dirty="0" err="1"/>
              <a:t>Chatplay</a:t>
            </a:r>
            <a:r>
              <a:rPr lang="ko-KR" altLang="en-US" sz="1600" b="1" dirty="0"/>
              <a:t>를 제공합니다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파일을 첨부하는 방식으로 자신만의 </a:t>
            </a:r>
            <a:r>
              <a:rPr lang="en-US" altLang="ko-KR" sz="1600" b="1" dirty="0"/>
              <a:t>LLM/RAG </a:t>
            </a:r>
            <a:r>
              <a:rPr lang="ko-KR" altLang="en-US" sz="1600" b="1" dirty="0" err="1"/>
              <a:t>챗봇을</a:t>
            </a:r>
            <a:r>
              <a:rPr lang="ko-KR" altLang="en-US" sz="1600" b="1" dirty="0"/>
              <a:t> 제작 할 수 있습니다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생성된 답변 로그를 통해 성능 테스트도 진행하며 프롬프트 엔지니어링 실험용 툴로도 활용 가능합니다</a:t>
            </a:r>
            <a:r>
              <a:rPr lang="en-US" altLang="ko-KR" sz="1600" b="1" dirty="0"/>
              <a:t>.</a:t>
            </a:r>
            <a:endParaRPr lang="ko-KR" altLang="en-US"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178" y="6618223"/>
            <a:ext cx="109816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716" y="1128497"/>
            <a:ext cx="11109854" cy="4962668"/>
          </a:xfrm>
          <a:prstGeom prst="rect">
            <a:avLst/>
          </a:prstGeom>
        </p:spPr>
      </p:pic>
      <p:grpSp>
        <p:nvGrpSpPr>
          <p:cNvPr id="12" name="object 4">
            <a:extLst>
              <a:ext uri="{FF2B5EF4-FFF2-40B4-BE49-F238E27FC236}">
                <a16:creationId xmlns:a16="http://schemas.microsoft.com/office/drawing/2014/main" id="{EEBD0DCA-E101-491B-AAE8-6EE9656069E3}"/>
              </a:ext>
            </a:extLst>
          </p:cNvPr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731C6D3E-FFE5-4CE4-BD06-376D344F4695}"/>
                </a:ext>
              </a:extLst>
            </p:cNvPr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BF04248A-446B-421F-B730-FD7910078FBF}"/>
                </a:ext>
              </a:extLst>
            </p:cNvPr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C054B55E-6D84-4345-A01C-6018B014AC59}"/>
                </a:ext>
              </a:extLst>
            </p:cNvPr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09900EE-930A-4A0D-B198-73A96C0CA2C0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615" y="6618223"/>
            <a:ext cx="116649" cy="92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450" y="6552280"/>
            <a:ext cx="838313" cy="2104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97" y="2068734"/>
            <a:ext cx="12077628" cy="4057828"/>
          </a:xfrm>
          <a:prstGeom prst="rect">
            <a:avLst/>
          </a:prstGeom>
        </p:spPr>
      </p:pic>
      <p:grpSp>
        <p:nvGrpSpPr>
          <p:cNvPr id="47" name="object 4">
            <a:extLst>
              <a:ext uri="{FF2B5EF4-FFF2-40B4-BE49-F238E27FC236}">
                <a16:creationId xmlns:a16="http://schemas.microsoft.com/office/drawing/2014/main" id="{9A137219-2EE1-4502-835C-243608201825}"/>
              </a:ext>
            </a:extLst>
          </p:cNvPr>
          <p:cNvGrpSpPr/>
          <p:nvPr/>
        </p:nvGrpSpPr>
        <p:grpSpPr>
          <a:xfrm>
            <a:off x="0" y="9525"/>
            <a:ext cx="12192000" cy="862075"/>
            <a:chOff x="0" y="9525"/>
            <a:chExt cx="12192000" cy="862075"/>
          </a:xfrm>
        </p:grpSpPr>
        <p:sp>
          <p:nvSpPr>
            <p:cNvPr id="48" name="object 5">
              <a:extLst>
                <a:ext uri="{FF2B5EF4-FFF2-40B4-BE49-F238E27FC236}">
                  <a16:creationId xmlns:a16="http://schemas.microsoft.com/office/drawing/2014/main" id="{CEDFE085-E8CE-4986-8199-96CEE9D9C836}"/>
                </a:ext>
              </a:extLst>
            </p:cNvPr>
            <p:cNvSpPr/>
            <p:nvPr/>
          </p:nvSpPr>
          <p:spPr>
            <a:xfrm>
              <a:off x="0" y="9525"/>
              <a:ext cx="12192000" cy="857250"/>
            </a:xfrm>
            <a:custGeom>
              <a:avLst/>
              <a:gdLst/>
              <a:ahLst/>
              <a:cxnLst/>
              <a:rect l="l" t="t" r="r" b="b"/>
              <a:pathLst>
                <a:path w="12192000" h="857250">
                  <a:moveTo>
                    <a:pt x="12192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12192000" y="85725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0F47B1AC-C96B-47DC-8896-ACA63EA5FF6C}"/>
                </a:ext>
              </a:extLst>
            </p:cNvPr>
            <p:cNvSpPr/>
            <p:nvPr/>
          </p:nvSpPr>
          <p:spPr>
            <a:xfrm>
              <a:off x="361950" y="19050"/>
              <a:ext cx="5971540" cy="0"/>
            </a:xfrm>
            <a:custGeom>
              <a:avLst/>
              <a:gdLst/>
              <a:ahLst/>
              <a:cxnLst/>
              <a:rect l="l" t="t" r="r" b="b"/>
              <a:pathLst>
                <a:path w="5971540">
                  <a:moveTo>
                    <a:pt x="0" y="0"/>
                  </a:moveTo>
                  <a:lnTo>
                    <a:pt x="5971032" y="0"/>
                  </a:lnTo>
                </a:path>
              </a:pathLst>
            </a:custGeom>
            <a:ln w="5715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3B4F6A12-CA33-45D9-9213-AAAB8D5FE469}"/>
                </a:ext>
              </a:extLst>
            </p:cNvPr>
            <p:cNvSpPr/>
            <p:nvPr/>
          </p:nvSpPr>
          <p:spPr>
            <a:xfrm>
              <a:off x="366712" y="871600"/>
              <a:ext cx="11534775" cy="0"/>
            </a:xfrm>
            <a:custGeom>
              <a:avLst/>
              <a:gdLst/>
              <a:ahLst/>
              <a:cxnLst/>
              <a:rect l="l" t="t" r="r" b="b"/>
              <a:pathLst>
                <a:path w="11534775">
                  <a:moveTo>
                    <a:pt x="0" y="0"/>
                  </a:moveTo>
                  <a:lnTo>
                    <a:pt x="11534203" y="0"/>
                  </a:lnTo>
                </a:path>
              </a:pathLst>
            </a:custGeom>
            <a:ln w="12700">
              <a:solidFill>
                <a:srgbClr val="1748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F66F68CC-6DFC-47FF-8EDD-03D7265E907A}"/>
              </a:ext>
            </a:extLst>
          </p:cNvPr>
          <p:cNvSpPr txBox="1"/>
          <p:nvPr/>
        </p:nvSpPr>
        <p:spPr>
          <a:xfrm>
            <a:off x="129540" y="233777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MAAL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: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오픈소스컨설팅의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On-premise LLM </a:t>
            </a:r>
            <a:r>
              <a:rPr lang="ko-KR" altLang="en-US" sz="2400" b="1" dirty="0"/>
              <a:t>솔루션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F0A326-C729-4F01-80AA-C639281CDD0B}"/>
              </a:ext>
            </a:extLst>
          </p:cNvPr>
          <p:cNvSpPr txBox="1"/>
          <p:nvPr/>
        </p:nvSpPr>
        <p:spPr>
          <a:xfrm>
            <a:off x="168424" y="1117889"/>
            <a:ext cx="118551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자체 </a:t>
            </a:r>
            <a:r>
              <a:rPr lang="ko-KR" altLang="en-US" sz="1600" b="1" dirty="0" err="1"/>
              <a:t>챗봇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Task UI</a:t>
            </a:r>
            <a:r>
              <a:rPr lang="ko-KR" altLang="en-US" sz="1600" b="1" dirty="0"/>
              <a:t>는 생성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요약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첨삭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번역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코드 등 </a:t>
            </a:r>
            <a:r>
              <a:rPr lang="en-US" altLang="ko-KR" sz="1600" b="1" dirty="0"/>
              <a:t>31</a:t>
            </a:r>
            <a:r>
              <a:rPr lang="ko-KR" altLang="en-US" sz="1600" b="1" dirty="0"/>
              <a:t>개 이상의 사내 업무를 자동화 할 수 있도록 사전 제작된 툴입니다</a:t>
            </a:r>
            <a:r>
              <a:rPr lang="en-US" altLang="ko-KR" sz="1600" b="1" dirty="0"/>
              <a:t>.</a:t>
            </a:r>
          </a:p>
          <a:p>
            <a:r>
              <a:rPr lang="en-US" altLang="ko-KR" sz="1600" b="1" dirty="0"/>
              <a:t>Task UI Builder</a:t>
            </a:r>
            <a:r>
              <a:rPr lang="ko-KR" altLang="en-US" sz="1600" b="1" dirty="0"/>
              <a:t>를 통해 고객사에 맞는 커스터마이징이 가능하며 프론트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백엔드</a:t>
            </a:r>
            <a:r>
              <a:rPr lang="ko-KR" altLang="en-US" sz="1600" b="1" dirty="0"/>
              <a:t> 없이도 원하는 </a:t>
            </a:r>
            <a:r>
              <a:rPr lang="en-US" altLang="ko-KR" sz="1600" b="1" dirty="0"/>
              <a:t>Task</a:t>
            </a:r>
            <a:r>
              <a:rPr lang="ko-KR" altLang="en-US" sz="1600" b="1" dirty="0"/>
              <a:t>를 생성하여 관리할 수 있습니다</a:t>
            </a:r>
            <a:r>
              <a:rPr lang="en-US" altLang="ko-KR" sz="1600" b="1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94459" y="49491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UI,</a:t>
            </a:r>
            <a:r>
              <a:rPr spc="-45" dirty="0"/>
              <a:t> </a:t>
            </a:r>
            <a:r>
              <a:rPr dirty="0"/>
              <a:t>Flow</a:t>
            </a:r>
            <a:r>
              <a:rPr spc="-20" dirty="0"/>
              <a:t> </a:t>
            </a:r>
            <a:r>
              <a:rPr dirty="0"/>
              <a:t>Design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Visibility</a:t>
            </a:r>
            <a:r>
              <a:rPr spc="-30" dirty="0"/>
              <a:t> </a:t>
            </a:r>
            <a:r>
              <a:rPr spc="-10" dirty="0"/>
              <a:t>Technologies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4" y="590296"/>
            <a:ext cx="28879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Structure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of</a:t>
            </a:r>
            <a:r>
              <a:rPr sz="1700" spc="-6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this</a:t>
            </a:r>
            <a:r>
              <a:rPr sz="1700" spc="-6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presentation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7000" y="4130040"/>
            <a:ext cx="9422130" cy="0"/>
          </a:xfrm>
          <a:custGeom>
            <a:avLst/>
            <a:gdLst/>
            <a:ahLst/>
            <a:cxnLst/>
            <a:rect l="l" t="t" r="r" b="b"/>
            <a:pathLst>
              <a:path w="9422130">
                <a:moveTo>
                  <a:pt x="0" y="0"/>
                </a:moveTo>
                <a:lnTo>
                  <a:pt x="9421876" y="0"/>
                </a:lnTo>
              </a:path>
            </a:pathLst>
          </a:custGeom>
          <a:ln w="101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30680" y="2834639"/>
            <a:ext cx="2448560" cy="576580"/>
          </a:xfrm>
          <a:custGeom>
            <a:avLst/>
            <a:gdLst/>
            <a:ahLst/>
            <a:cxnLst/>
            <a:rect l="l" t="t" r="r" b="b"/>
            <a:pathLst>
              <a:path w="2448560" h="576579">
                <a:moveTo>
                  <a:pt x="1925193" y="0"/>
                </a:moveTo>
                <a:lnTo>
                  <a:pt x="0" y="0"/>
                </a:lnTo>
                <a:lnTo>
                  <a:pt x="0" y="576580"/>
                </a:lnTo>
                <a:lnTo>
                  <a:pt x="1925193" y="576580"/>
                </a:lnTo>
                <a:lnTo>
                  <a:pt x="2448560" y="288289"/>
                </a:lnTo>
                <a:lnTo>
                  <a:pt x="1925193" y="0"/>
                </a:lnTo>
                <a:close/>
              </a:path>
            </a:pathLst>
          </a:custGeom>
          <a:solidFill>
            <a:srgbClr val="F78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27251" y="3001645"/>
            <a:ext cx="11944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Designer</a:t>
            </a:r>
            <a:r>
              <a:rPr sz="14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개요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9295" y="2721991"/>
            <a:ext cx="498856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indent="-177165">
              <a:spcBef>
                <a:spcPts val="100"/>
              </a:spcBef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Functions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&amp;</a:t>
            </a:r>
            <a:r>
              <a:rPr sz="1400" spc="-5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Features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(</a:t>
            </a:r>
            <a:r>
              <a:rPr sz="1400" spc="-9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다양한</a:t>
            </a:r>
            <a:r>
              <a:rPr sz="1400" spc="-7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Controls,</a:t>
            </a:r>
            <a:r>
              <a:rPr sz="1400" spc="-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Object/Node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유형)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화면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디자인/재설정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Flow(Logic)</a:t>
            </a:r>
            <a:r>
              <a:rPr sz="1400" spc="-5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디자인/재설정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ResultSet</a:t>
            </a:r>
            <a:r>
              <a:rPr sz="1400" spc="-9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Manager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Scripts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Manager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Test</a:t>
            </a:r>
            <a:r>
              <a:rPr sz="1400" spc="-4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Tool</a:t>
            </a:r>
            <a:r>
              <a:rPr sz="1400" spc="-7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(</a:t>
            </a:r>
            <a:r>
              <a:rPr sz="1400" spc="-7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Unit,</a:t>
            </a:r>
            <a:r>
              <a:rPr sz="1400" spc="-6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Stress</a:t>
            </a:r>
            <a:r>
              <a:rPr sz="1400" spc="-4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252525"/>
                </a:solidFill>
                <a:latin typeface="Malgun Gothic"/>
                <a:cs typeface="Malgun Gothic"/>
              </a:rPr>
              <a:t>)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30680" y="4274820"/>
            <a:ext cx="2448560" cy="574040"/>
          </a:xfrm>
          <a:custGeom>
            <a:avLst/>
            <a:gdLst/>
            <a:ahLst/>
            <a:cxnLst/>
            <a:rect l="l" t="t" r="r" b="b"/>
            <a:pathLst>
              <a:path w="2448560" h="574039">
                <a:moveTo>
                  <a:pt x="1927478" y="0"/>
                </a:moveTo>
                <a:lnTo>
                  <a:pt x="0" y="0"/>
                </a:lnTo>
                <a:lnTo>
                  <a:pt x="0" y="574039"/>
                </a:lnTo>
                <a:lnTo>
                  <a:pt x="1927478" y="574039"/>
                </a:lnTo>
                <a:lnTo>
                  <a:pt x="2448560" y="287019"/>
                </a:lnTo>
                <a:lnTo>
                  <a:pt x="1927478" y="0"/>
                </a:lnTo>
                <a:close/>
              </a:path>
            </a:pathLst>
          </a:custGeom>
          <a:solidFill>
            <a:srgbClr val="F78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12291" y="4441825"/>
            <a:ext cx="18268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Visibility(가시성)</a:t>
            </a:r>
            <a:r>
              <a:rPr sz="14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개요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9296" y="4234561"/>
            <a:ext cx="118808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indent="-177165">
              <a:spcBef>
                <a:spcPts val="100"/>
              </a:spcBef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디자인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Time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실행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Time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모니터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Time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30680" y="1788160"/>
            <a:ext cx="2448560" cy="576580"/>
          </a:xfrm>
          <a:custGeom>
            <a:avLst/>
            <a:gdLst/>
            <a:ahLst/>
            <a:cxnLst/>
            <a:rect l="l" t="t" r="r" b="b"/>
            <a:pathLst>
              <a:path w="2448560" h="576580">
                <a:moveTo>
                  <a:pt x="1925193" y="0"/>
                </a:moveTo>
                <a:lnTo>
                  <a:pt x="0" y="0"/>
                </a:lnTo>
                <a:lnTo>
                  <a:pt x="0" y="576579"/>
                </a:lnTo>
                <a:lnTo>
                  <a:pt x="1925193" y="576579"/>
                </a:lnTo>
                <a:lnTo>
                  <a:pt x="2448560" y="288289"/>
                </a:lnTo>
                <a:lnTo>
                  <a:pt x="1925193" y="0"/>
                </a:lnTo>
                <a:close/>
              </a:path>
            </a:pathLst>
          </a:custGeom>
          <a:solidFill>
            <a:srgbClr val="F78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31670" y="1848865"/>
            <a:ext cx="15855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860" marR="5080" indent="-264160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Application을</a:t>
            </a:r>
            <a:r>
              <a:rPr sz="1400" b="1" spc="-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위한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Architecture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9296" y="1747202"/>
            <a:ext cx="33496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indent="-177165">
              <a:spcBef>
                <a:spcPts val="100"/>
              </a:spcBef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SW</a:t>
            </a:r>
            <a:r>
              <a:rPr sz="1400" spc="-4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Package를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위한</a:t>
            </a:r>
            <a:r>
              <a:rPr sz="1400" spc="-5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Smart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 Architecture</a:t>
            </a:r>
            <a:endParaRPr sz="1400" dirty="0">
              <a:latin typeface="Malgun Gothic"/>
              <a:cs typeface="Malgun Gothic"/>
            </a:endParaRPr>
          </a:p>
          <a:p>
            <a:pPr marL="189865" indent="-177165">
              <a:spcBef>
                <a:spcPts val="5"/>
              </a:spcBef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Hybrid</a:t>
            </a:r>
            <a:r>
              <a:rPr sz="1400" spc="-4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Architecture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Overview</a:t>
            </a:r>
            <a:endParaRPr sz="1400" dirty="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타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시스템과의</a:t>
            </a:r>
            <a:r>
              <a:rPr sz="1400" spc="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Interface</a:t>
            </a:r>
            <a:endParaRPr sz="1400" dirty="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97000" y="2618739"/>
            <a:ext cx="9422130" cy="0"/>
          </a:xfrm>
          <a:custGeom>
            <a:avLst/>
            <a:gdLst/>
            <a:ahLst/>
            <a:cxnLst/>
            <a:rect l="l" t="t" r="r" b="b"/>
            <a:pathLst>
              <a:path w="9422130">
                <a:moveTo>
                  <a:pt x="0" y="0"/>
                </a:moveTo>
                <a:lnTo>
                  <a:pt x="9421876" y="0"/>
                </a:lnTo>
              </a:path>
            </a:pathLst>
          </a:custGeom>
          <a:ln w="101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30680" y="5300979"/>
            <a:ext cx="2448560" cy="576580"/>
          </a:xfrm>
          <a:custGeom>
            <a:avLst/>
            <a:gdLst/>
            <a:ahLst/>
            <a:cxnLst/>
            <a:rect l="l" t="t" r="r" b="b"/>
            <a:pathLst>
              <a:path w="2448560" h="576579">
                <a:moveTo>
                  <a:pt x="1925193" y="0"/>
                </a:moveTo>
                <a:lnTo>
                  <a:pt x="0" y="0"/>
                </a:lnTo>
                <a:lnTo>
                  <a:pt x="0" y="576580"/>
                </a:lnTo>
                <a:lnTo>
                  <a:pt x="1925193" y="576580"/>
                </a:lnTo>
                <a:lnTo>
                  <a:pt x="2448560" y="288290"/>
                </a:lnTo>
                <a:lnTo>
                  <a:pt x="1925193" y="0"/>
                </a:lnTo>
                <a:close/>
              </a:path>
            </a:pathLst>
          </a:custGeom>
          <a:solidFill>
            <a:srgbClr val="F78D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931670" y="5362575"/>
            <a:ext cx="15855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2759" marR="5080" indent="-480695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Application를</a:t>
            </a:r>
            <a:r>
              <a:rPr sz="1400" b="1" spc="-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위한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Benefit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19296" y="5366766"/>
            <a:ext cx="5821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indent="-177165">
              <a:spcBef>
                <a:spcPts val="100"/>
              </a:spcBef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선진</a:t>
            </a:r>
            <a:r>
              <a:rPr sz="1400" spc="-4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고도화된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SW</a:t>
            </a:r>
            <a:r>
              <a:rPr sz="1400" spc="-3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PKG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자격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조건</a:t>
            </a:r>
            <a:endParaRPr sz="1400">
              <a:latin typeface="Malgun Gothic"/>
              <a:cs typeface="Malgun Gothic"/>
            </a:endParaRPr>
          </a:p>
          <a:p>
            <a:pPr marL="189865" indent="-177165">
              <a:buClr>
                <a:srgbClr val="F78D35"/>
              </a:buClr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선진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고도화된</a:t>
            </a:r>
            <a:r>
              <a:rPr sz="1400" spc="-2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SW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PKG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제작</a:t>
            </a:r>
            <a:r>
              <a:rPr sz="1400" spc="-3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&amp;</a:t>
            </a:r>
            <a:r>
              <a:rPr sz="1400" spc="-2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커스터마이징</a:t>
            </a:r>
            <a:r>
              <a:rPr sz="1400" spc="-50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dirty="0">
                <a:solidFill>
                  <a:srgbClr val="252525"/>
                </a:solidFill>
                <a:latin typeface="Malgun Gothic"/>
                <a:cs typeface="Malgun Gothic"/>
              </a:rPr>
              <a:t>라이프사이클</a:t>
            </a:r>
            <a:r>
              <a:rPr sz="1400" spc="-15" dirty="0">
                <a:solidFill>
                  <a:srgbClr val="252525"/>
                </a:solidFill>
                <a:latin typeface="Malgun Gothic"/>
                <a:cs typeface="Malgun Gothic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Malgun Gothic"/>
                <a:cs typeface="Malgun Gothic"/>
              </a:rPr>
              <a:t>Governing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97000" y="5085079"/>
            <a:ext cx="9422130" cy="0"/>
          </a:xfrm>
          <a:custGeom>
            <a:avLst/>
            <a:gdLst/>
            <a:ahLst/>
            <a:cxnLst/>
            <a:rect l="l" t="t" r="r" b="b"/>
            <a:pathLst>
              <a:path w="9422130">
                <a:moveTo>
                  <a:pt x="0" y="0"/>
                </a:moveTo>
                <a:lnTo>
                  <a:pt x="9421876" y="0"/>
                </a:lnTo>
              </a:path>
            </a:pathLst>
          </a:custGeom>
          <a:ln w="10160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50" dirty="0"/>
              <a:pPr marL="38100">
                <a:spcBef>
                  <a:spcPts val="185"/>
                </a:spcBef>
              </a:pPr>
              <a:t>9</a:t>
            </a:fld>
            <a:endParaRPr spc="-50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920240" y="3054351"/>
            <a:ext cx="8442960" cy="2021839"/>
            <a:chOff x="777240" y="3054350"/>
            <a:chExt cx="8442960" cy="2021839"/>
          </a:xfrm>
        </p:grpSpPr>
        <p:sp>
          <p:nvSpPr>
            <p:cNvPr id="5" name="object 5"/>
            <p:cNvSpPr/>
            <p:nvPr/>
          </p:nvSpPr>
          <p:spPr>
            <a:xfrm>
              <a:off x="777240" y="3429000"/>
              <a:ext cx="8442960" cy="1295400"/>
            </a:xfrm>
            <a:custGeom>
              <a:avLst/>
              <a:gdLst/>
              <a:ahLst/>
              <a:cxnLst/>
              <a:rect l="l" t="t" r="r" b="b"/>
              <a:pathLst>
                <a:path w="8442960" h="1295400">
                  <a:moveTo>
                    <a:pt x="8327643" y="0"/>
                  </a:moveTo>
                  <a:lnTo>
                    <a:pt x="115290" y="0"/>
                  </a:lnTo>
                  <a:lnTo>
                    <a:pt x="70412" y="9052"/>
                  </a:lnTo>
                  <a:lnTo>
                    <a:pt x="33766" y="33750"/>
                  </a:lnTo>
                  <a:lnTo>
                    <a:pt x="9059" y="70401"/>
                  </a:lnTo>
                  <a:lnTo>
                    <a:pt x="0" y="115315"/>
                  </a:lnTo>
                  <a:lnTo>
                    <a:pt x="0" y="1180083"/>
                  </a:lnTo>
                  <a:lnTo>
                    <a:pt x="9059" y="1224998"/>
                  </a:lnTo>
                  <a:lnTo>
                    <a:pt x="33766" y="1261649"/>
                  </a:lnTo>
                  <a:lnTo>
                    <a:pt x="70412" y="1286347"/>
                  </a:lnTo>
                  <a:lnTo>
                    <a:pt x="115290" y="1295400"/>
                  </a:lnTo>
                  <a:lnTo>
                    <a:pt x="8327643" y="1295400"/>
                  </a:lnTo>
                  <a:lnTo>
                    <a:pt x="8372558" y="1286347"/>
                  </a:lnTo>
                  <a:lnTo>
                    <a:pt x="8409209" y="1261649"/>
                  </a:lnTo>
                  <a:lnTo>
                    <a:pt x="8433907" y="1224998"/>
                  </a:lnTo>
                  <a:lnTo>
                    <a:pt x="8442960" y="1180083"/>
                  </a:lnTo>
                  <a:lnTo>
                    <a:pt x="8442960" y="115315"/>
                  </a:lnTo>
                  <a:lnTo>
                    <a:pt x="8433907" y="70401"/>
                  </a:lnTo>
                  <a:lnTo>
                    <a:pt x="8409209" y="33750"/>
                  </a:lnTo>
                  <a:lnTo>
                    <a:pt x="8372558" y="9052"/>
                  </a:lnTo>
                  <a:lnTo>
                    <a:pt x="832764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04430" y="3252470"/>
              <a:ext cx="0" cy="1628775"/>
            </a:xfrm>
            <a:custGeom>
              <a:avLst/>
              <a:gdLst/>
              <a:ahLst/>
              <a:cxnLst/>
              <a:rect l="l" t="t" r="r" b="b"/>
              <a:pathLst>
                <a:path h="1628775">
                  <a:moveTo>
                    <a:pt x="0" y="1628520"/>
                  </a:moveTo>
                  <a:lnTo>
                    <a:pt x="0" y="0"/>
                  </a:lnTo>
                </a:path>
              </a:pathLst>
            </a:custGeom>
            <a:ln w="27940">
              <a:solidFill>
                <a:srgbClr val="FFC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7909" y="3054350"/>
              <a:ext cx="190500" cy="1905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7909" y="4885689"/>
              <a:ext cx="190500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440" y="3507740"/>
              <a:ext cx="1727200" cy="11150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6319" y="3451859"/>
              <a:ext cx="2049779" cy="12979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02399" y="3487419"/>
              <a:ext cx="1798320" cy="11556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309" y="3054350"/>
              <a:ext cx="190500" cy="190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8309" y="4885689"/>
              <a:ext cx="190500" cy="190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00679" y="3974972"/>
              <a:ext cx="684530" cy="112395"/>
            </a:xfrm>
            <a:custGeom>
              <a:avLst/>
              <a:gdLst/>
              <a:ahLst/>
              <a:cxnLst/>
              <a:rect l="l" t="t" r="r" b="b"/>
              <a:pathLst>
                <a:path w="684529" h="112395">
                  <a:moveTo>
                    <a:pt x="96012" y="0"/>
                  </a:moveTo>
                  <a:lnTo>
                    <a:pt x="0" y="56006"/>
                  </a:lnTo>
                  <a:lnTo>
                    <a:pt x="96012" y="112013"/>
                  </a:lnTo>
                  <a:lnTo>
                    <a:pt x="102234" y="110362"/>
                  </a:lnTo>
                  <a:lnTo>
                    <a:pt x="105028" y="105537"/>
                  </a:lnTo>
                  <a:lnTo>
                    <a:pt x="107950" y="100710"/>
                  </a:lnTo>
                  <a:lnTo>
                    <a:pt x="106299" y="94487"/>
                  </a:lnTo>
                  <a:lnTo>
                    <a:pt x="57712" y="66166"/>
                  </a:lnTo>
                  <a:lnTo>
                    <a:pt x="20065" y="66166"/>
                  </a:lnTo>
                  <a:lnTo>
                    <a:pt x="20065" y="45846"/>
                  </a:lnTo>
                  <a:lnTo>
                    <a:pt x="57712" y="45846"/>
                  </a:lnTo>
                  <a:lnTo>
                    <a:pt x="106299" y="17525"/>
                  </a:lnTo>
                  <a:lnTo>
                    <a:pt x="107950" y="11302"/>
                  </a:lnTo>
                  <a:lnTo>
                    <a:pt x="105028" y="6476"/>
                  </a:lnTo>
                  <a:lnTo>
                    <a:pt x="102234" y="1650"/>
                  </a:lnTo>
                  <a:lnTo>
                    <a:pt x="96012" y="0"/>
                  </a:lnTo>
                  <a:close/>
                </a:path>
                <a:path w="684529" h="112395">
                  <a:moveTo>
                    <a:pt x="644234" y="56006"/>
                  </a:moveTo>
                  <a:lnTo>
                    <a:pt x="578231" y="94487"/>
                  </a:lnTo>
                  <a:lnTo>
                    <a:pt x="576580" y="100710"/>
                  </a:lnTo>
                  <a:lnTo>
                    <a:pt x="579500" y="105537"/>
                  </a:lnTo>
                  <a:lnTo>
                    <a:pt x="582294" y="110362"/>
                  </a:lnTo>
                  <a:lnTo>
                    <a:pt x="588518" y="112013"/>
                  </a:lnTo>
                  <a:lnTo>
                    <a:pt x="667119" y="66166"/>
                  </a:lnTo>
                  <a:lnTo>
                    <a:pt x="664464" y="66166"/>
                  </a:lnTo>
                  <a:lnTo>
                    <a:pt x="664464" y="64769"/>
                  </a:lnTo>
                  <a:lnTo>
                    <a:pt x="659257" y="64769"/>
                  </a:lnTo>
                  <a:lnTo>
                    <a:pt x="644234" y="56006"/>
                  </a:lnTo>
                  <a:close/>
                </a:path>
                <a:path w="684529" h="112395">
                  <a:moveTo>
                    <a:pt x="57712" y="45846"/>
                  </a:moveTo>
                  <a:lnTo>
                    <a:pt x="20065" y="45846"/>
                  </a:lnTo>
                  <a:lnTo>
                    <a:pt x="20065" y="66166"/>
                  </a:lnTo>
                  <a:lnTo>
                    <a:pt x="57712" y="66166"/>
                  </a:lnTo>
                  <a:lnTo>
                    <a:pt x="55317" y="64769"/>
                  </a:lnTo>
                  <a:lnTo>
                    <a:pt x="25272" y="64769"/>
                  </a:lnTo>
                  <a:lnTo>
                    <a:pt x="25272" y="47243"/>
                  </a:lnTo>
                  <a:lnTo>
                    <a:pt x="55317" y="47243"/>
                  </a:lnTo>
                  <a:lnTo>
                    <a:pt x="57712" y="45846"/>
                  </a:lnTo>
                  <a:close/>
                </a:path>
                <a:path w="684529" h="112395">
                  <a:moveTo>
                    <a:pt x="626817" y="45846"/>
                  </a:moveTo>
                  <a:lnTo>
                    <a:pt x="57712" y="45846"/>
                  </a:lnTo>
                  <a:lnTo>
                    <a:pt x="40295" y="56006"/>
                  </a:lnTo>
                  <a:lnTo>
                    <a:pt x="57712" y="66166"/>
                  </a:lnTo>
                  <a:lnTo>
                    <a:pt x="626817" y="66166"/>
                  </a:lnTo>
                  <a:lnTo>
                    <a:pt x="644234" y="56006"/>
                  </a:lnTo>
                  <a:lnTo>
                    <a:pt x="626817" y="45846"/>
                  </a:lnTo>
                  <a:close/>
                </a:path>
                <a:path w="684529" h="112395">
                  <a:moveTo>
                    <a:pt x="667119" y="45846"/>
                  </a:moveTo>
                  <a:lnTo>
                    <a:pt x="664464" y="45846"/>
                  </a:lnTo>
                  <a:lnTo>
                    <a:pt x="664464" y="66166"/>
                  </a:lnTo>
                  <a:lnTo>
                    <a:pt x="667119" y="66166"/>
                  </a:lnTo>
                  <a:lnTo>
                    <a:pt x="684530" y="56006"/>
                  </a:lnTo>
                  <a:lnTo>
                    <a:pt x="667119" y="45846"/>
                  </a:lnTo>
                  <a:close/>
                </a:path>
                <a:path w="684529" h="112395">
                  <a:moveTo>
                    <a:pt x="25272" y="47243"/>
                  </a:moveTo>
                  <a:lnTo>
                    <a:pt x="25272" y="64769"/>
                  </a:lnTo>
                  <a:lnTo>
                    <a:pt x="40295" y="56006"/>
                  </a:lnTo>
                  <a:lnTo>
                    <a:pt x="25272" y="47243"/>
                  </a:lnTo>
                  <a:close/>
                </a:path>
                <a:path w="684529" h="112395">
                  <a:moveTo>
                    <a:pt x="40295" y="56006"/>
                  </a:moveTo>
                  <a:lnTo>
                    <a:pt x="25272" y="64769"/>
                  </a:lnTo>
                  <a:lnTo>
                    <a:pt x="55317" y="64769"/>
                  </a:lnTo>
                  <a:lnTo>
                    <a:pt x="40295" y="56006"/>
                  </a:lnTo>
                  <a:close/>
                </a:path>
                <a:path w="684529" h="112395">
                  <a:moveTo>
                    <a:pt x="659257" y="47243"/>
                  </a:moveTo>
                  <a:lnTo>
                    <a:pt x="644234" y="56006"/>
                  </a:lnTo>
                  <a:lnTo>
                    <a:pt x="659257" y="64769"/>
                  </a:lnTo>
                  <a:lnTo>
                    <a:pt x="659257" y="47243"/>
                  </a:lnTo>
                  <a:close/>
                </a:path>
                <a:path w="684529" h="112395">
                  <a:moveTo>
                    <a:pt x="664464" y="47243"/>
                  </a:moveTo>
                  <a:lnTo>
                    <a:pt x="659257" y="47243"/>
                  </a:lnTo>
                  <a:lnTo>
                    <a:pt x="659257" y="64769"/>
                  </a:lnTo>
                  <a:lnTo>
                    <a:pt x="664464" y="64769"/>
                  </a:lnTo>
                  <a:lnTo>
                    <a:pt x="664464" y="47243"/>
                  </a:lnTo>
                  <a:close/>
                </a:path>
                <a:path w="684529" h="112395">
                  <a:moveTo>
                    <a:pt x="55317" y="47243"/>
                  </a:moveTo>
                  <a:lnTo>
                    <a:pt x="25272" y="47243"/>
                  </a:lnTo>
                  <a:lnTo>
                    <a:pt x="40295" y="56006"/>
                  </a:lnTo>
                  <a:lnTo>
                    <a:pt x="55317" y="47243"/>
                  </a:lnTo>
                  <a:close/>
                </a:path>
                <a:path w="684529" h="112395">
                  <a:moveTo>
                    <a:pt x="588518" y="0"/>
                  </a:moveTo>
                  <a:lnTo>
                    <a:pt x="582294" y="1650"/>
                  </a:lnTo>
                  <a:lnTo>
                    <a:pt x="579500" y="6476"/>
                  </a:lnTo>
                  <a:lnTo>
                    <a:pt x="576580" y="11302"/>
                  </a:lnTo>
                  <a:lnTo>
                    <a:pt x="578231" y="17525"/>
                  </a:lnTo>
                  <a:lnTo>
                    <a:pt x="644234" y="56006"/>
                  </a:lnTo>
                  <a:lnTo>
                    <a:pt x="659257" y="47243"/>
                  </a:lnTo>
                  <a:lnTo>
                    <a:pt x="664464" y="47243"/>
                  </a:lnTo>
                  <a:lnTo>
                    <a:pt x="664464" y="45846"/>
                  </a:lnTo>
                  <a:lnTo>
                    <a:pt x="667119" y="45846"/>
                  </a:lnTo>
                  <a:lnTo>
                    <a:pt x="58851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04280" y="3769359"/>
              <a:ext cx="0" cy="523240"/>
            </a:xfrm>
            <a:custGeom>
              <a:avLst/>
              <a:gdLst/>
              <a:ahLst/>
              <a:cxnLst/>
              <a:rect l="l" t="t" r="r" b="b"/>
              <a:pathLst>
                <a:path h="523239">
                  <a:moveTo>
                    <a:pt x="0" y="0"/>
                  </a:moveTo>
                  <a:lnTo>
                    <a:pt x="0" y="523239"/>
                  </a:lnTo>
                </a:path>
              </a:pathLst>
            </a:custGeom>
            <a:ln w="2032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18480" y="3974972"/>
              <a:ext cx="684530" cy="112395"/>
            </a:xfrm>
            <a:custGeom>
              <a:avLst/>
              <a:gdLst/>
              <a:ahLst/>
              <a:cxnLst/>
              <a:rect l="l" t="t" r="r" b="b"/>
              <a:pathLst>
                <a:path w="684529" h="112395">
                  <a:moveTo>
                    <a:pt x="96012" y="0"/>
                  </a:moveTo>
                  <a:lnTo>
                    <a:pt x="0" y="56006"/>
                  </a:lnTo>
                  <a:lnTo>
                    <a:pt x="96012" y="112013"/>
                  </a:lnTo>
                  <a:lnTo>
                    <a:pt x="102235" y="110362"/>
                  </a:lnTo>
                  <a:lnTo>
                    <a:pt x="105029" y="105537"/>
                  </a:lnTo>
                  <a:lnTo>
                    <a:pt x="107950" y="100710"/>
                  </a:lnTo>
                  <a:lnTo>
                    <a:pt x="106299" y="94487"/>
                  </a:lnTo>
                  <a:lnTo>
                    <a:pt x="57712" y="66166"/>
                  </a:lnTo>
                  <a:lnTo>
                    <a:pt x="20066" y="66166"/>
                  </a:lnTo>
                  <a:lnTo>
                    <a:pt x="20066" y="45846"/>
                  </a:lnTo>
                  <a:lnTo>
                    <a:pt x="57712" y="45846"/>
                  </a:lnTo>
                  <a:lnTo>
                    <a:pt x="106299" y="17525"/>
                  </a:lnTo>
                  <a:lnTo>
                    <a:pt x="107950" y="11302"/>
                  </a:lnTo>
                  <a:lnTo>
                    <a:pt x="105029" y="6476"/>
                  </a:lnTo>
                  <a:lnTo>
                    <a:pt x="102235" y="1650"/>
                  </a:lnTo>
                  <a:lnTo>
                    <a:pt x="96012" y="0"/>
                  </a:lnTo>
                  <a:close/>
                </a:path>
                <a:path w="684529" h="112395">
                  <a:moveTo>
                    <a:pt x="644234" y="56006"/>
                  </a:moveTo>
                  <a:lnTo>
                    <a:pt x="578231" y="94487"/>
                  </a:lnTo>
                  <a:lnTo>
                    <a:pt x="576580" y="100710"/>
                  </a:lnTo>
                  <a:lnTo>
                    <a:pt x="579374" y="105537"/>
                  </a:lnTo>
                  <a:lnTo>
                    <a:pt x="582295" y="110362"/>
                  </a:lnTo>
                  <a:lnTo>
                    <a:pt x="588518" y="112013"/>
                  </a:lnTo>
                  <a:lnTo>
                    <a:pt x="667119" y="66166"/>
                  </a:lnTo>
                  <a:lnTo>
                    <a:pt x="664464" y="66166"/>
                  </a:lnTo>
                  <a:lnTo>
                    <a:pt x="664464" y="64769"/>
                  </a:lnTo>
                  <a:lnTo>
                    <a:pt x="659257" y="64769"/>
                  </a:lnTo>
                  <a:lnTo>
                    <a:pt x="644234" y="56006"/>
                  </a:lnTo>
                  <a:close/>
                </a:path>
                <a:path w="684529" h="112395">
                  <a:moveTo>
                    <a:pt x="57712" y="45846"/>
                  </a:moveTo>
                  <a:lnTo>
                    <a:pt x="20066" y="45846"/>
                  </a:lnTo>
                  <a:lnTo>
                    <a:pt x="20066" y="66166"/>
                  </a:lnTo>
                  <a:lnTo>
                    <a:pt x="57712" y="66166"/>
                  </a:lnTo>
                  <a:lnTo>
                    <a:pt x="55317" y="64769"/>
                  </a:lnTo>
                  <a:lnTo>
                    <a:pt x="25273" y="64769"/>
                  </a:lnTo>
                  <a:lnTo>
                    <a:pt x="25273" y="47243"/>
                  </a:lnTo>
                  <a:lnTo>
                    <a:pt x="55317" y="47243"/>
                  </a:lnTo>
                  <a:lnTo>
                    <a:pt x="57712" y="45846"/>
                  </a:lnTo>
                  <a:close/>
                </a:path>
                <a:path w="684529" h="112395">
                  <a:moveTo>
                    <a:pt x="626817" y="45846"/>
                  </a:moveTo>
                  <a:lnTo>
                    <a:pt x="57712" y="45846"/>
                  </a:lnTo>
                  <a:lnTo>
                    <a:pt x="40295" y="56006"/>
                  </a:lnTo>
                  <a:lnTo>
                    <a:pt x="57712" y="66166"/>
                  </a:lnTo>
                  <a:lnTo>
                    <a:pt x="626817" y="66166"/>
                  </a:lnTo>
                  <a:lnTo>
                    <a:pt x="644234" y="56006"/>
                  </a:lnTo>
                  <a:lnTo>
                    <a:pt x="626817" y="45846"/>
                  </a:lnTo>
                  <a:close/>
                </a:path>
                <a:path w="684529" h="112395">
                  <a:moveTo>
                    <a:pt x="667119" y="45846"/>
                  </a:moveTo>
                  <a:lnTo>
                    <a:pt x="664464" y="45846"/>
                  </a:lnTo>
                  <a:lnTo>
                    <a:pt x="664464" y="66166"/>
                  </a:lnTo>
                  <a:lnTo>
                    <a:pt x="667119" y="66166"/>
                  </a:lnTo>
                  <a:lnTo>
                    <a:pt x="684530" y="56006"/>
                  </a:lnTo>
                  <a:lnTo>
                    <a:pt x="667119" y="45846"/>
                  </a:lnTo>
                  <a:close/>
                </a:path>
                <a:path w="684529" h="112395">
                  <a:moveTo>
                    <a:pt x="25273" y="47243"/>
                  </a:moveTo>
                  <a:lnTo>
                    <a:pt x="25273" y="64769"/>
                  </a:lnTo>
                  <a:lnTo>
                    <a:pt x="40295" y="56006"/>
                  </a:lnTo>
                  <a:lnTo>
                    <a:pt x="25273" y="47243"/>
                  </a:lnTo>
                  <a:close/>
                </a:path>
                <a:path w="684529" h="112395">
                  <a:moveTo>
                    <a:pt x="40295" y="56006"/>
                  </a:moveTo>
                  <a:lnTo>
                    <a:pt x="25273" y="64769"/>
                  </a:lnTo>
                  <a:lnTo>
                    <a:pt x="55317" y="64769"/>
                  </a:lnTo>
                  <a:lnTo>
                    <a:pt x="40295" y="56006"/>
                  </a:lnTo>
                  <a:close/>
                </a:path>
                <a:path w="684529" h="112395">
                  <a:moveTo>
                    <a:pt x="659257" y="47243"/>
                  </a:moveTo>
                  <a:lnTo>
                    <a:pt x="644234" y="56006"/>
                  </a:lnTo>
                  <a:lnTo>
                    <a:pt x="659257" y="64769"/>
                  </a:lnTo>
                  <a:lnTo>
                    <a:pt x="659257" y="47243"/>
                  </a:lnTo>
                  <a:close/>
                </a:path>
                <a:path w="684529" h="112395">
                  <a:moveTo>
                    <a:pt x="664464" y="47243"/>
                  </a:moveTo>
                  <a:lnTo>
                    <a:pt x="659257" y="47243"/>
                  </a:lnTo>
                  <a:lnTo>
                    <a:pt x="659257" y="64769"/>
                  </a:lnTo>
                  <a:lnTo>
                    <a:pt x="664464" y="64769"/>
                  </a:lnTo>
                  <a:lnTo>
                    <a:pt x="664464" y="47243"/>
                  </a:lnTo>
                  <a:close/>
                </a:path>
                <a:path w="684529" h="112395">
                  <a:moveTo>
                    <a:pt x="55317" y="47243"/>
                  </a:moveTo>
                  <a:lnTo>
                    <a:pt x="25273" y="47243"/>
                  </a:lnTo>
                  <a:lnTo>
                    <a:pt x="40295" y="56006"/>
                  </a:lnTo>
                  <a:lnTo>
                    <a:pt x="55317" y="47243"/>
                  </a:lnTo>
                  <a:close/>
                </a:path>
                <a:path w="684529" h="112395">
                  <a:moveTo>
                    <a:pt x="588518" y="0"/>
                  </a:moveTo>
                  <a:lnTo>
                    <a:pt x="582295" y="1650"/>
                  </a:lnTo>
                  <a:lnTo>
                    <a:pt x="579501" y="6476"/>
                  </a:lnTo>
                  <a:lnTo>
                    <a:pt x="576580" y="11302"/>
                  </a:lnTo>
                  <a:lnTo>
                    <a:pt x="578231" y="17525"/>
                  </a:lnTo>
                  <a:lnTo>
                    <a:pt x="644234" y="56006"/>
                  </a:lnTo>
                  <a:lnTo>
                    <a:pt x="659257" y="47243"/>
                  </a:lnTo>
                  <a:lnTo>
                    <a:pt x="664464" y="47243"/>
                  </a:lnTo>
                  <a:lnTo>
                    <a:pt x="664464" y="45846"/>
                  </a:lnTo>
                  <a:lnTo>
                    <a:pt x="667119" y="45846"/>
                  </a:lnTo>
                  <a:lnTo>
                    <a:pt x="58851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0734" y="3648138"/>
              <a:ext cx="1158477" cy="826452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1363980" y="145759"/>
            <a:ext cx="6379845" cy="6912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dirty="0"/>
              <a:t>업무처리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5" dirty="0"/>
              <a:t> </a:t>
            </a:r>
            <a:r>
              <a:rPr dirty="0"/>
              <a:t>를 위한</a:t>
            </a:r>
            <a:r>
              <a:rPr spc="-5" dirty="0"/>
              <a:t> </a:t>
            </a:r>
            <a:r>
              <a:rPr dirty="0"/>
              <a:t>Agados의</a:t>
            </a:r>
            <a:r>
              <a:rPr spc="-15" dirty="0"/>
              <a:t> </a:t>
            </a:r>
            <a:r>
              <a:rPr dirty="0"/>
              <a:t>Smart </a:t>
            </a:r>
            <a:r>
              <a:rPr spc="-10" dirty="0"/>
              <a:t>Architecture</a:t>
            </a:r>
          </a:p>
          <a:p>
            <a:pPr marL="27305">
              <a:spcBef>
                <a:spcPts val="650"/>
              </a:spcBef>
            </a:pPr>
            <a:r>
              <a:rPr sz="1700" b="0" dirty="0">
                <a:solidFill>
                  <a:srgbClr val="404040"/>
                </a:solidFill>
              </a:rPr>
              <a:t>SW</a:t>
            </a:r>
            <a:r>
              <a:rPr sz="1700" b="0" spc="-25" dirty="0">
                <a:solidFill>
                  <a:srgbClr val="404040"/>
                </a:solidFill>
              </a:rPr>
              <a:t> </a:t>
            </a:r>
            <a:r>
              <a:rPr sz="1700" b="0" dirty="0">
                <a:solidFill>
                  <a:srgbClr val="404040"/>
                </a:solidFill>
              </a:rPr>
              <a:t>Package</a:t>
            </a:r>
            <a:r>
              <a:rPr sz="1700" b="0" spc="-35" dirty="0">
                <a:solidFill>
                  <a:srgbClr val="404040"/>
                </a:solidFill>
              </a:rPr>
              <a:t> </a:t>
            </a:r>
            <a:r>
              <a:rPr sz="1700" b="0" dirty="0">
                <a:solidFill>
                  <a:srgbClr val="404040"/>
                </a:solidFill>
              </a:rPr>
              <a:t>아키텍처의</a:t>
            </a:r>
            <a:r>
              <a:rPr sz="1700" b="0" spc="-45" dirty="0">
                <a:solidFill>
                  <a:srgbClr val="404040"/>
                </a:solidFill>
              </a:rPr>
              <a:t> </a:t>
            </a:r>
            <a:r>
              <a:rPr sz="1700" b="0" dirty="0">
                <a:solidFill>
                  <a:srgbClr val="404040"/>
                </a:solidFill>
              </a:rPr>
              <a:t>새로운</a:t>
            </a:r>
            <a:r>
              <a:rPr sz="1700" b="0" spc="-40" dirty="0">
                <a:solidFill>
                  <a:srgbClr val="404040"/>
                </a:solidFill>
              </a:rPr>
              <a:t> </a:t>
            </a:r>
            <a:r>
              <a:rPr sz="1700" b="0" spc="-20" dirty="0">
                <a:solidFill>
                  <a:srgbClr val="404040"/>
                </a:solidFill>
              </a:rPr>
              <a:t>패러다임</a:t>
            </a:r>
            <a:endParaRPr sz="1700" dirty="0"/>
          </a:p>
        </p:txBody>
      </p:sp>
      <p:sp>
        <p:nvSpPr>
          <p:cNvPr id="19" name="object 19"/>
          <p:cNvSpPr/>
          <p:nvPr/>
        </p:nvSpPr>
        <p:spPr>
          <a:xfrm>
            <a:off x="5848350" y="3252471"/>
            <a:ext cx="0" cy="1628775"/>
          </a:xfrm>
          <a:custGeom>
            <a:avLst/>
            <a:gdLst/>
            <a:ahLst/>
            <a:cxnLst/>
            <a:rect l="l" t="t" r="r" b="b"/>
            <a:pathLst>
              <a:path h="1628775">
                <a:moveTo>
                  <a:pt x="0" y="1628520"/>
                </a:moveTo>
                <a:lnTo>
                  <a:pt x="0" y="0"/>
                </a:lnTo>
              </a:path>
            </a:pathLst>
          </a:custGeom>
          <a:ln w="27940">
            <a:solidFill>
              <a:srgbClr val="FFC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1829" y="3054350"/>
            <a:ext cx="190500" cy="1905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1829" y="4885690"/>
            <a:ext cx="190500" cy="19050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2957829" y="3252471"/>
            <a:ext cx="0" cy="1628775"/>
          </a:xfrm>
          <a:custGeom>
            <a:avLst/>
            <a:gdLst/>
            <a:ahLst/>
            <a:cxnLst/>
            <a:rect l="l" t="t" r="r" b="b"/>
            <a:pathLst>
              <a:path h="1628775">
                <a:moveTo>
                  <a:pt x="0" y="1628520"/>
                </a:moveTo>
                <a:lnTo>
                  <a:pt x="0" y="0"/>
                </a:lnTo>
              </a:path>
            </a:pathLst>
          </a:custGeom>
          <a:ln w="27940">
            <a:solidFill>
              <a:srgbClr val="FFC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907541" y="1973579"/>
            <a:ext cx="3776979" cy="965200"/>
            <a:chOff x="764540" y="1973579"/>
            <a:chExt cx="3776979" cy="965200"/>
          </a:xfrm>
        </p:grpSpPr>
        <p:sp>
          <p:nvSpPr>
            <p:cNvPr id="24" name="object 24"/>
            <p:cNvSpPr/>
            <p:nvPr/>
          </p:nvSpPr>
          <p:spPr>
            <a:xfrm>
              <a:off x="777240" y="1986279"/>
              <a:ext cx="3764279" cy="939800"/>
            </a:xfrm>
            <a:custGeom>
              <a:avLst/>
              <a:gdLst/>
              <a:ahLst/>
              <a:cxnLst/>
              <a:rect l="l" t="t" r="r" b="b"/>
              <a:pathLst>
                <a:path w="3764279" h="939800">
                  <a:moveTo>
                    <a:pt x="3710305" y="0"/>
                  </a:moveTo>
                  <a:lnTo>
                    <a:pt x="53924" y="0"/>
                  </a:lnTo>
                  <a:lnTo>
                    <a:pt x="32934" y="4236"/>
                  </a:lnTo>
                  <a:lnTo>
                    <a:pt x="15794" y="15795"/>
                  </a:lnTo>
                  <a:lnTo>
                    <a:pt x="4237" y="32950"/>
                  </a:lnTo>
                  <a:lnTo>
                    <a:pt x="0" y="53975"/>
                  </a:lnTo>
                  <a:lnTo>
                    <a:pt x="0" y="885825"/>
                  </a:lnTo>
                  <a:lnTo>
                    <a:pt x="4237" y="906849"/>
                  </a:lnTo>
                  <a:lnTo>
                    <a:pt x="15794" y="924004"/>
                  </a:lnTo>
                  <a:lnTo>
                    <a:pt x="32934" y="935563"/>
                  </a:lnTo>
                  <a:lnTo>
                    <a:pt x="53924" y="939800"/>
                  </a:lnTo>
                  <a:lnTo>
                    <a:pt x="3710305" y="939800"/>
                  </a:lnTo>
                  <a:lnTo>
                    <a:pt x="3731329" y="935563"/>
                  </a:lnTo>
                  <a:lnTo>
                    <a:pt x="3748484" y="924004"/>
                  </a:lnTo>
                  <a:lnTo>
                    <a:pt x="3760043" y="906849"/>
                  </a:lnTo>
                  <a:lnTo>
                    <a:pt x="3764280" y="885825"/>
                  </a:lnTo>
                  <a:lnTo>
                    <a:pt x="3764280" y="53975"/>
                  </a:lnTo>
                  <a:lnTo>
                    <a:pt x="3760043" y="32950"/>
                  </a:lnTo>
                  <a:lnTo>
                    <a:pt x="3748484" y="15795"/>
                  </a:lnTo>
                  <a:lnTo>
                    <a:pt x="3731329" y="4236"/>
                  </a:lnTo>
                  <a:lnTo>
                    <a:pt x="371030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7240" y="1986279"/>
              <a:ext cx="502920" cy="939800"/>
            </a:xfrm>
            <a:custGeom>
              <a:avLst/>
              <a:gdLst/>
              <a:ahLst/>
              <a:cxnLst/>
              <a:rect l="l" t="t" r="r" b="b"/>
              <a:pathLst>
                <a:path w="502919" h="939800">
                  <a:moveTo>
                    <a:pt x="443788" y="0"/>
                  </a:moveTo>
                  <a:lnTo>
                    <a:pt x="59131" y="0"/>
                  </a:lnTo>
                  <a:lnTo>
                    <a:pt x="36111" y="4639"/>
                  </a:lnTo>
                  <a:lnTo>
                    <a:pt x="17316" y="17303"/>
                  </a:lnTo>
                  <a:lnTo>
                    <a:pt x="4645" y="36111"/>
                  </a:lnTo>
                  <a:lnTo>
                    <a:pt x="0" y="59182"/>
                  </a:lnTo>
                  <a:lnTo>
                    <a:pt x="0" y="880618"/>
                  </a:lnTo>
                  <a:lnTo>
                    <a:pt x="4645" y="903688"/>
                  </a:lnTo>
                  <a:lnTo>
                    <a:pt x="17316" y="922496"/>
                  </a:lnTo>
                  <a:lnTo>
                    <a:pt x="36111" y="935160"/>
                  </a:lnTo>
                  <a:lnTo>
                    <a:pt x="59131" y="939800"/>
                  </a:lnTo>
                  <a:lnTo>
                    <a:pt x="443788" y="939800"/>
                  </a:lnTo>
                  <a:lnTo>
                    <a:pt x="466808" y="935160"/>
                  </a:lnTo>
                  <a:lnTo>
                    <a:pt x="485603" y="922496"/>
                  </a:lnTo>
                  <a:lnTo>
                    <a:pt x="498274" y="903688"/>
                  </a:lnTo>
                  <a:lnTo>
                    <a:pt x="502919" y="880618"/>
                  </a:lnTo>
                  <a:lnTo>
                    <a:pt x="502919" y="59182"/>
                  </a:lnTo>
                  <a:lnTo>
                    <a:pt x="498274" y="36111"/>
                  </a:lnTo>
                  <a:lnTo>
                    <a:pt x="485603" y="17303"/>
                  </a:lnTo>
                  <a:lnTo>
                    <a:pt x="466808" y="4639"/>
                  </a:lnTo>
                  <a:lnTo>
                    <a:pt x="4437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7240" y="1986279"/>
              <a:ext cx="502920" cy="939800"/>
            </a:xfrm>
            <a:custGeom>
              <a:avLst/>
              <a:gdLst/>
              <a:ahLst/>
              <a:cxnLst/>
              <a:rect l="l" t="t" r="r" b="b"/>
              <a:pathLst>
                <a:path w="502919" h="939800">
                  <a:moveTo>
                    <a:pt x="0" y="59182"/>
                  </a:moveTo>
                  <a:lnTo>
                    <a:pt x="4645" y="36111"/>
                  </a:lnTo>
                  <a:lnTo>
                    <a:pt x="17316" y="17303"/>
                  </a:lnTo>
                  <a:lnTo>
                    <a:pt x="36111" y="4639"/>
                  </a:lnTo>
                  <a:lnTo>
                    <a:pt x="59131" y="0"/>
                  </a:lnTo>
                  <a:lnTo>
                    <a:pt x="443788" y="0"/>
                  </a:lnTo>
                  <a:lnTo>
                    <a:pt x="466808" y="4639"/>
                  </a:lnTo>
                  <a:lnTo>
                    <a:pt x="485603" y="17303"/>
                  </a:lnTo>
                  <a:lnTo>
                    <a:pt x="498274" y="36111"/>
                  </a:lnTo>
                  <a:lnTo>
                    <a:pt x="502919" y="59182"/>
                  </a:lnTo>
                  <a:lnTo>
                    <a:pt x="502919" y="880618"/>
                  </a:lnTo>
                  <a:lnTo>
                    <a:pt x="498274" y="903688"/>
                  </a:lnTo>
                  <a:lnTo>
                    <a:pt x="485603" y="922496"/>
                  </a:lnTo>
                  <a:lnTo>
                    <a:pt x="466808" y="935160"/>
                  </a:lnTo>
                  <a:lnTo>
                    <a:pt x="443788" y="939800"/>
                  </a:lnTo>
                  <a:lnTo>
                    <a:pt x="59131" y="939800"/>
                  </a:lnTo>
                  <a:lnTo>
                    <a:pt x="36111" y="935160"/>
                  </a:lnTo>
                  <a:lnTo>
                    <a:pt x="17316" y="922496"/>
                  </a:lnTo>
                  <a:lnTo>
                    <a:pt x="4645" y="903688"/>
                  </a:lnTo>
                  <a:lnTo>
                    <a:pt x="0" y="880618"/>
                  </a:lnTo>
                  <a:lnTo>
                    <a:pt x="0" y="59182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/>
          <p:nvPr/>
        </p:nvSpPr>
        <p:spPr>
          <a:xfrm>
            <a:off x="1920241" y="1986279"/>
            <a:ext cx="3764279" cy="939800"/>
          </a:xfrm>
          <a:custGeom>
            <a:avLst/>
            <a:gdLst/>
            <a:ahLst/>
            <a:cxnLst/>
            <a:rect l="l" t="t" r="r" b="b"/>
            <a:pathLst>
              <a:path w="3764279" h="939800">
                <a:moveTo>
                  <a:pt x="0" y="53975"/>
                </a:moveTo>
                <a:lnTo>
                  <a:pt x="4237" y="32950"/>
                </a:lnTo>
                <a:lnTo>
                  <a:pt x="15794" y="15795"/>
                </a:lnTo>
                <a:lnTo>
                  <a:pt x="32934" y="4236"/>
                </a:lnTo>
                <a:lnTo>
                  <a:pt x="53924" y="0"/>
                </a:lnTo>
                <a:lnTo>
                  <a:pt x="3710305" y="0"/>
                </a:lnTo>
                <a:lnTo>
                  <a:pt x="3731329" y="4236"/>
                </a:lnTo>
                <a:lnTo>
                  <a:pt x="3748484" y="15795"/>
                </a:lnTo>
                <a:lnTo>
                  <a:pt x="3760043" y="32950"/>
                </a:lnTo>
                <a:lnTo>
                  <a:pt x="3764280" y="53975"/>
                </a:lnTo>
                <a:lnTo>
                  <a:pt x="3764280" y="885825"/>
                </a:lnTo>
                <a:lnTo>
                  <a:pt x="3760043" y="906849"/>
                </a:lnTo>
                <a:lnTo>
                  <a:pt x="3748484" y="924004"/>
                </a:lnTo>
                <a:lnTo>
                  <a:pt x="3731329" y="935563"/>
                </a:lnTo>
                <a:lnTo>
                  <a:pt x="3710305" y="939800"/>
                </a:lnTo>
                <a:lnTo>
                  <a:pt x="53924" y="939800"/>
                </a:lnTo>
                <a:lnTo>
                  <a:pt x="32934" y="935563"/>
                </a:lnTo>
                <a:lnTo>
                  <a:pt x="15794" y="924004"/>
                </a:lnTo>
                <a:lnTo>
                  <a:pt x="4237" y="906849"/>
                </a:lnTo>
                <a:lnTo>
                  <a:pt x="0" y="885825"/>
                </a:lnTo>
                <a:lnTo>
                  <a:pt x="0" y="5397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72690" y="1907541"/>
            <a:ext cx="3053715" cy="986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7325" indent="-174625">
              <a:spcBef>
                <a:spcPts val="9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비쥬얼한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모든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Logics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(Design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Flow)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비쥬얼한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모니터링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비쥬얼한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Objects</a:t>
            </a:r>
            <a:r>
              <a:rPr sz="1400" spc="-25" dirty="0">
                <a:latin typeface="Malgun Gothic"/>
                <a:cs typeface="Malgun Gothic"/>
              </a:rPr>
              <a:t> 관계성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586221" y="1973579"/>
            <a:ext cx="3776979" cy="965200"/>
            <a:chOff x="5443220" y="1973579"/>
            <a:chExt cx="3776979" cy="965200"/>
          </a:xfrm>
        </p:grpSpPr>
        <p:sp>
          <p:nvSpPr>
            <p:cNvPr id="30" name="object 30"/>
            <p:cNvSpPr/>
            <p:nvPr/>
          </p:nvSpPr>
          <p:spPr>
            <a:xfrm>
              <a:off x="5455920" y="1986279"/>
              <a:ext cx="3764279" cy="939800"/>
            </a:xfrm>
            <a:custGeom>
              <a:avLst/>
              <a:gdLst/>
              <a:ahLst/>
              <a:cxnLst/>
              <a:rect l="l" t="t" r="r" b="b"/>
              <a:pathLst>
                <a:path w="3764279" h="939800">
                  <a:moveTo>
                    <a:pt x="3710304" y="0"/>
                  </a:moveTo>
                  <a:lnTo>
                    <a:pt x="53975" y="0"/>
                  </a:lnTo>
                  <a:lnTo>
                    <a:pt x="32950" y="4236"/>
                  </a:lnTo>
                  <a:lnTo>
                    <a:pt x="15795" y="15795"/>
                  </a:lnTo>
                  <a:lnTo>
                    <a:pt x="4236" y="32950"/>
                  </a:lnTo>
                  <a:lnTo>
                    <a:pt x="0" y="53975"/>
                  </a:lnTo>
                  <a:lnTo>
                    <a:pt x="0" y="885825"/>
                  </a:lnTo>
                  <a:lnTo>
                    <a:pt x="4236" y="906849"/>
                  </a:lnTo>
                  <a:lnTo>
                    <a:pt x="15795" y="924004"/>
                  </a:lnTo>
                  <a:lnTo>
                    <a:pt x="32950" y="935563"/>
                  </a:lnTo>
                  <a:lnTo>
                    <a:pt x="53975" y="939800"/>
                  </a:lnTo>
                  <a:lnTo>
                    <a:pt x="3710304" y="939800"/>
                  </a:lnTo>
                  <a:lnTo>
                    <a:pt x="3731329" y="935563"/>
                  </a:lnTo>
                  <a:lnTo>
                    <a:pt x="3748484" y="924004"/>
                  </a:lnTo>
                  <a:lnTo>
                    <a:pt x="3760043" y="906849"/>
                  </a:lnTo>
                  <a:lnTo>
                    <a:pt x="3764279" y="885825"/>
                  </a:lnTo>
                  <a:lnTo>
                    <a:pt x="3764279" y="53975"/>
                  </a:lnTo>
                  <a:lnTo>
                    <a:pt x="3760043" y="32950"/>
                  </a:lnTo>
                  <a:lnTo>
                    <a:pt x="3748484" y="15795"/>
                  </a:lnTo>
                  <a:lnTo>
                    <a:pt x="3731329" y="4236"/>
                  </a:lnTo>
                  <a:lnTo>
                    <a:pt x="37103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55920" y="1986279"/>
              <a:ext cx="505459" cy="939800"/>
            </a:xfrm>
            <a:custGeom>
              <a:avLst/>
              <a:gdLst/>
              <a:ahLst/>
              <a:cxnLst/>
              <a:rect l="l" t="t" r="r" b="b"/>
              <a:pathLst>
                <a:path w="505460" h="939800">
                  <a:moveTo>
                    <a:pt x="446024" y="0"/>
                  </a:moveTo>
                  <a:lnTo>
                    <a:pt x="59435" y="0"/>
                  </a:lnTo>
                  <a:lnTo>
                    <a:pt x="36325" y="4661"/>
                  </a:lnTo>
                  <a:lnTo>
                    <a:pt x="17430" y="17383"/>
                  </a:lnTo>
                  <a:lnTo>
                    <a:pt x="4679" y="36272"/>
                  </a:lnTo>
                  <a:lnTo>
                    <a:pt x="0" y="59436"/>
                  </a:lnTo>
                  <a:lnTo>
                    <a:pt x="0" y="880364"/>
                  </a:lnTo>
                  <a:lnTo>
                    <a:pt x="4679" y="903474"/>
                  </a:lnTo>
                  <a:lnTo>
                    <a:pt x="17430" y="922369"/>
                  </a:lnTo>
                  <a:lnTo>
                    <a:pt x="36325" y="935120"/>
                  </a:lnTo>
                  <a:lnTo>
                    <a:pt x="59435" y="939800"/>
                  </a:lnTo>
                  <a:lnTo>
                    <a:pt x="446024" y="939800"/>
                  </a:lnTo>
                  <a:lnTo>
                    <a:pt x="469134" y="935120"/>
                  </a:lnTo>
                  <a:lnTo>
                    <a:pt x="488029" y="922369"/>
                  </a:lnTo>
                  <a:lnTo>
                    <a:pt x="500780" y="903474"/>
                  </a:lnTo>
                  <a:lnTo>
                    <a:pt x="505459" y="880364"/>
                  </a:lnTo>
                  <a:lnTo>
                    <a:pt x="505459" y="59436"/>
                  </a:lnTo>
                  <a:lnTo>
                    <a:pt x="500780" y="36272"/>
                  </a:lnTo>
                  <a:lnTo>
                    <a:pt x="488029" y="17383"/>
                  </a:lnTo>
                  <a:lnTo>
                    <a:pt x="469134" y="4661"/>
                  </a:lnTo>
                  <a:lnTo>
                    <a:pt x="4460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55920" y="1986279"/>
              <a:ext cx="505459" cy="939800"/>
            </a:xfrm>
            <a:custGeom>
              <a:avLst/>
              <a:gdLst/>
              <a:ahLst/>
              <a:cxnLst/>
              <a:rect l="l" t="t" r="r" b="b"/>
              <a:pathLst>
                <a:path w="505460" h="939800">
                  <a:moveTo>
                    <a:pt x="0" y="59436"/>
                  </a:moveTo>
                  <a:lnTo>
                    <a:pt x="4679" y="36272"/>
                  </a:lnTo>
                  <a:lnTo>
                    <a:pt x="17430" y="17383"/>
                  </a:lnTo>
                  <a:lnTo>
                    <a:pt x="36325" y="4661"/>
                  </a:lnTo>
                  <a:lnTo>
                    <a:pt x="59435" y="0"/>
                  </a:lnTo>
                  <a:lnTo>
                    <a:pt x="446024" y="0"/>
                  </a:lnTo>
                  <a:lnTo>
                    <a:pt x="469134" y="4661"/>
                  </a:lnTo>
                  <a:lnTo>
                    <a:pt x="488029" y="17383"/>
                  </a:lnTo>
                  <a:lnTo>
                    <a:pt x="500780" y="36272"/>
                  </a:lnTo>
                  <a:lnTo>
                    <a:pt x="505459" y="59436"/>
                  </a:lnTo>
                  <a:lnTo>
                    <a:pt x="505459" y="880364"/>
                  </a:lnTo>
                  <a:lnTo>
                    <a:pt x="500780" y="903474"/>
                  </a:lnTo>
                  <a:lnTo>
                    <a:pt x="488029" y="922369"/>
                  </a:lnTo>
                  <a:lnTo>
                    <a:pt x="469134" y="935120"/>
                  </a:lnTo>
                  <a:lnTo>
                    <a:pt x="446024" y="939800"/>
                  </a:lnTo>
                  <a:lnTo>
                    <a:pt x="59435" y="939800"/>
                  </a:lnTo>
                  <a:lnTo>
                    <a:pt x="36325" y="935120"/>
                  </a:lnTo>
                  <a:lnTo>
                    <a:pt x="17430" y="922369"/>
                  </a:lnTo>
                  <a:lnTo>
                    <a:pt x="4679" y="903474"/>
                  </a:lnTo>
                  <a:lnTo>
                    <a:pt x="0" y="880364"/>
                  </a:lnTo>
                  <a:lnTo>
                    <a:pt x="0" y="5943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6598921" y="1986279"/>
            <a:ext cx="3764279" cy="939800"/>
          </a:xfrm>
          <a:custGeom>
            <a:avLst/>
            <a:gdLst/>
            <a:ahLst/>
            <a:cxnLst/>
            <a:rect l="l" t="t" r="r" b="b"/>
            <a:pathLst>
              <a:path w="3764279" h="939800">
                <a:moveTo>
                  <a:pt x="0" y="53975"/>
                </a:moveTo>
                <a:lnTo>
                  <a:pt x="4236" y="32950"/>
                </a:lnTo>
                <a:lnTo>
                  <a:pt x="15795" y="15795"/>
                </a:lnTo>
                <a:lnTo>
                  <a:pt x="32950" y="4236"/>
                </a:lnTo>
                <a:lnTo>
                  <a:pt x="53975" y="0"/>
                </a:lnTo>
                <a:lnTo>
                  <a:pt x="3710304" y="0"/>
                </a:lnTo>
                <a:lnTo>
                  <a:pt x="3731329" y="4236"/>
                </a:lnTo>
                <a:lnTo>
                  <a:pt x="3748484" y="15795"/>
                </a:lnTo>
                <a:lnTo>
                  <a:pt x="3760043" y="32950"/>
                </a:lnTo>
                <a:lnTo>
                  <a:pt x="3764279" y="53975"/>
                </a:lnTo>
                <a:lnTo>
                  <a:pt x="3764279" y="885825"/>
                </a:lnTo>
                <a:lnTo>
                  <a:pt x="3760043" y="906849"/>
                </a:lnTo>
                <a:lnTo>
                  <a:pt x="3748484" y="924004"/>
                </a:lnTo>
                <a:lnTo>
                  <a:pt x="3731329" y="935563"/>
                </a:lnTo>
                <a:lnTo>
                  <a:pt x="3710304" y="939800"/>
                </a:lnTo>
                <a:lnTo>
                  <a:pt x="53975" y="939800"/>
                </a:lnTo>
                <a:lnTo>
                  <a:pt x="32950" y="935563"/>
                </a:lnTo>
                <a:lnTo>
                  <a:pt x="15795" y="924004"/>
                </a:lnTo>
                <a:lnTo>
                  <a:pt x="4236" y="906849"/>
                </a:lnTo>
                <a:lnTo>
                  <a:pt x="0" y="885825"/>
                </a:lnTo>
                <a:lnTo>
                  <a:pt x="0" y="5397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54291" y="1907541"/>
            <a:ext cx="2482215" cy="986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7325" indent="-174625">
              <a:spcBef>
                <a:spcPts val="940"/>
              </a:spcBef>
              <a:buFont typeface="Arial"/>
              <a:buChar char="•"/>
              <a:tabLst>
                <a:tab pos="187325" algn="l"/>
                <a:tab pos="906144" algn="l"/>
              </a:tabLst>
            </a:pPr>
            <a:r>
              <a:rPr sz="1400" spc="-10" dirty="0">
                <a:latin typeface="Malgun Gothic"/>
                <a:cs typeface="Malgun Gothic"/>
              </a:rPr>
              <a:t>Design,</a:t>
            </a:r>
            <a:r>
              <a:rPr sz="1400" dirty="0">
                <a:latin typeface="Malgun Gothic"/>
                <a:cs typeface="Malgun Gothic"/>
              </a:rPr>
              <a:t>	Flows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&amp;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Rules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정의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변화에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높은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대응력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지능적인</a:t>
            </a:r>
            <a:r>
              <a:rPr sz="1400" spc="-10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Customizing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능력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907541" y="5143500"/>
            <a:ext cx="3776979" cy="965200"/>
            <a:chOff x="764540" y="5143500"/>
            <a:chExt cx="3776979" cy="965200"/>
          </a:xfrm>
        </p:grpSpPr>
        <p:sp>
          <p:nvSpPr>
            <p:cNvPr id="36" name="object 36"/>
            <p:cNvSpPr/>
            <p:nvPr/>
          </p:nvSpPr>
          <p:spPr>
            <a:xfrm>
              <a:off x="777240" y="5156200"/>
              <a:ext cx="3764279" cy="939800"/>
            </a:xfrm>
            <a:custGeom>
              <a:avLst/>
              <a:gdLst/>
              <a:ahLst/>
              <a:cxnLst/>
              <a:rect l="l" t="t" r="r" b="b"/>
              <a:pathLst>
                <a:path w="3764279" h="939800">
                  <a:moveTo>
                    <a:pt x="3710305" y="0"/>
                  </a:moveTo>
                  <a:lnTo>
                    <a:pt x="53924" y="0"/>
                  </a:lnTo>
                  <a:lnTo>
                    <a:pt x="32934" y="4236"/>
                  </a:lnTo>
                  <a:lnTo>
                    <a:pt x="15794" y="15795"/>
                  </a:lnTo>
                  <a:lnTo>
                    <a:pt x="4237" y="32950"/>
                  </a:lnTo>
                  <a:lnTo>
                    <a:pt x="0" y="53975"/>
                  </a:lnTo>
                  <a:lnTo>
                    <a:pt x="0" y="885875"/>
                  </a:lnTo>
                  <a:lnTo>
                    <a:pt x="4237" y="906865"/>
                  </a:lnTo>
                  <a:lnTo>
                    <a:pt x="15794" y="924005"/>
                  </a:lnTo>
                  <a:lnTo>
                    <a:pt x="32934" y="935562"/>
                  </a:lnTo>
                  <a:lnTo>
                    <a:pt x="53924" y="939800"/>
                  </a:lnTo>
                  <a:lnTo>
                    <a:pt x="3710305" y="939800"/>
                  </a:lnTo>
                  <a:lnTo>
                    <a:pt x="3731329" y="935562"/>
                  </a:lnTo>
                  <a:lnTo>
                    <a:pt x="3748484" y="924005"/>
                  </a:lnTo>
                  <a:lnTo>
                    <a:pt x="3760043" y="906865"/>
                  </a:lnTo>
                  <a:lnTo>
                    <a:pt x="3764280" y="885875"/>
                  </a:lnTo>
                  <a:lnTo>
                    <a:pt x="3764280" y="53975"/>
                  </a:lnTo>
                  <a:lnTo>
                    <a:pt x="3760043" y="32950"/>
                  </a:lnTo>
                  <a:lnTo>
                    <a:pt x="3748484" y="15795"/>
                  </a:lnTo>
                  <a:lnTo>
                    <a:pt x="3731329" y="4236"/>
                  </a:lnTo>
                  <a:lnTo>
                    <a:pt x="371030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7240" y="5156200"/>
              <a:ext cx="502920" cy="939800"/>
            </a:xfrm>
            <a:custGeom>
              <a:avLst/>
              <a:gdLst/>
              <a:ahLst/>
              <a:cxnLst/>
              <a:rect l="l" t="t" r="r" b="b"/>
              <a:pathLst>
                <a:path w="502919" h="939800">
                  <a:moveTo>
                    <a:pt x="443788" y="0"/>
                  </a:moveTo>
                  <a:lnTo>
                    <a:pt x="59131" y="0"/>
                  </a:lnTo>
                  <a:lnTo>
                    <a:pt x="36111" y="4639"/>
                  </a:lnTo>
                  <a:lnTo>
                    <a:pt x="17316" y="17303"/>
                  </a:lnTo>
                  <a:lnTo>
                    <a:pt x="4645" y="36111"/>
                  </a:lnTo>
                  <a:lnTo>
                    <a:pt x="0" y="59181"/>
                  </a:lnTo>
                  <a:lnTo>
                    <a:pt x="0" y="880668"/>
                  </a:lnTo>
                  <a:lnTo>
                    <a:pt x="4645" y="903688"/>
                  </a:lnTo>
                  <a:lnTo>
                    <a:pt x="17316" y="922483"/>
                  </a:lnTo>
                  <a:lnTo>
                    <a:pt x="36111" y="935154"/>
                  </a:lnTo>
                  <a:lnTo>
                    <a:pt x="59131" y="939800"/>
                  </a:lnTo>
                  <a:lnTo>
                    <a:pt x="443788" y="939800"/>
                  </a:lnTo>
                  <a:lnTo>
                    <a:pt x="466808" y="935154"/>
                  </a:lnTo>
                  <a:lnTo>
                    <a:pt x="485603" y="922483"/>
                  </a:lnTo>
                  <a:lnTo>
                    <a:pt x="498274" y="903688"/>
                  </a:lnTo>
                  <a:lnTo>
                    <a:pt x="502919" y="880668"/>
                  </a:lnTo>
                  <a:lnTo>
                    <a:pt x="502919" y="59181"/>
                  </a:lnTo>
                  <a:lnTo>
                    <a:pt x="498274" y="36111"/>
                  </a:lnTo>
                  <a:lnTo>
                    <a:pt x="485603" y="17303"/>
                  </a:lnTo>
                  <a:lnTo>
                    <a:pt x="466808" y="4639"/>
                  </a:lnTo>
                  <a:lnTo>
                    <a:pt x="4437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7240" y="5156200"/>
              <a:ext cx="502920" cy="939800"/>
            </a:xfrm>
            <a:custGeom>
              <a:avLst/>
              <a:gdLst/>
              <a:ahLst/>
              <a:cxnLst/>
              <a:rect l="l" t="t" r="r" b="b"/>
              <a:pathLst>
                <a:path w="502919" h="939800">
                  <a:moveTo>
                    <a:pt x="0" y="59181"/>
                  </a:moveTo>
                  <a:lnTo>
                    <a:pt x="4645" y="36111"/>
                  </a:lnTo>
                  <a:lnTo>
                    <a:pt x="17316" y="17303"/>
                  </a:lnTo>
                  <a:lnTo>
                    <a:pt x="36111" y="4639"/>
                  </a:lnTo>
                  <a:lnTo>
                    <a:pt x="59131" y="0"/>
                  </a:lnTo>
                  <a:lnTo>
                    <a:pt x="443788" y="0"/>
                  </a:lnTo>
                  <a:lnTo>
                    <a:pt x="466808" y="4639"/>
                  </a:lnTo>
                  <a:lnTo>
                    <a:pt x="485603" y="17303"/>
                  </a:lnTo>
                  <a:lnTo>
                    <a:pt x="498274" y="36111"/>
                  </a:lnTo>
                  <a:lnTo>
                    <a:pt x="502919" y="59181"/>
                  </a:lnTo>
                  <a:lnTo>
                    <a:pt x="502919" y="880668"/>
                  </a:lnTo>
                  <a:lnTo>
                    <a:pt x="498274" y="903688"/>
                  </a:lnTo>
                  <a:lnTo>
                    <a:pt x="485603" y="922483"/>
                  </a:lnTo>
                  <a:lnTo>
                    <a:pt x="466808" y="935154"/>
                  </a:lnTo>
                  <a:lnTo>
                    <a:pt x="443788" y="939800"/>
                  </a:lnTo>
                  <a:lnTo>
                    <a:pt x="59131" y="939800"/>
                  </a:lnTo>
                  <a:lnTo>
                    <a:pt x="36111" y="935154"/>
                  </a:lnTo>
                  <a:lnTo>
                    <a:pt x="17316" y="922483"/>
                  </a:lnTo>
                  <a:lnTo>
                    <a:pt x="4645" y="903688"/>
                  </a:lnTo>
                  <a:lnTo>
                    <a:pt x="0" y="880668"/>
                  </a:lnTo>
                  <a:lnTo>
                    <a:pt x="0" y="59181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1920241" y="5156200"/>
            <a:ext cx="3764279" cy="939800"/>
          </a:xfrm>
          <a:custGeom>
            <a:avLst/>
            <a:gdLst/>
            <a:ahLst/>
            <a:cxnLst/>
            <a:rect l="l" t="t" r="r" b="b"/>
            <a:pathLst>
              <a:path w="3764279" h="939800">
                <a:moveTo>
                  <a:pt x="0" y="53975"/>
                </a:moveTo>
                <a:lnTo>
                  <a:pt x="4237" y="32950"/>
                </a:lnTo>
                <a:lnTo>
                  <a:pt x="15794" y="15795"/>
                </a:lnTo>
                <a:lnTo>
                  <a:pt x="32934" y="4236"/>
                </a:lnTo>
                <a:lnTo>
                  <a:pt x="53924" y="0"/>
                </a:lnTo>
                <a:lnTo>
                  <a:pt x="3710305" y="0"/>
                </a:lnTo>
                <a:lnTo>
                  <a:pt x="3731329" y="4236"/>
                </a:lnTo>
                <a:lnTo>
                  <a:pt x="3748484" y="15795"/>
                </a:lnTo>
                <a:lnTo>
                  <a:pt x="3760043" y="32950"/>
                </a:lnTo>
                <a:lnTo>
                  <a:pt x="3764280" y="53975"/>
                </a:lnTo>
                <a:lnTo>
                  <a:pt x="3764280" y="885875"/>
                </a:lnTo>
                <a:lnTo>
                  <a:pt x="3760043" y="906865"/>
                </a:lnTo>
                <a:lnTo>
                  <a:pt x="3748484" y="924005"/>
                </a:lnTo>
                <a:lnTo>
                  <a:pt x="3731329" y="935562"/>
                </a:lnTo>
                <a:lnTo>
                  <a:pt x="3710305" y="939800"/>
                </a:lnTo>
                <a:lnTo>
                  <a:pt x="53924" y="939800"/>
                </a:lnTo>
                <a:lnTo>
                  <a:pt x="32934" y="935562"/>
                </a:lnTo>
                <a:lnTo>
                  <a:pt x="15794" y="924005"/>
                </a:lnTo>
                <a:lnTo>
                  <a:pt x="4237" y="906865"/>
                </a:lnTo>
                <a:lnTo>
                  <a:pt x="0" y="885875"/>
                </a:lnTo>
                <a:lnTo>
                  <a:pt x="0" y="5397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472690" y="5079365"/>
            <a:ext cx="2863215" cy="986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7325" indent="-174625">
              <a:spcBef>
                <a:spcPts val="9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Agados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&amp; 타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시스템간 교차</a:t>
            </a:r>
            <a:r>
              <a:rPr sz="1400" spc="-25" dirty="0">
                <a:latin typeface="Malgun Gothic"/>
                <a:cs typeface="Malgun Gothic"/>
              </a:rPr>
              <a:t> 이용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Java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&amp;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.NET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환경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모두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지원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대부분의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RDBMS,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WAS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지원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586221" y="5143500"/>
            <a:ext cx="3776979" cy="965200"/>
            <a:chOff x="5443220" y="5143500"/>
            <a:chExt cx="3776979" cy="965200"/>
          </a:xfrm>
        </p:grpSpPr>
        <p:sp>
          <p:nvSpPr>
            <p:cNvPr id="42" name="object 42"/>
            <p:cNvSpPr/>
            <p:nvPr/>
          </p:nvSpPr>
          <p:spPr>
            <a:xfrm>
              <a:off x="5455920" y="5156200"/>
              <a:ext cx="3764279" cy="939800"/>
            </a:xfrm>
            <a:custGeom>
              <a:avLst/>
              <a:gdLst/>
              <a:ahLst/>
              <a:cxnLst/>
              <a:rect l="l" t="t" r="r" b="b"/>
              <a:pathLst>
                <a:path w="3764279" h="939800">
                  <a:moveTo>
                    <a:pt x="3710304" y="0"/>
                  </a:moveTo>
                  <a:lnTo>
                    <a:pt x="53975" y="0"/>
                  </a:lnTo>
                  <a:lnTo>
                    <a:pt x="32950" y="4236"/>
                  </a:lnTo>
                  <a:lnTo>
                    <a:pt x="15795" y="15795"/>
                  </a:lnTo>
                  <a:lnTo>
                    <a:pt x="4236" y="32950"/>
                  </a:lnTo>
                  <a:lnTo>
                    <a:pt x="0" y="53975"/>
                  </a:lnTo>
                  <a:lnTo>
                    <a:pt x="0" y="885875"/>
                  </a:lnTo>
                  <a:lnTo>
                    <a:pt x="4236" y="906865"/>
                  </a:lnTo>
                  <a:lnTo>
                    <a:pt x="15795" y="924005"/>
                  </a:lnTo>
                  <a:lnTo>
                    <a:pt x="32950" y="935562"/>
                  </a:lnTo>
                  <a:lnTo>
                    <a:pt x="53975" y="939800"/>
                  </a:lnTo>
                  <a:lnTo>
                    <a:pt x="3710304" y="939800"/>
                  </a:lnTo>
                  <a:lnTo>
                    <a:pt x="3731329" y="935562"/>
                  </a:lnTo>
                  <a:lnTo>
                    <a:pt x="3748484" y="924005"/>
                  </a:lnTo>
                  <a:lnTo>
                    <a:pt x="3760043" y="906865"/>
                  </a:lnTo>
                  <a:lnTo>
                    <a:pt x="3764279" y="885875"/>
                  </a:lnTo>
                  <a:lnTo>
                    <a:pt x="3764279" y="53975"/>
                  </a:lnTo>
                  <a:lnTo>
                    <a:pt x="3760043" y="32950"/>
                  </a:lnTo>
                  <a:lnTo>
                    <a:pt x="3748484" y="15795"/>
                  </a:lnTo>
                  <a:lnTo>
                    <a:pt x="3731329" y="4236"/>
                  </a:lnTo>
                  <a:lnTo>
                    <a:pt x="37103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455920" y="5156200"/>
              <a:ext cx="505459" cy="939800"/>
            </a:xfrm>
            <a:custGeom>
              <a:avLst/>
              <a:gdLst/>
              <a:ahLst/>
              <a:cxnLst/>
              <a:rect l="l" t="t" r="r" b="b"/>
              <a:pathLst>
                <a:path w="505460" h="939800">
                  <a:moveTo>
                    <a:pt x="446024" y="0"/>
                  </a:moveTo>
                  <a:lnTo>
                    <a:pt x="59435" y="0"/>
                  </a:lnTo>
                  <a:lnTo>
                    <a:pt x="36325" y="4661"/>
                  </a:lnTo>
                  <a:lnTo>
                    <a:pt x="17430" y="17383"/>
                  </a:lnTo>
                  <a:lnTo>
                    <a:pt x="4679" y="36272"/>
                  </a:lnTo>
                  <a:lnTo>
                    <a:pt x="0" y="59436"/>
                  </a:lnTo>
                  <a:lnTo>
                    <a:pt x="0" y="880376"/>
                  </a:lnTo>
                  <a:lnTo>
                    <a:pt x="4679" y="903506"/>
                  </a:lnTo>
                  <a:lnTo>
                    <a:pt x="17430" y="922394"/>
                  </a:lnTo>
                  <a:lnTo>
                    <a:pt x="36325" y="935129"/>
                  </a:lnTo>
                  <a:lnTo>
                    <a:pt x="59435" y="939800"/>
                  </a:lnTo>
                  <a:lnTo>
                    <a:pt x="446024" y="939800"/>
                  </a:lnTo>
                  <a:lnTo>
                    <a:pt x="469134" y="935129"/>
                  </a:lnTo>
                  <a:lnTo>
                    <a:pt x="488029" y="922394"/>
                  </a:lnTo>
                  <a:lnTo>
                    <a:pt x="500780" y="903506"/>
                  </a:lnTo>
                  <a:lnTo>
                    <a:pt x="505459" y="880376"/>
                  </a:lnTo>
                  <a:lnTo>
                    <a:pt x="505459" y="59436"/>
                  </a:lnTo>
                  <a:lnTo>
                    <a:pt x="500780" y="36272"/>
                  </a:lnTo>
                  <a:lnTo>
                    <a:pt x="488029" y="17383"/>
                  </a:lnTo>
                  <a:lnTo>
                    <a:pt x="469134" y="4661"/>
                  </a:lnTo>
                  <a:lnTo>
                    <a:pt x="44602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55920" y="5156200"/>
              <a:ext cx="505459" cy="939800"/>
            </a:xfrm>
            <a:custGeom>
              <a:avLst/>
              <a:gdLst/>
              <a:ahLst/>
              <a:cxnLst/>
              <a:rect l="l" t="t" r="r" b="b"/>
              <a:pathLst>
                <a:path w="505460" h="939800">
                  <a:moveTo>
                    <a:pt x="0" y="59436"/>
                  </a:moveTo>
                  <a:lnTo>
                    <a:pt x="4679" y="36272"/>
                  </a:lnTo>
                  <a:lnTo>
                    <a:pt x="17430" y="17383"/>
                  </a:lnTo>
                  <a:lnTo>
                    <a:pt x="36325" y="4661"/>
                  </a:lnTo>
                  <a:lnTo>
                    <a:pt x="59435" y="0"/>
                  </a:lnTo>
                  <a:lnTo>
                    <a:pt x="446024" y="0"/>
                  </a:lnTo>
                  <a:lnTo>
                    <a:pt x="469134" y="4661"/>
                  </a:lnTo>
                  <a:lnTo>
                    <a:pt x="488029" y="17383"/>
                  </a:lnTo>
                  <a:lnTo>
                    <a:pt x="500780" y="36272"/>
                  </a:lnTo>
                  <a:lnTo>
                    <a:pt x="505459" y="59436"/>
                  </a:lnTo>
                  <a:lnTo>
                    <a:pt x="505459" y="880376"/>
                  </a:lnTo>
                  <a:lnTo>
                    <a:pt x="500780" y="903506"/>
                  </a:lnTo>
                  <a:lnTo>
                    <a:pt x="488029" y="922394"/>
                  </a:lnTo>
                  <a:lnTo>
                    <a:pt x="469134" y="935129"/>
                  </a:lnTo>
                  <a:lnTo>
                    <a:pt x="446024" y="939800"/>
                  </a:lnTo>
                  <a:lnTo>
                    <a:pt x="59435" y="939800"/>
                  </a:lnTo>
                  <a:lnTo>
                    <a:pt x="36325" y="935129"/>
                  </a:lnTo>
                  <a:lnTo>
                    <a:pt x="17430" y="922394"/>
                  </a:lnTo>
                  <a:lnTo>
                    <a:pt x="4679" y="903506"/>
                  </a:lnTo>
                  <a:lnTo>
                    <a:pt x="0" y="880376"/>
                  </a:lnTo>
                  <a:lnTo>
                    <a:pt x="0" y="5943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6598921" y="5156200"/>
            <a:ext cx="3764279" cy="939800"/>
          </a:xfrm>
          <a:custGeom>
            <a:avLst/>
            <a:gdLst/>
            <a:ahLst/>
            <a:cxnLst/>
            <a:rect l="l" t="t" r="r" b="b"/>
            <a:pathLst>
              <a:path w="3764279" h="939800">
                <a:moveTo>
                  <a:pt x="0" y="53975"/>
                </a:moveTo>
                <a:lnTo>
                  <a:pt x="4236" y="32950"/>
                </a:lnTo>
                <a:lnTo>
                  <a:pt x="15795" y="15795"/>
                </a:lnTo>
                <a:lnTo>
                  <a:pt x="32950" y="4236"/>
                </a:lnTo>
                <a:lnTo>
                  <a:pt x="53975" y="0"/>
                </a:lnTo>
                <a:lnTo>
                  <a:pt x="3710304" y="0"/>
                </a:lnTo>
                <a:lnTo>
                  <a:pt x="3731329" y="4236"/>
                </a:lnTo>
                <a:lnTo>
                  <a:pt x="3748484" y="15795"/>
                </a:lnTo>
                <a:lnTo>
                  <a:pt x="3760043" y="32950"/>
                </a:lnTo>
                <a:lnTo>
                  <a:pt x="3764279" y="53975"/>
                </a:lnTo>
                <a:lnTo>
                  <a:pt x="3764279" y="885875"/>
                </a:lnTo>
                <a:lnTo>
                  <a:pt x="3760043" y="906865"/>
                </a:lnTo>
                <a:lnTo>
                  <a:pt x="3748484" y="924005"/>
                </a:lnTo>
                <a:lnTo>
                  <a:pt x="3731329" y="935562"/>
                </a:lnTo>
                <a:lnTo>
                  <a:pt x="3710304" y="939800"/>
                </a:lnTo>
                <a:lnTo>
                  <a:pt x="53975" y="939800"/>
                </a:lnTo>
                <a:lnTo>
                  <a:pt x="32950" y="935562"/>
                </a:lnTo>
                <a:lnTo>
                  <a:pt x="15795" y="924005"/>
                </a:lnTo>
                <a:lnTo>
                  <a:pt x="4236" y="906865"/>
                </a:lnTo>
                <a:lnTo>
                  <a:pt x="0" y="885875"/>
                </a:lnTo>
                <a:lnTo>
                  <a:pt x="0" y="53975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154291" y="5095240"/>
            <a:ext cx="3028315" cy="98615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7325" indent="-174625">
              <a:spcBef>
                <a:spcPts val="9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Cloud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컴퓨팅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지향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PKG의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‘SaaS’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&amp;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‘PaaS’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가능</a:t>
            </a:r>
            <a:endParaRPr sz="1400">
              <a:latin typeface="Malgun Gothic"/>
              <a:cs typeface="Malgun Gothic"/>
            </a:endParaRPr>
          </a:p>
          <a:p>
            <a:pPr marL="187325" indent="-174625">
              <a:spcBef>
                <a:spcPts val="840"/>
              </a:spcBef>
              <a:buFont typeface="Arial"/>
              <a:buChar char="•"/>
              <a:tabLst>
                <a:tab pos="187325" algn="l"/>
              </a:tabLst>
            </a:pPr>
            <a:r>
              <a:rPr sz="1400" dirty="0">
                <a:latin typeface="Malgun Gothic"/>
                <a:cs typeface="Malgun Gothic"/>
              </a:rPr>
              <a:t>Private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/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Public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클라우드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구성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가능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043679" y="3769359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3239"/>
                </a:lnTo>
              </a:path>
            </a:pathLst>
          </a:custGeom>
          <a:ln w="203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6940" y="3769359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3239"/>
                </a:lnTo>
              </a:path>
            </a:pathLst>
          </a:custGeom>
          <a:ln w="203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761479" y="3769359"/>
            <a:ext cx="0" cy="523240"/>
          </a:xfrm>
          <a:custGeom>
            <a:avLst/>
            <a:gdLst/>
            <a:ahLst/>
            <a:cxnLst/>
            <a:rect l="l" t="t" r="r" b="b"/>
            <a:pathLst>
              <a:path h="523239">
                <a:moveTo>
                  <a:pt x="0" y="0"/>
                </a:moveTo>
                <a:lnTo>
                  <a:pt x="0" y="523239"/>
                </a:lnTo>
              </a:path>
            </a:pathLst>
          </a:custGeom>
          <a:ln w="2032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500250" y="1179132"/>
            <a:ext cx="718565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E36C09"/>
                </a:solidFill>
                <a:latin typeface="Malgun Gothic"/>
                <a:cs typeface="Malgun Gothic"/>
              </a:rPr>
              <a:t>Biz.</a:t>
            </a:r>
            <a:r>
              <a:rPr sz="2800" b="1" spc="-1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E36C09"/>
                </a:solidFill>
                <a:latin typeface="Malgun Gothic"/>
                <a:cs typeface="Malgun Gothic"/>
              </a:rPr>
              <a:t>Application을</a:t>
            </a:r>
            <a:r>
              <a:rPr sz="2800" b="1" spc="-3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E36C09"/>
                </a:solidFill>
                <a:latin typeface="Malgun Gothic"/>
                <a:cs typeface="Malgun Gothic"/>
              </a:rPr>
              <a:t>위한</a:t>
            </a:r>
            <a:r>
              <a:rPr sz="28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E36C09"/>
                </a:solidFill>
                <a:latin typeface="Malgun Gothic"/>
                <a:cs typeface="Malgun Gothic"/>
              </a:rPr>
              <a:t>Smart</a:t>
            </a:r>
            <a:r>
              <a:rPr sz="2800" b="1" spc="1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28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Architecture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50" dirty="0"/>
              <a:pPr marL="38100">
                <a:spcBef>
                  <a:spcPts val="185"/>
                </a:spcBef>
              </a:pPr>
              <a:t>10</a:t>
            </a:fld>
            <a:endParaRPr spc="-50" dirty="0"/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990206" y="2134759"/>
            <a:ext cx="553998" cy="633095"/>
          </a:xfrm>
          <a:prstGeom prst="rect">
            <a:avLst/>
          </a:prstGeom>
        </p:spPr>
        <p:txBody>
          <a:bodyPr vert="vert270" wrap="square" lIns="0" tIns="33019" rIns="0" bIns="0" rtlCol="0">
            <a:spAutoFit/>
          </a:bodyPr>
          <a:lstStyle/>
          <a:p>
            <a:pPr marL="12700">
              <a:spcBef>
                <a:spcPts val="259"/>
              </a:spcBef>
            </a:pPr>
            <a:r>
              <a:rPr spc="-10" dirty="0">
                <a:latin typeface="Malgun Gothic"/>
                <a:cs typeface="Malgun Gothic"/>
              </a:rPr>
              <a:t>Visual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990206" y="5275789"/>
            <a:ext cx="553998" cy="714375"/>
          </a:xfrm>
          <a:prstGeom prst="rect">
            <a:avLst/>
          </a:prstGeom>
        </p:spPr>
        <p:txBody>
          <a:bodyPr vert="vert270" wrap="square" lIns="0" tIns="33019" rIns="0" bIns="0" rtlCol="0">
            <a:spAutoFit/>
          </a:bodyPr>
          <a:lstStyle/>
          <a:p>
            <a:pPr marL="12700">
              <a:spcBef>
                <a:spcPts val="259"/>
              </a:spcBef>
            </a:pPr>
            <a:r>
              <a:rPr spc="-10" dirty="0">
                <a:latin typeface="Malgun Gothic"/>
                <a:cs typeface="Malgun Gothic"/>
              </a:rPr>
              <a:t>Hybrid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76506" y="2132994"/>
            <a:ext cx="553998" cy="638810"/>
          </a:xfrm>
          <a:prstGeom prst="rect">
            <a:avLst/>
          </a:prstGeom>
        </p:spPr>
        <p:txBody>
          <a:bodyPr vert="vert270" wrap="square" lIns="0" tIns="33019" rIns="0" bIns="0" rtlCol="0">
            <a:spAutoFit/>
          </a:bodyPr>
          <a:lstStyle/>
          <a:p>
            <a:pPr marL="12700">
              <a:spcBef>
                <a:spcPts val="259"/>
              </a:spcBef>
            </a:pPr>
            <a:r>
              <a:rPr spc="-10" dirty="0">
                <a:latin typeface="Malgun Gothic"/>
                <a:cs typeface="Malgun Gothic"/>
              </a:rPr>
              <a:t>Smart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76506" y="5315615"/>
            <a:ext cx="553998" cy="633095"/>
          </a:xfrm>
          <a:prstGeom prst="rect">
            <a:avLst/>
          </a:prstGeom>
        </p:spPr>
        <p:txBody>
          <a:bodyPr vert="vert270" wrap="square" lIns="0" tIns="33019" rIns="0" bIns="0" rtlCol="0">
            <a:spAutoFit/>
          </a:bodyPr>
          <a:lstStyle/>
          <a:p>
            <a:pPr marL="12700">
              <a:spcBef>
                <a:spcPts val="259"/>
              </a:spcBef>
            </a:pPr>
            <a:r>
              <a:rPr spc="-10" dirty="0">
                <a:latin typeface="Malgun Gothic"/>
                <a:cs typeface="Malgun Gothic"/>
              </a:rPr>
              <a:t>Cloud</a:t>
            </a:r>
            <a:endParaRPr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99406" y="217512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업무처리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5" dirty="0"/>
              <a:t> </a:t>
            </a:r>
            <a:r>
              <a:rPr dirty="0"/>
              <a:t>를 위한</a:t>
            </a:r>
            <a:r>
              <a:rPr spc="-5" dirty="0"/>
              <a:t> </a:t>
            </a:r>
            <a:r>
              <a:rPr dirty="0"/>
              <a:t>Agados의</a:t>
            </a:r>
            <a:r>
              <a:rPr spc="-15" dirty="0"/>
              <a:t> </a:t>
            </a:r>
            <a:r>
              <a:rPr dirty="0"/>
              <a:t>Smart </a:t>
            </a:r>
            <a:r>
              <a:rPr spc="-10" dirty="0"/>
              <a:t>Architecture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83031" y="685800"/>
            <a:ext cx="9195435" cy="81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1700" spc="-8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에게</a:t>
            </a:r>
            <a:r>
              <a:rPr sz="1700" spc="-7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b="1" dirty="0">
                <a:solidFill>
                  <a:srgbClr val="E36C09"/>
                </a:solidFill>
                <a:latin typeface="Malgun Gothic"/>
                <a:cs typeface="Malgun Gothic"/>
              </a:rPr>
              <a:t>Hybrid</a:t>
            </a:r>
            <a:r>
              <a:rPr sz="1700" b="1" spc="-4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Architecture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제공</a:t>
            </a:r>
            <a:endParaRPr sz="1700" dirty="0">
              <a:latin typeface="Malgun Gothic"/>
              <a:cs typeface="Malgun Gothic"/>
            </a:endParaRPr>
          </a:p>
          <a:p>
            <a:pPr marL="248285">
              <a:spcBef>
                <a:spcPts val="1745"/>
              </a:spcBef>
            </a:pP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타</a:t>
            </a:r>
            <a:r>
              <a:rPr sz="2000" b="1" spc="-1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프래임웍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상의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컴포넌트와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교차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사용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인터페이스</a:t>
            </a:r>
            <a:r>
              <a:rPr sz="2000" b="1" spc="-1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가진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Hybrid 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Architecture</a:t>
            </a:r>
            <a:endParaRPr sz="2000" dirty="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26079" y="4495800"/>
            <a:ext cx="6342380" cy="1963420"/>
            <a:chOff x="1783079" y="4495800"/>
            <a:chExt cx="6342380" cy="1963420"/>
          </a:xfrm>
        </p:grpSpPr>
        <p:sp>
          <p:nvSpPr>
            <p:cNvPr id="7" name="object 7"/>
            <p:cNvSpPr/>
            <p:nvPr/>
          </p:nvSpPr>
          <p:spPr>
            <a:xfrm>
              <a:off x="1786889" y="5902960"/>
              <a:ext cx="6334760" cy="552450"/>
            </a:xfrm>
            <a:custGeom>
              <a:avLst/>
              <a:gdLst/>
              <a:ahLst/>
              <a:cxnLst/>
              <a:rect l="l" t="t" r="r" b="b"/>
              <a:pathLst>
                <a:path w="6334759" h="552450">
                  <a:moveTo>
                    <a:pt x="6334760" y="0"/>
                  </a:moveTo>
                  <a:lnTo>
                    <a:pt x="6298264" y="20307"/>
                  </a:lnTo>
                  <a:lnTo>
                    <a:pt x="6253653" y="30114"/>
                  </a:lnTo>
                  <a:lnTo>
                    <a:pt x="6214603" y="36505"/>
                  </a:lnTo>
                  <a:lnTo>
                    <a:pt x="6142564" y="45848"/>
                  </a:lnTo>
                  <a:lnTo>
                    <a:pt x="6085851" y="51903"/>
                  </a:lnTo>
                  <a:lnTo>
                    <a:pt x="6022422" y="57810"/>
                  </a:lnTo>
                  <a:lnTo>
                    <a:pt x="5952474" y="63559"/>
                  </a:lnTo>
                  <a:lnTo>
                    <a:pt x="5876208" y="69143"/>
                  </a:lnTo>
                  <a:lnTo>
                    <a:pt x="5793821" y="74553"/>
                  </a:lnTo>
                  <a:lnTo>
                    <a:pt x="5705514" y="79780"/>
                  </a:lnTo>
                  <a:lnTo>
                    <a:pt x="5562386" y="87262"/>
                  </a:lnTo>
                  <a:lnTo>
                    <a:pt x="5407056" y="94286"/>
                  </a:lnTo>
                  <a:lnTo>
                    <a:pt x="5240195" y="100825"/>
                  </a:lnTo>
                  <a:lnTo>
                    <a:pt x="5062474" y="106850"/>
                  </a:lnTo>
                  <a:lnTo>
                    <a:pt x="4874566" y="112332"/>
                  </a:lnTo>
                  <a:lnTo>
                    <a:pt x="4677142" y="117245"/>
                  </a:lnTo>
                  <a:lnTo>
                    <a:pt x="4470873" y="121559"/>
                  </a:lnTo>
                  <a:lnTo>
                    <a:pt x="4256432" y="125247"/>
                  </a:lnTo>
                  <a:lnTo>
                    <a:pt x="4034489" y="128279"/>
                  </a:lnTo>
                  <a:lnTo>
                    <a:pt x="3728059" y="131254"/>
                  </a:lnTo>
                  <a:lnTo>
                    <a:pt x="3491226" y="132648"/>
                  </a:lnTo>
                  <a:lnTo>
                    <a:pt x="3249131" y="133293"/>
                  </a:lnTo>
                  <a:lnTo>
                    <a:pt x="3004386" y="133163"/>
                  </a:lnTo>
                  <a:lnTo>
                    <a:pt x="2763971" y="132266"/>
                  </a:lnTo>
                  <a:lnTo>
                    <a:pt x="2529041" y="130628"/>
                  </a:lnTo>
                  <a:lnTo>
                    <a:pt x="2300270" y="128279"/>
                  </a:lnTo>
                  <a:lnTo>
                    <a:pt x="2078327" y="125247"/>
                  </a:lnTo>
                  <a:lnTo>
                    <a:pt x="1863886" y="121559"/>
                  </a:lnTo>
                  <a:lnTo>
                    <a:pt x="1657617" y="117245"/>
                  </a:lnTo>
                  <a:lnTo>
                    <a:pt x="1460193" y="112332"/>
                  </a:lnTo>
                  <a:lnTo>
                    <a:pt x="1272285" y="106850"/>
                  </a:lnTo>
                  <a:lnTo>
                    <a:pt x="1094564" y="100825"/>
                  </a:lnTo>
                  <a:lnTo>
                    <a:pt x="927703" y="94286"/>
                  </a:lnTo>
                  <a:lnTo>
                    <a:pt x="772373" y="87262"/>
                  </a:lnTo>
                  <a:lnTo>
                    <a:pt x="629245" y="79780"/>
                  </a:lnTo>
                  <a:lnTo>
                    <a:pt x="540938" y="74553"/>
                  </a:lnTo>
                  <a:lnTo>
                    <a:pt x="458551" y="69143"/>
                  </a:lnTo>
                  <a:lnTo>
                    <a:pt x="382285" y="63559"/>
                  </a:lnTo>
                  <a:lnTo>
                    <a:pt x="312337" y="57810"/>
                  </a:lnTo>
                  <a:lnTo>
                    <a:pt x="248908" y="51903"/>
                  </a:lnTo>
                  <a:lnTo>
                    <a:pt x="192195" y="45848"/>
                  </a:lnTo>
                  <a:lnTo>
                    <a:pt x="142398" y="39653"/>
                  </a:lnTo>
                  <a:lnTo>
                    <a:pt x="99717" y="33325"/>
                  </a:lnTo>
                  <a:lnTo>
                    <a:pt x="49470" y="23604"/>
                  </a:lnTo>
                  <a:lnTo>
                    <a:pt x="9235" y="10259"/>
                  </a:lnTo>
                  <a:lnTo>
                    <a:pt x="0" y="0"/>
                  </a:lnTo>
                  <a:lnTo>
                    <a:pt x="0" y="419099"/>
                  </a:lnTo>
                  <a:lnTo>
                    <a:pt x="36495" y="439407"/>
                  </a:lnTo>
                  <a:lnTo>
                    <a:pt x="81106" y="449215"/>
                  </a:lnTo>
                  <a:lnTo>
                    <a:pt x="120156" y="455606"/>
                  </a:lnTo>
                  <a:lnTo>
                    <a:pt x="192195" y="464950"/>
                  </a:lnTo>
                  <a:lnTo>
                    <a:pt x="248908" y="471005"/>
                  </a:lnTo>
                  <a:lnTo>
                    <a:pt x="312337" y="476912"/>
                  </a:lnTo>
                  <a:lnTo>
                    <a:pt x="382285" y="482662"/>
                  </a:lnTo>
                  <a:lnTo>
                    <a:pt x="458551" y="488246"/>
                  </a:lnTo>
                  <a:lnTo>
                    <a:pt x="540938" y="493657"/>
                  </a:lnTo>
                  <a:lnTo>
                    <a:pt x="629245" y="498885"/>
                  </a:lnTo>
                  <a:lnTo>
                    <a:pt x="772373" y="506367"/>
                  </a:lnTo>
                  <a:lnTo>
                    <a:pt x="927703" y="513392"/>
                  </a:lnTo>
                  <a:lnTo>
                    <a:pt x="1094564" y="519932"/>
                  </a:lnTo>
                  <a:lnTo>
                    <a:pt x="1272285" y="525958"/>
                  </a:lnTo>
                  <a:lnTo>
                    <a:pt x="1460193" y="531441"/>
                  </a:lnTo>
                  <a:lnTo>
                    <a:pt x="1657617" y="536355"/>
                  </a:lnTo>
                  <a:lnTo>
                    <a:pt x="1863886" y="540670"/>
                  </a:lnTo>
                  <a:lnTo>
                    <a:pt x="2078327" y="544358"/>
                  </a:lnTo>
                  <a:lnTo>
                    <a:pt x="2300270" y="547391"/>
                  </a:lnTo>
                  <a:lnTo>
                    <a:pt x="2606700" y="550367"/>
                  </a:lnTo>
                  <a:lnTo>
                    <a:pt x="2843533" y="551761"/>
                  </a:lnTo>
                  <a:lnTo>
                    <a:pt x="3085628" y="552406"/>
                  </a:lnTo>
                  <a:lnTo>
                    <a:pt x="3330373" y="552276"/>
                  </a:lnTo>
                  <a:lnTo>
                    <a:pt x="3570788" y="551378"/>
                  </a:lnTo>
                  <a:lnTo>
                    <a:pt x="3805718" y="549740"/>
                  </a:lnTo>
                  <a:lnTo>
                    <a:pt x="4034489" y="547391"/>
                  </a:lnTo>
                  <a:lnTo>
                    <a:pt x="4256432" y="544358"/>
                  </a:lnTo>
                  <a:lnTo>
                    <a:pt x="4470873" y="540670"/>
                  </a:lnTo>
                  <a:lnTo>
                    <a:pt x="4677142" y="536355"/>
                  </a:lnTo>
                  <a:lnTo>
                    <a:pt x="4874566" y="531441"/>
                  </a:lnTo>
                  <a:lnTo>
                    <a:pt x="5062474" y="525958"/>
                  </a:lnTo>
                  <a:lnTo>
                    <a:pt x="5240195" y="519932"/>
                  </a:lnTo>
                  <a:lnTo>
                    <a:pt x="5407056" y="513392"/>
                  </a:lnTo>
                  <a:lnTo>
                    <a:pt x="5562386" y="506367"/>
                  </a:lnTo>
                  <a:lnTo>
                    <a:pt x="5705514" y="498885"/>
                  </a:lnTo>
                  <a:lnTo>
                    <a:pt x="5793821" y="493657"/>
                  </a:lnTo>
                  <a:lnTo>
                    <a:pt x="5876208" y="488246"/>
                  </a:lnTo>
                  <a:lnTo>
                    <a:pt x="5952474" y="482662"/>
                  </a:lnTo>
                  <a:lnTo>
                    <a:pt x="6022422" y="476912"/>
                  </a:lnTo>
                  <a:lnTo>
                    <a:pt x="6085851" y="471005"/>
                  </a:lnTo>
                  <a:lnTo>
                    <a:pt x="6142564" y="464950"/>
                  </a:lnTo>
                  <a:lnTo>
                    <a:pt x="6192361" y="458754"/>
                  </a:lnTo>
                  <a:lnTo>
                    <a:pt x="6235042" y="452426"/>
                  </a:lnTo>
                  <a:lnTo>
                    <a:pt x="6285289" y="442705"/>
                  </a:lnTo>
                  <a:lnTo>
                    <a:pt x="6325524" y="429360"/>
                  </a:lnTo>
                  <a:lnTo>
                    <a:pt x="6334760" y="419099"/>
                  </a:lnTo>
                  <a:lnTo>
                    <a:pt x="63347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6889" y="5769653"/>
              <a:ext cx="6334760" cy="266700"/>
            </a:xfrm>
            <a:custGeom>
              <a:avLst/>
              <a:gdLst/>
              <a:ahLst/>
              <a:cxnLst/>
              <a:rect l="l" t="t" r="r" b="b"/>
              <a:pathLst>
                <a:path w="6334759" h="266700">
                  <a:moveTo>
                    <a:pt x="3249131" y="0"/>
                  </a:moveTo>
                  <a:lnTo>
                    <a:pt x="3004386" y="129"/>
                  </a:lnTo>
                  <a:lnTo>
                    <a:pt x="2763971" y="1027"/>
                  </a:lnTo>
                  <a:lnTo>
                    <a:pt x="2529041" y="2665"/>
                  </a:lnTo>
                  <a:lnTo>
                    <a:pt x="2300270" y="5015"/>
                  </a:lnTo>
                  <a:lnTo>
                    <a:pt x="2078327" y="8048"/>
                  </a:lnTo>
                  <a:lnTo>
                    <a:pt x="1863886" y="11736"/>
                  </a:lnTo>
                  <a:lnTo>
                    <a:pt x="1657617" y="16051"/>
                  </a:lnTo>
                  <a:lnTo>
                    <a:pt x="1460193" y="20964"/>
                  </a:lnTo>
                  <a:lnTo>
                    <a:pt x="1272285" y="26448"/>
                  </a:lnTo>
                  <a:lnTo>
                    <a:pt x="1094564" y="32474"/>
                  </a:lnTo>
                  <a:lnTo>
                    <a:pt x="927703" y="39013"/>
                  </a:lnTo>
                  <a:lnTo>
                    <a:pt x="772373" y="46038"/>
                  </a:lnTo>
                  <a:lnTo>
                    <a:pt x="629245" y="53520"/>
                  </a:lnTo>
                  <a:lnTo>
                    <a:pt x="540938" y="58749"/>
                  </a:lnTo>
                  <a:lnTo>
                    <a:pt x="458551" y="64159"/>
                  </a:lnTo>
                  <a:lnTo>
                    <a:pt x="382285" y="69743"/>
                  </a:lnTo>
                  <a:lnTo>
                    <a:pt x="312337" y="75493"/>
                  </a:lnTo>
                  <a:lnTo>
                    <a:pt x="248908" y="81400"/>
                  </a:lnTo>
                  <a:lnTo>
                    <a:pt x="192195" y="87456"/>
                  </a:lnTo>
                  <a:lnTo>
                    <a:pt x="142398" y="93652"/>
                  </a:lnTo>
                  <a:lnTo>
                    <a:pt x="99717" y="99980"/>
                  </a:lnTo>
                  <a:lnTo>
                    <a:pt x="49470" y="109701"/>
                  </a:lnTo>
                  <a:lnTo>
                    <a:pt x="9235" y="123046"/>
                  </a:lnTo>
                  <a:lnTo>
                    <a:pt x="0" y="133306"/>
                  </a:lnTo>
                  <a:lnTo>
                    <a:pt x="1034" y="136748"/>
                  </a:lnTo>
                  <a:lnTo>
                    <a:pt x="36495" y="153614"/>
                  </a:lnTo>
                  <a:lnTo>
                    <a:pt x="81106" y="163421"/>
                  </a:lnTo>
                  <a:lnTo>
                    <a:pt x="120156" y="169811"/>
                  </a:lnTo>
                  <a:lnTo>
                    <a:pt x="192195" y="179155"/>
                  </a:lnTo>
                  <a:lnTo>
                    <a:pt x="248908" y="185210"/>
                  </a:lnTo>
                  <a:lnTo>
                    <a:pt x="312337" y="191116"/>
                  </a:lnTo>
                  <a:lnTo>
                    <a:pt x="382285" y="196866"/>
                  </a:lnTo>
                  <a:lnTo>
                    <a:pt x="458551" y="202449"/>
                  </a:lnTo>
                  <a:lnTo>
                    <a:pt x="540938" y="207859"/>
                  </a:lnTo>
                  <a:lnTo>
                    <a:pt x="629245" y="213087"/>
                  </a:lnTo>
                  <a:lnTo>
                    <a:pt x="772373" y="220568"/>
                  </a:lnTo>
                  <a:lnTo>
                    <a:pt x="927703" y="227592"/>
                  </a:lnTo>
                  <a:lnTo>
                    <a:pt x="1094564" y="234131"/>
                  </a:lnTo>
                  <a:lnTo>
                    <a:pt x="1272285" y="240156"/>
                  </a:lnTo>
                  <a:lnTo>
                    <a:pt x="1460193" y="245639"/>
                  </a:lnTo>
                  <a:lnTo>
                    <a:pt x="1657617" y="250552"/>
                  </a:lnTo>
                  <a:lnTo>
                    <a:pt x="1863886" y="254866"/>
                  </a:lnTo>
                  <a:lnTo>
                    <a:pt x="2078327" y="258553"/>
                  </a:lnTo>
                  <a:lnTo>
                    <a:pt x="2300270" y="261586"/>
                  </a:lnTo>
                  <a:lnTo>
                    <a:pt x="2606700" y="264561"/>
                  </a:lnTo>
                  <a:lnTo>
                    <a:pt x="2843533" y="265955"/>
                  </a:lnTo>
                  <a:lnTo>
                    <a:pt x="3085628" y="266600"/>
                  </a:lnTo>
                  <a:lnTo>
                    <a:pt x="3330373" y="266470"/>
                  </a:lnTo>
                  <a:lnTo>
                    <a:pt x="3570788" y="265572"/>
                  </a:lnTo>
                  <a:lnTo>
                    <a:pt x="3805718" y="263935"/>
                  </a:lnTo>
                  <a:lnTo>
                    <a:pt x="4034489" y="261586"/>
                  </a:lnTo>
                  <a:lnTo>
                    <a:pt x="4256432" y="258553"/>
                  </a:lnTo>
                  <a:lnTo>
                    <a:pt x="4470873" y="254866"/>
                  </a:lnTo>
                  <a:lnTo>
                    <a:pt x="4677142" y="250552"/>
                  </a:lnTo>
                  <a:lnTo>
                    <a:pt x="4874566" y="245639"/>
                  </a:lnTo>
                  <a:lnTo>
                    <a:pt x="5062474" y="240156"/>
                  </a:lnTo>
                  <a:lnTo>
                    <a:pt x="5240195" y="234131"/>
                  </a:lnTo>
                  <a:lnTo>
                    <a:pt x="5407056" y="227592"/>
                  </a:lnTo>
                  <a:lnTo>
                    <a:pt x="5562386" y="220568"/>
                  </a:lnTo>
                  <a:lnTo>
                    <a:pt x="5705514" y="213087"/>
                  </a:lnTo>
                  <a:lnTo>
                    <a:pt x="5793821" y="207859"/>
                  </a:lnTo>
                  <a:lnTo>
                    <a:pt x="5876208" y="202449"/>
                  </a:lnTo>
                  <a:lnTo>
                    <a:pt x="5952474" y="196866"/>
                  </a:lnTo>
                  <a:lnTo>
                    <a:pt x="6022422" y="191116"/>
                  </a:lnTo>
                  <a:lnTo>
                    <a:pt x="6085851" y="185210"/>
                  </a:lnTo>
                  <a:lnTo>
                    <a:pt x="6142564" y="179155"/>
                  </a:lnTo>
                  <a:lnTo>
                    <a:pt x="6192361" y="172959"/>
                  </a:lnTo>
                  <a:lnTo>
                    <a:pt x="6235042" y="166631"/>
                  </a:lnTo>
                  <a:lnTo>
                    <a:pt x="6285289" y="156911"/>
                  </a:lnTo>
                  <a:lnTo>
                    <a:pt x="6325524" y="143566"/>
                  </a:lnTo>
                  <a:lnTo>
                    <a:pt x="6334760" y="133306"/>
                  </a:lnTo>
                  <a:lnTo>
                    <a:pt x="6333725" y="129864"/>
                  </a:lnTo>
                  <a:lnTo>
                    <a:pt x="6298264" y="112998"/>
                  </a:lnTo>
                  <a:lnTo>
                    <a:pt x="6253653" y="103191"/>
                  </a:lnTo>
                  <a:lnTo>
                    <a:pt x="6214603" y="96800"/>
                  </a:lnTo>
                  <a:lnTo>
                    <a:pt x="6142564" y="87456"/>
                  </a:lnTo>
                  <a:lnTo>
                    <a:pt x="6085851" y="81400"/>
                  </a:lnTo>
                  <a:lnTo>
                    <a:pt x="6022422" y="75493"/>
                  </a:lnTo>
                  <a:lnTo>
                    <a:pt x="5952474" y="69743"/>
                  </a:lnTo>
                  <a:lnTo>
                    <a:pt x="5876208" y="64159"/>
                  </a:lnTo>
                  <a:lnTo>
                    <a:pt x="5793821" y="58749"/>
                  </a:lnTo>
                  <a:lnTo>
                    <a:pt x="5705514" y="53520"/>
                  </a:lnTo>
                  <a:lnTo>
                    <a:pt x="5562386" y="46038"/>
                  </a:lnTo>
                  <a:lnTo>
                    <a:pt x="5407056" y="39013"/>
                  </a:lnTo>
                  <a:lnTo>
                    <a:pt x="5240195" y="32474"/>
                  </a:lnTo>
                  <a:lnTo>
                    <a:pt x="5062474" y="26448"/>
                  </a:lnTo>
                  <a:lnTo>
                    <a:pt x="4874566" y="20964"/>
                  </a:lnTo>
                  <a:lnTo>
                    <a:pt x="4677142" y="16051"/>
                  </a:lnTo>
                  <a:lnTo>
                    <a:pt x="4470873" y="11736"/>
                  </a:lnTo>
                  <a:lnTo>
                    <a:pt x="4256432" y="8048"/>
                  </a:lnTo>
                  <a:lnTo>
                    <a:pt x="4034489" y="5015"/>
                  </a:lnTo>
                  <a:lnTo>
                    <a:pt x="3728059" y="2039"/>
                  </a:lnTo>
                  <a:lnTo>
                    <a:pt x="3491226" y="644"/>
                  </a:lnTo>
                  <a:lnTo>
                    <a:pt x="324913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6889" y="5769610"/>
              <a:ext cx="6334760" cy="685800"/>
            </a:xfrm>
            <a:custGeom>
              <a:avLst/>
              <a:gdLst/>
              <a:ahLst/>
              <a:cxnLst/>
              <a:rect l="l" t="t" r="r" b="b"/>
              <a:pathLst>
                <a:path w="6334759" h="685800">
                  <a:moveTo>
                    <a:pt x="6334760" y="133349"/>
                  </a:moveTo>
                  <a:lnTo>
                    <a:pt x="6298264" y="153657"/>
                  </a:lnTo>
                  <a:lnTo>
                    <a:pt x="6253653" y="163464"/>
                  </a:lnTo>
                  <a:lnTo>
                    <a:pt x="6214603" y="169855"/>
                  </a:lnTo>
                  <a:lnTo>
                    <a:pt x="6168339" y="176117"/>
                  </a:lnTo>
                  <a:lnTo>
                    <a:pt x="6115060" y="182244"/>
                  </a:lnTo>
                  <a:lnTo>
                    <a:pt x="6054964" y="188226"/>
                  </a:lnTo>
                  <a:lnTo>
                    <a:pt x="5988250" y="194055"/>
                  </a:lnTo>
                  <a:lnTo>
                    <a:pt x="5915118" y="199722"/>
                  </a:lnTo>
                  <a:lnTo>
                    <a:pt x="5876208" y="202493"/>
                  </a:lnTo>
                  <a:lnTo>
                    <a:pt x="5835767" y="205220"/>
                  </a:lnTo>
                  <a:lnTo>
                    <a:pt x="5793821" y="207903"/>
                  </a:lnTo>
                  <a:lnTo>
                    <a:pt x="5750395" y="210540"/>
                  </a:lnTo>
                  <a:lnTo>
                    <a:pt x="5705514" y="213130"/>
                  </a:lnTo>
                  <a:lnTo>
                    <a:pt x="5659202" y="215673"/>
                  </a:lnTo>
                  <a:lnTo>
                    <a:pt x="5611485" y="218167"/>
                  </a:lnTo>
                  <a:lnTo>
                    <a:pt x="5562386" y="220612"/>
                  </a:lnTo>
                  <a:lnTo>
                    <a:pt x="5511932" y="223005"/>
                  </a:lnTo>
                  <a:lnTo>
                    <a:pt x="5460147" y="225347"/>
                  </a:lnTo>
                  <a:lnTo>
                    <a:pt x="5407056" y="227636"/>
                  </a:lnTo>
                  <a:lnTo>
                    <a:pt x="5352684" y="229871"/>
                  </a:lnTo>
                  <a:lnTo>
                    <a:pt x="5297055" y="232051"/>
                  </a:lnTo>
                  <a:lnTo>
                    <a:pt x="5240195" y="234175"/>
                  </a:lnTo>
                  <a:lnTo>
                    <a:pt x="5182128" y="236241"/>
                  </a:lnTo>
                  <a:lnTo>
                    <a:pt x="5122880" y="238250"/>
                  </a:lnTo>
                  <a:lnTo>
                    <a:pt x="5062474" y="240200"/>
                  </a:lnTo>
                  <a:lnTo>
                    <a:pt x="5000937" y="242089"/>
                  </a:lnTo>
                  <a:lnTo>
                    <a:pt x="4938293" y="243917"/>
                  </a:lnTo>
                  <a:lnTo>
                    <a:pt x="4874566" y="245682"/>
                  </a:lnTo>
                  <a:lnTo>
                    <a:pt x="4809782" y="247385"/>
                  </a:lnTo>
                  <a:lnTo>
                    <a:pt x="4743966" y="249023"/>
                  </a:lnTo>
                  <a:lnTo>
                    <a:pt x="4677142" y="250595"/>
                  </a:lnTo>
                  <a:lnTo>
                    <a:pt x="4609335" y="252101"/>
                  </a:lnTo>
                  <a:lnTo>
                    <a:pt x="4540571" y="253540"/>
                  </a:lnTo>
                  <a:lnTo>
                    <a:pt x="4470873" y="254909"/>
                  </a:lnTo>
                  <a:lnTo>
                    <a:pt x="4400268" y="256209"/>
                  </a:lnTo>
                  <a:lnTo>
                    <a:pt x="4328779" y="257439"/>
                  </a:lnTo>
                  <a:lnTo>
                    <a:pt x="4256432" y="258597"/>
                  </a:lnTo>
                  <a:lnTo>
                    <a:pt x="4183251" y="259682"/>
                  </a:lnTo>
                  <a:lnTo>
                    <a:pt x="4109262" y="260693"/>
                  </a:lnTo>
                  <a:lnTo>
                    <a:pt x="4034489" y="261629"/>
                  </a:lnTo>
                  <a:lnTo>
                    <a:pt x="3958958" y="262489"/>
                  </a:lnTo>
                  <a:lnTo>
                    <a:pt x="3882692" y="263273"/>
                  </a:lnTo>
                  <a:lnTo>
                    <a:pt x="3805718" y="263978"/>
                  </a:lnTo>
                  <a:lnTo>
                    <a:pt x="3728059" y="264604"/>
                  </a:lnTo>
                  <a:lnTo>
                    <a:pt x="3649741" y="265151"/>
                  </a:lnTo>
                  <a:lnTo>
                    <a:pt x="3570788" y="265616"/>
                  </a:lnTo>
                  <a:lnTo>
                    <a:pt x="3491226" y="265998"/>
                  </a:lnTo>
                  <a:lnTo>
                    <a:pt x="3411079" y="266298"/>
                  </a:lnTo>
                  <a:lnTo>
                    <a:pt x="3330373" y="266513"/>
                  </a:lnTo>
                  <a:lnTo>
                    <a:pt x="3249131" y="266643"/>
                  </a:lnTo>
                  <a:lnTo>
                    <a:pt x="3167380" y="266687"/>
                  </a:lnTo>
                  <a:lnTo>
                    <a:pt x="3085628" y="266643"/>
                  </a:lnTo>
                  <a:lnTo>
                    <a:pt x="3004386" y="266513"/>
                  </a:lnTo>
                  <a:lnTo>
                    <a:pt x="2923680" y="266298"/>
                  </a:lnTo>
                  <a:lnTo>
                    <a:pt x="2843533" y="265998"/>
                  </a:lnTo>
                  <a:lnTo>
                    <a:pt x="2763971" y="265616"/>
                  </a:lnTo>
                  <a:lnTo>
                    <a:pt x="2685018" y="265151"/>
                  </a:lnTo>
                  <a:lnTo>
                    <a:pt x="2606700" y="264604"/>
                  </a:lnTo>
                  <a:lnTo>
                    <a:pt x="2529041" y="263978"/>
                  </a:lnTo>
                  <a:lnTo>
                    <a:pt x="2452067" y="263273"/>
                  </a:lnTo>
                  <a:lnTo>
                    <a:pt x="2375801" y="262489"/>
                  </a:lnTo>
                  <a:lnTo>
                    <a:pt x="2300270" y="261629"/>
                  </a:lnTo>
                  <a:lnTo>
                    <a:pt x="2225497" y="260693"/>
                  </a:lnTo>
                  <a:lnTo>
                    <a:pt x="2151508" y="259682"/>
                  </a:lnTo>
                  <a:lnTo>
                    <a:pt x="2078327" y="258597"/>
                  </a:lnTo>
                  <a:lnTo>
                    <a:pt x="2005980" y="257439"/>
                  </a:lnTo>
                  <a:lnTo>
                    <a:pt x="1934491" y="256209"/>
                  </a:lnTo>
                  <a:lnTo>
                    <a:pt x="1863886" y="254909"/>
                  </a:lnTo>
                  <a:lnTo>
                    <a:pt x="1794188" y="253540"/>
                  </a:lnTo>
                  <a:lnTo>
                    <a:pt x="1725424" y="252101"/>
                  </a:lnTo>
                  <a:lnTo>
                    <a:pt x="1657617" y="250595"/>
                  </a:lnTo>
                  <a:lnTo>
                    <a:pt x="1590793" y="249023"/>
                  </a:lnTo>
                  <a:lnTo>
                    <a:pt x="1524977" y="247385"/>
                  </a:lnTo>
                  <a:lnTo>
                    <a:pt x="1460193" y="245682"/>
                  </a:lnTo>
                  <a:lnTo>
                    <a:pt x="1396466" y="243917"/>
                  </a:lnTo>
                  <a:lnTo>
                    <a:pt x="1333822" y="242089"/>
                  </a:lnTo>
                  <a:lnTo>
                    <a:pt x="1272285" y="240200"/>
                  </a:lnTo>
                  <a:lnTo>
                    <a:pt x="1211879" y="238250"/>
                  </a:lnTo>
                  <a:lnTo>
                    <a:pt x="1152631" y="236241"/>
                  </a:lnTo>
                  <a:lnTo>
                    <a:pt x="1094564" y="234175"/>
                  </a:lnTo>
                  <a:lnTo>
                    <a:pt x="1037704" y="232051"/>
                  </a:lnTo>
                  <a:lnTo>
                    <a:pt x="982075" y="229871"/>
                  </a:lnTo>
                  <a:lnTo>
                    <a:pt x="927703" y="227636"/>
                  </a:lnTo>
                  <a:lnTo>
                    <a:pt x="874612" y="225347"/>
                  </a:lnTo>
                  <a:lnTo>
                    <a:pt x="822827" y="223005"/>
                  </a:lnTo>
                  <a:lnTo>
                    <a:pt x="772373" y="220612"/>
                  </a:lnTo>
                  <a:lnTo>
                    <a:pt x="723274" y="218167"/>
                  </a:lnTo>
                  <a:lnTo>
                    <a:pt x="675557" y="215673"/>
                  </a:lnTo>
                  <a:lnTo>
                    <a:pt x="629245" y="213130"/>
                  </a:lnTo>
                  <a:lnTo>
                    <a:pt x="584364" y="210540"/>
                  </a:lnTo>
                  <a:lnTo>
                    <a:pt x="540938" y="207903"/>
                  </a:lnTo>
                  <a:lnTo>
                    <a:pt x="498992" y="205220"/>
                  </a:lnTo>
                  <a:lnTo>
                    <a:pt x="458551" y="202493"/>
                  </a:lnTo>
                  <a:lnTo>
                    <a:pt x="419641" y="199722"/>
                  </a:lnTo>
                  <a:lnTo>
                    <a:pt x="346509" y="194055"/>
                  </a:lnTo>
                  <a:lnTo>
                    <a:pt x="279795" y="188226"/>
                  </a:lnTo>
                  <a:lnTo>
                    <a:pt x="219699" y="182244"/>
                  </a:lnTo>
                  <a:lnTo>
                    <a:pt x="166420" y="176117"/>
                  </a:lnTo>
                  <a:lnTo>
                    <a:pt x="120156" y="169855"/>
                  </a:lnTo>
                  <a:lnTo>
                    <a:pt x="81106" y="163464"/>
                  </a:lnTo>
                  <a:lnTo>
                    <a:pt x="36495" y="153657"/>
                  </a:lnTo>
                  <a:lnTo>
                    <a:pt x="1034" y="136791"/>
                  </a:lnTo>
                  <a:lnTo>
                    <a:pt x="0" y="133349"/>
                  </a:lnTo>
                  <a:lnTo>
                    <a:pt x="1034" y="129908"/>
                  </a:lnTo>
                  <a:lnTo>
                    <a:pt x="36495" y="113042"/>
                  </a:lnTo>
                  <a:lnTo>
                    <a:pt x="81106" y="103234"/>
                  </a:lnTo>
                  <a:lnTo>
                    <a:pt x="120156" y="96843"/>
                  </a:lnTo>
                  <a:lnTo>
                    <a:pt x="166420" y="90580"/>
                  </a:lnTo>
                  <a:lnTo>
                    <a:pt x="219699" y="84453"/>
                  </a:lnTo>
                  <a:lnTo>
                    <a:pt x="279795" y="78471"/>
                  </a:lnTo>
                  <a:lnTo>
                    <a:pt x="346509" y="72642"/>
                  </a:lnTo>
                  <a:lnTo>
                    <a:pt x="419641" y="66974"/>
                  </a:lnTo>
                  <a:lnTo>
                    <a:pt x="458551" y="64203"/>
                  </a:lnTo>
                  <a:lnTo>
                    <a:pt x="498992" y="61475"/>
                  </a:lnTo>
                  <a:lnTo>
                    <a:pt x="540938" y="58792"/>
                  </a:lnTo>
                  <a:lnTo>
                    <a:pt x="584364" y="56155"/>
                  </a:lnTo>
                  <a:lnTo>
                    <a:pt x="629245" y="53564"/>
                  </a:lnTo>
                  <a:lnTo>
                    <a:pt x="675557" y="51021"/>
                  </a:lnTo>
                  <a:lnTo>
                    <a:pt x="723274" y="48526"/>
                  </a:lnTo>
                  <a:lnTo>
                    <a:pt x="772373" y="46082"/>
                  </a:lnTo>
                  <a:lnTo>
                    <a:pt x="822827" y="43688"/>
                  </a:lnTo>
                  <a:lnTo>
                    <a:pt x="874612" y="41346"/>
                  </a:lnTo>
                  <a:lnTo>
                    <a:pt x="927703" y="39057"/>
                  </a:lnTo>
                  <a:lnTo>
                    <a:pt x="982075" y="36822"/>
                  </a:lnTo>
                  <a:lnTo>
                    <a:pt x="1037704" y="34641"/>
                  </a:lnTo>
                  <a:lnTo>
                    <a:pt x="1094564" y="32517"/>
                  </a:lnTo>
                  <a:lnTo>
                    <a:pt x="1152631" y="30450"/>
                  </a:lnTo>
                  <a:lnTo>
                    <a:pt x="1211879" y="28441"/>
                  </a:lnTo>
                  <a:lnTo>
                    <a:pt x="1272285" y="26491"/>
                  </a:lnTo>
                  <a:lnTo>
                    <a:pt x="1333822" y="24602"/>
                  </a:lnTo>
                  <a:lnTo>
                    <a:pt x="1396466" y="22774"/>
                  </a:lnTo>
                  <a:lnTo>
                    <a:pt x="1460193" y="21008"/>
                  </a:lnTo>
                  <a:lnTo>
                    <a:pt x="1524977" y="19305"/>
                  </a:lnTo>
                  <a:lnTo>
                    <a:pt x="1590793" y="17667"/>
                  </a:lnTo>
                  <a:lnTo>
                    <a:pt x="1657617" y="16094"/>
                  </a:lnTo>
                  <a:lnTo>
                    <a:pt x="1725424" y="14588"/>
                  </a:lnTo>
                  <a:lnTo>
                    <a:pt x="1794188" y="13149"/>
                  </a:lnTo>
                  <a:lnTo>
                    <a:pt x="1863886" y="11779"/>
                  </a:lnTo>
                  <a:lnTo>
                    <a:pt x="1934491" y="10479"/>
                  </a:lnTo>
                  <a:lnTo>
                    <a:pt x="2005980" y="9249"/>
                  </a:lnTo>
                  <a:lnTo>
                    <a:pt x="2078327" y="8091"/>
                  </a:lnTo>
                  <a:lnTo>
                    <a:pt x="2151508" y="7006"/>
                  </a:lnTo>
                  <a:lnTo>
                    <a:pt x="2225497" y="5995"/>
                  </a:lnTo>
                  <a:lnTo>
                    <a:pt x="2300270" y="5058"/>
                  </a:lnTo>
                  <a:lnTo>
                    <a:pt x="2375801" y="4198"/>
                  </a:lnTo>
                  <a:lnTo>
                    <a:pt x="2452067" y="3414"/>
                  </a:lnTo>
                  <a:lnTo>
                    <a:pt x="2529041" y="2709"/>
                  </a:lnTo>
                  <a:lnTo>
                    <a:pt x="2606700" y="2082"/>
                  </a:lnTo>
                  <a:lnTo>
                    <a:pt x="2685018" y="1536"/>
                  </a:lnTo>
                  <a:lnTo>
                    <a:pt x="2763971" y="1071"/>
                  </a:lnTo>
                  <a:lnTo>
                    <a:pt x="2843533" y="688"/>
                  </a:lnTo>
                  <a:lnTo>
                    <a:pt x="2923680" y="388"/>
                  </a:lnTo>
                  <a:lnTo>
                    <a:pt x="3004386" y="173"/>
                  </a:lnTo>
                  <a:lnTo>
                    <a:pt x="3085628" y="43"/>
                  </a:lnTo>
                  <a:lnTo>
                    <a:pt x="3167380" y="0"/>
                  </a:lnTo>
                  <a:lnTo>
                    <a:pt x="3249131" y="43"/>
                  </a:lnTo>
                  <a:lnTo>
                    <a:pt x="3330373" y="173"/>
                  </a:lnTo>
                  <a:lnTo>
                    <a:pt x="3411079" y="388"/>
                  </a:lnTo>
                  <a:lnTo>
                    <a:pt x="3491226" y="688"/>
                  </a:lnTo>
                  <a:lnTo>
                    <a:pt x="3570788" y="1071"/>
                  </a:lnTo>
                  <a:lnTo>
                    <a:pt x="3649741" y="1536"/>
                  </a:lnTo>
                  <a:lnTo>
                    <a:pt x="3728059" y="2082"/>
                  </a:lnTo>
                  <a:lnTo>
                    <a:pt x="3805718" y="2709"/>
                  </a:lnTo>
                  <a:lnTo>
                    <a:pt x="3882692" y="3414"/>
                  </a:lnTo>
                  <a:lnTo>
                    <a:pt x="3958958" y="4198"/>
                  </a:lnTo>
                  <a:lnTo>
                    <a:pt x="4034489" y="5058"/>
                  </a:lnTo>
                  <a:lnTo>
                    <a:pt x="4109262" y="5995"/>
                  </a:lnTo>
                  <a:lnTo>
                    <a:pt x="4183251" y="7006"/>
                  </a:lnTo>
                  <a:lnTo>
                    <a:pt x="4256432" y="8091"/>
                  </a:lnTo>
                  <a:lnTo>
                    <a:pt x="4328779" y="9249"/>
                  </a:lnTo>
                  <a:lnTo>
                    <a:pt x="4400268" y="10479"/>
                  </a:lnTo>
                  <a:lnTo>
                    <a:pt x="4470873" y="11779"/>
                  </a:lnTo>
                  <a:lnTo>
                    <a:pt x="4540571" y="13149"/>
                  </a:lnTo>
                  <a:lnTo>
                    <a:pt x="4609335" y="14588"/>
                  </a:lnTo>
                  <a:lnTo>
                    <a:pt x="4677142" y="16094"/>
                  </a:lnTo>
                  <a:lnTo>
                    <a:pt x="4743966" y="17667"/>
                  </a:lnTo>
                  <a:lnTo>
                    <a:pt x="4809782" y="19305"/>
                  </a:lnTo>
                  <a:lnTo>
                    <a:pt x="4874566" y="21008"/>
                  </a:lnTo>
                  <a:lnTo>
                    <a:pt x="4938293" y="22774"/>
                  </a:lnTo>
                  <a:lnTo>
                    <a:pt x="5000937" y="24602"/>
                  </a:lnTo>
                  <a:lnTo>
                    <a:pt x="5062474" y="26491"/>
                  </a:lnTo>
                  <a:lnTo>
                    <a:pt x="5122880" y="28441"/>
                  </a:lnTo>
                  <a:lnTo>
                    <a:pt x="5182128" y="30450"/>
                  </a:lnTo>
                  <a:lnTo>
                    <a:pt x="5240195" y="32517"/>
                  </a:lnTo>
                  <a:lnTo>
                    <a:pt x="5297055" y="34641"/>
                  </a:lnTo>
                  <a:lnTo>
                    <a:pt x="5352684" y="36822"/>
                  </a:lnTo>
                  <a:lnTo>
                    <a:pt x="5407056" y="39057"/>
                  </a:lnTo>
                  <a:lnTo>
                    <a:pt x="5460147" y="41346"/>
                  </a:lnTo>
                  <a:lnTo>
                    <a:pt x="5511932" y="43688"/>
                  </a:lnTo>
                  <a:lnTo>
                    <a:pt x="5562386" y="46082"/>
                  </a:lnTo>
                  <a:lnTo>
                    <a:pt x="5611485" y="48526"/>
                  </a:lnTo>
                  <a:lnTo>
                    <a:pt x="5659202" y="51021"/>
                  </a:lnTo>
                  <a:lnTo>
                    <a:pt x="5705514" y="53564"/>
                  </a:lnTo>
                  <a:lnTo>
                    <a:pt x="5750395" y="56155"/>
                  </a:lnTo>
                  <a:lnTo>
                    <a:pt x="5793821" y="58792"/>
                  </a:lnTo>
                  <a:lnTo>
                    <a:pt x="5835767" y="61475"/>
                  </a:lnTo>
                  <a:lnTo>
                    <a:pt x="5876208" y="64203"/>
                  </a:lnTo>
                  <a:lnTo>
                    <a:pt x="5915118" y="66974"/>
                  </a:lnTo>
                  <a:lnTo>
                    <a:pt x="5988250" y="72642"/>
                  </a:lnTo>
                  <a:lnTo>
                    <a:pt x="6054964" y="78471"/>
                  </a:lnTo>
                  <a:lnTo>
                    <a:pt x="6115060" y="84453"/>
                  </a:lnTo>
                  <a:lnTo>
                    <a:pt x="6168339" y="90580"/>
                  </a:lnTo>
                  <a:lnTo>
                    <a:pt x="6214603" y="96843"/>
                  </a:lnTo>
                  <a:lnTo>
                    <a:pt x="6253653" y="103234"/>
                  </a:lnTo>
                  <a:lnTo>
                    <a:pt x="6298264" y="113042"/>
                  </a:lnTo>
                  <a:lnTo>
                    <a:pt x="6333725" y="129908"/>
                  </a:lnTo>
                  <a:lnTo>
                    <a:pt x="6334760" y="133349"/>
                  </a:lnTo>
                  <a:close/>
                </a:path>
                <a:path w="6334759" h="685800">
                  <a:moveTo>
                    <a:pt x="6334760" y="133349"/>
                  </a:moveTo>
                  <a:lnTo>
                    <a:pt x="6334760" y="552449"/>
                  </a:lnTo>
                  <a:lnTo>
                    <a:pt x="6333725" y="555891"/>
                  </a:lnTo>
                  <a:lnTo>
                    <a:pt x="6298264" y="572757"/>
                  </a:lnTo>
                  <a:lnTo>
                    <a:pt x="6253653" y="582565"/>
                  </a:lnTo>
                  <a:lnTo>
                    <a:pt x="6214603" y="588956"/>
                  </a:lnTo>
                  <a:lnTo>
                    <a:pt x="6168339" y="595219"/>
                  </a:lnTo>
                  <a:lnTo>
                    <a:pt x="6115060" y="601346"/>
                  </a:lnTo>
                  <a:lnTo>
                    <a:pt x="6054964" y="607328"/>
                  </a:lnTo>
                  <a:lnTo>
                    <a:pt x="5988250" y="613157"/>
                  </a:lnTo>
                  <a:lnTo>
                    <a:pt x="5915118" y="618825"/>
                  </a:lnTo>
                  <a:lnTo>
                    <a:pt x="5876208" y="621596"/>
                  </a:lnTo>
                  <a:lnTo>
                    <a:pt x="5835767" y="624324"/>
                  </a:lnTo>
                  <a:lnTo>
                    <a:pt x="5793821" y="627007"/>
                  </a:lnTo>
                  <a:lnTo>
                    <a:pt x="5750395" y="629644"/>
                  </a:lnTo>
                  <a:lnTo>
                    <a:pt x="5705514" y="632235"/>
                  </a:lnTo>
                  <a:lnTo>
                    <a:pt x="5659202" y="634778"/>
                  </a:lnTo>
                  <a:lnTo>
                    <a:pt x="5611485" y="637273"/>
                  </a:lnTo>
                  <a:lnTo>
                    <a:pt x="5562386" y="639717"/>
                  </a:lnTo>
                  <a:lnTo>
                    <a:pt x="5511932" y="642111"/>
                  </a:lnTo>
                  <a:lnTo>
                    <a:pt x="5460147" y="644453"/>
                  </a:lnTo>
                  <a:lnTo>
                    <a:pt x="5407056" y="646742"/>
                  </a:lnTo>
                  <a:lnTo>
                    <a:pt x="5352684" y="648977"/>
                  </a:lnTo>
                  <a:lnTo>
                    <a:pt x="5297055" y="651158"/>
                  </a:lnTo>
                  <a:lnTo>
                    <a:pt x="5240195" y="653282"/>
                  </a:lnTo>
                  <a:lnTo>
                    <a:pt x="5182128" y="655349"/>
                  </a:lnTo>
                  <a:lnTo>
                    <a:pt x="5122880" y="657358"/>
                  </a:lnTo>
                  <a:lnTo>
                    <a:pt x="5062474" y="659308"/>
                  </a:lnTo>
                  <a:lnTo>
                    <a:pt x="5000937" y="661197"/>
                  </a:lnTo>
                  <a:lnTo>
                    <a:pt x="4938293" y="663025"/>
                  </a:lnTo>
                  <a:lnTo>
                    <a:pt x="4874566" y="664791"/>
                  </a:lnTo>
                  <a:lnTo>
                    <a:pt x="4809782" y="666494"/>
                  </a:lnTo>
                  <a:lnTo>
                    <a:pt x="4743966" y="668132"/>
                  </a:lnTo>
                  <a:lnTo>
                    <a:pt x="4677142" y="669705"/>
                  </a:lnTo>
                  <a:lnTo>
                    <a:pt x="4609335" y="671211"/>
                  </a:lnTo>
                  <a:lnTo>
                    <a:pt x="4540571" y="672650"/>
                  </a:lnTo>
                  <a:lnTo>
                    <a:pt x="4470873" y="674020"/>
                  </a:lnTo>
                  <a:lnTo>
                    <a:pt x="4400268" y="675320"/>
                  </a:lnTo>
                  <a:lnTo>
                    <a:pt x="4328779" y="676550"/>
                  </a:lnTo>
                  <a:lnTo>
                    <a:pt x="4256432" y="677708"/>
                  </a:lnTo>
                  <a:lnTo>
                    <a:pt x="4183251" y="678793"/>
                  </a:lnTo>
                  <a:lnTo>
                    <a:pt x="4109262" y="679804"/>
                  </a:lnTo>
                  <a:lnTo>
                    <a:pt x="4034489" y="680741"/>
                  </a:lnTo>
                  <a:lnTo>
                    <a:pt x="3958958" y="681601"/>
                  </a:lnTo>
                  <a:lnTo>
                    <a:pt x="3882692" y="682385"/>
                  </a:lnTo>
                  <a:lnTo>
                    <a:pt x="3805718" y="683090"/>
                  </a:lnTo>
                  <a:lnTo>
                    <a:pt x="3728059" y="683717"/>
                  </a:lnTo>
                  <a:lnTo>
                    <a:pt x="3649741" y="684263"/>
                  </a:lnTo>
                  <a:lnTo>
                    <a:pt x="3570788" y="684728"/>
                  </a:lnTo>
                  <a:lnTo>
                    <a:pt x="3491226" y="685111"/>
                  </a:lnTo>
                  <a:lnTo>
                    <a:pt x="3411079" y="685411"/>
                  </a:lnTo>
                  <a:lnTo>
                    <a:pt x="3330373" y="685626"/>
                  </a:lnTo>
                  <a:lnTo>
                    <a:pt x="3249131" y="685756"/>
                  </a:lnTo>
                  <a:lnTo>
                    <a:pt x="3167380" y="685799"/>
                  </a:lnTo>
                  <a:lnTo>
                    <a:pt x="3085628" y="685756"/>
                  </a:lnTo>
                  <a:lnTo>
                    <a:pt x="3004386" y="685626"/>
                  </a:lnTo>
                  <a:lnTo>
                    <a:pt x="2923680" y="685411"/>
                  </a:lnTo>
                  <a:lnTo>
                    <a:pt x="2843533" y="685111"/>
                  </a:lnTo>
                  <a:lnTo>
                    <a:pt x="2763971" y="684728"/>
                  </a:lnTo>
                  <a:lnTo>
                    <a:pt x="2685018" y="684263"/>
                  </a:lnTo>
                  <a:lnTo>
                    <a:pt x="2606700" y="683717"/>
                  </a:lnTo>
                  <a:lnTo>
                    <a:pt x="2529041" y="683090"/>
                  </a:lnTo>
                  <a:lnTo>
                    <a:pt x="2452067" y="682385"/>
                  </a:lnTo>
                  <a:lnTo>
                    <a:pt x="2375801" y="681601"/>
                  </a:lnTo>
                  <a:lnTo>
                    <a:pt x="2300270" y="680741"/>
                  </a:lnTo>
                  <a:lnTo>
                    <a:pt x="2225497" y="679804"/>
                  </a:lnTo>
                  <a:lnTo>
                    <a:pt x="2151508" y="678793"/>
                  </a:lnTo>
                  <a:lnTo>
                    <a:pt x="2078327" y="677708"/>
                  </a:lnTo>
                  <a:lnTo>
                    <a:pt x="2005980" y="676550"/>
                  </a:lnTo>
                  <a:lnTo>
                    <a:pt x="1934491" y="675320"/>
                  </a:lnTo>
                  <a:lnTo>
                    <a:pt x="1863886" y="674020"/>
                  </a:lnTo>
                  <a:lnTo>
                    <a:pt x="1794188" y="672650"/>
                  </a:lnTo>
                  <a:lnTo>
                    <a:pt x="1725424" y="671211"/>
                  </a:lnTo>
                  <a:lnTo>
                    <a:pt x="1657617" y="669705"/>
                  </a:lnTo>
                  <a:lnTo>
                    <a:pt x="1590793" y="668132"/>
                  </a:lnTo>
                  <a:lnTo>
                    <a:pt x="1524977" y="666494"/>
                  </a:lnTo>
                  <a:lnTo>
                    <a:pt x="1460193" y="664791"/>
                  </a:lnTo>
                  <a:lnTo>
                    <a:pt x="1396466" y="663025"/>
                  </a:lnTo>
                  <a:lnTo>
                    <a:pt x="1333822" y="661197"/>
                  </a:lnTo>
                  <a:lnTo>
                    <a:pt x="1272285" y="659308"/>
                  </a:lnTo>
                  <a:lnTo>
                    <a:pt x="1211879" y="657358"/>
                  </a:lnTo>
                  <a:lnTo>
                    <a:pt x="1152631" y="655349"/>
                  </a:lnTo>
                  <a:lnTo>
                    <a:pt x="1094564" y="653282"/>
                  </a:lnTo>
                  <a:lnTo>
                    <a:pt x="1037704" y="651158"/>
                  </a:lnTo>
                  <a:lnTo>
                    <a:pt x="982075" y="648977"/>
                  </a:lnTo>
                  <a:lnTo>
                    <a:pt x="927703" y="646742"/>
                  </a:lnTo>
                  <a:lnTo>
                    <a:pt x="874612" y="644453"/>
                  </a:lnTo>
                  <a:lnTo>
                    <a:pt x="822827" y="642111"/>
                  </a:lnTo>
                  <a:lnTo>
                    <a:pt x="772373" y="639717"/>
                  </a:lnTo>
                  <a:lnTo>
                    <a:pt x="723274" y="637273"/>
                  </a:lnTo>
                  <a:lnTo>
                    <a:pt x="675557" y="634778"/>
                  </a:lnTo>
                  <a:lnTo>
                    <a:pt x="629245" y="632235"/>
                  </a:lnTo>
                  <a:lnTo>
                    <a:pt x="584364" y="629644"/>
                  </a:lnTo>
                  <a:lnTo>
                    <a:pt x="540938" y="627007"/>
                  </a:lnTo>
                  <a:lnTo>
                    <a:pt x="498992" y="624324"/>
                  </a:lnTo>
                  <a:lnTo>
                    <a:pt x="458551" y="621596"/>
                  </a:lnTo>
                  <a:lnTo>
                    <a:pt x="419641" y="618825"/>
                  </a:lnTo>
                  <a:lnTo>
                    <a:pt x="346509" y="613157"/>
                  </a:lnTo>
                  <a:lnTo>
                    <a:pt x="279795" y="607328"/>
                  </a:lnTo>
                  <a:lnTo>
                    <a:pt x="219699" y="601346"/>
                  </a:lnTo>
                  <a:lnTo>
                    <a:pt x="166420" y="595219"/>
                  </a:lnTo>
                  <a:lnTo>
                    <a:pt x="120156" y="588956"/>
                  </a:lnTo>
                  <a:lnTo>
                    <a:pt x="81106" y="582565"/>
                  </a:lnTo>
                  <a:lnTo>
                    <a:pt x="36495" y="572757"/>
                  </a:lnTo>
                  <a:lnTo>
                    <a:pt x="1034" y="555891"/>
                  </a:lnTo>
                  <a:lnTo>
                    <a:pt x="0" y="552449"/>
                  </a:lnTo>
                  <a:lnTo>
                    <a:pt x="0" y="133349"/>
                  </a:lnTo>
                </a:path>
              </a:pathLst>
            </a:custGeom>
            <a:ln w="7620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66359" y="4508500"/>
              <a:ext cx="2667000" cy="1016000"/>
            </a:xfrm>
            <a:custGeom>
              <a:avLst/>
              <a:gdLst/>
              <a:ahLst/>
              <a:cxnLst/>
              <a:rect l="l" t="t" r="r" b="b"/>
              <a:pathLst>
                <a:path w="2667000" h="1016000">
                  <a:moveTo>
                    <a:pt x="0" y="1016000"/>
                  </a:moveTo>
                  <a:lnTo>
                    <a:pt x="2666999" y="1016000"/>
                  </a:lnTo>
                  <a:lnTo>
                    <a:pt x="2666999" y="0"/>
                  </a:lnTo>
                  <a:lnTo>
                    <a:pt x="0" y="0"/>
                  </a:lnTo>
                  <a:lnTo>
                    <a:pt x="0" y="1016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0285" y="3427215"/>
            <a:ext cx="530225" cy="203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sz="1200" b="1" dirty="0">
                <a:latin typeface="Malgun Gothic"/>
                <a:cs typeface="Malgun Gothic"/>
              </a:rPr>
              <a:t>I/F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OBJ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98340" y="2984500"/>
            <a:ext cx="4490720" cy="1249680"/>
            <a:chOff x="3355340" y="2984500"/>
            <a:chExt cx="4490720" cy="1249680"/>
          </a:xfrm>
        </p:grpSpPr>
        <p:sp>
          <p:nvSpPr>
            <p:cNvPr id="13" name="object 13"/>
            <p:cNvSpPr/>
            <p:nvPr/>
          </p:nvSpPr>
          <p:spPr>
            <a:xfrm>
              <a:off x="3368040" y="2997200"/>
              <a:ext cx="4465320" cy="1224280"/>
            </a:xfrm>
            <a:custGeom>
              <a:avLst/>
              <a:gdLst/>
              <a:ahLst/>
              <a:cxnLst/>
              <a:rect l="l" t="t" r="r" b="b"/>
              <a:pathLst>
                <a:path w="4465320" h="1224279">
                  <a:moveTo>
                    <a:pt x="4465320" y="0"/>
                  </a:moveTo>
                  <a:lnTo>
                    <a:pt x="0" y="0"/>
                  </a:lnTo>
                  <a:lnTo>
                    <a:pt x="0" y="1224280"/>
                  </a:lnTo>
                  <a:lnTo>
                    <a:pt x="4465320" y="1224280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8040" y="2997200"/>
              <a:ext cx="4465320" cy="1224280"/>
            </a:xfrm>
            <a:custGeom>
              <a:avLst/>
              <a:gdLst/>
              <a:ahLst/>
              <a:cxnLst/>
              <a:rect l="l" t="t" r="r" b="b"/>
              <a:pathLst>
                <a:path w="4465320" h="1224279">
                  <a:moveTo>
                    <a:pt x="0" y="1224280"/>
                  </a:moveTo>
                  <a:lnTo>
                    <a:pt x="4465320" y="1224280"/>
                  </a:lnTo>
                  <a:lnTo>
                    <a:pt x="4465320" y="0"/>
                  </a:lnTo>
                  <a:lnTo>
                    <a:pt x="0" y="0"/>
                  </a:lnTo>
                  <a:lnTo>
                    <a:pt x="0" y="122428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91303" y="3028569"/>
            <a:ext cx="2146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Biz.</a:t>
            </a:r>
            <a:r>
              <a:rPr sz="1600" b="1" spc="-2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Logics</a:t>
            </a:r>
            <a:r>
              <a:rPr sz="1600" b="1" spc="-2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0141" y="1802372"/>
            <a:ext cx="2239776" cy="79453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51176" y="1993265"/>
            <a:ext cx="1951355" cy="431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07720" marR="5080" indent="-795655">
              <a:lnSpc>
                <a:spcPts val="1520"/>
              </a:lnSpc>
              <a:spcBef>
                <a:spcPts val="280"/>
              </a:spcBef>
            </a:pPr>
            <a:r>
              <a:rPr sz="1400" b="1" dirty="0">
                <a:latin typeface="Malgun Gothic"/>
                <a:cs typeface="Malgun Gothic"/>
              </a:rPr>
              <a:t>General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JSP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/Servlet</a:t>
            </a:r>
            <a:r>
              <a:rPr sz="1400" b="1" spc="465" dirty="0">
                <a:latin typeface="Malgun Gothic"/>
                <a:cs typeface="Malgun Gothic"/>
              </a:rPr>
              <a:t> </a:t>
            </a:r>
            <a:r>
              <a:rPr sz="1400" b="1" spc="-50" dirty="0">
                <a:latin typeface="Malgun Gothic"/>
                <a:cs typeface="Malgun Gothic"/>
              </a:rPr>
              <a:t>/ </a:t>
            </a:r>
            <a:r>
              <a:rPr sz="1400" b="1" spc="-25" dirty="0">
                <a:latin typeface="Malgun Gothic"/>
                <a:cs typeface="Malgun Gothic"/>
              </a:rPr>
              <a:t>ASP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7459" y="3657601"/>
            <a:ext cx="944880" cy="45211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21830" y="378285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0128" y="2716778"/>
            <a:ext cx="903762" cy="175464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53715" y="3319779"/>
            <a:ext cx="61150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10"/>
              </a:lnSpc>
              <a:spcBef>
                <a:spcPts val="100"/>
              </a:spcBef>
            </a:pPr>
            <a:r>
              <a:rPr sz="1400" b="1" spc="-10" dirty="0">
                <a:latin typeface="Malgun Gothic"/>
                <a:cs typeface="Malgun Gothic"/>
              </a:rPr>
              <a:t>Servlet</a:t>
            </a:r>
            <a:endParaRPr sz="1400">
              <a:latin typeface="Malgun Gothic"/>
              <a:cs typeface="Malgun Gothic"/>
            </a:endParaRPr>
          </a:p>
          <a:p>
            <a:pPr algn="ctr">
              <a:lnSpc>
                <a:spcPts val="1300"/>
              </a:lnSpc>
            </a:pPr>
            <a:r>
              <a:rPr sz="1200" b="1" dirty="0">
                <a:latin typeface="Malgun Gothic"/>
                <a:cs typeface="Malgun Gothic"/>
              </a:rPr>
              <a:t>(</a:t>
            </a:r>
            <a:r>
              <a:rPr sz="1200" b="1" spc="-31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java,</a:t>
            </a:r>
            <a:endParaRPr sz="1200">
              <a:latin typeface="Malgun Gothic"/>
              <a:cs typeface="Malgun Gothic"/>
            </a:endParaRPr>
          </a:p>
          <a:p>
            <a:pPr marL="3810" algn="ctr">
              <a:lnSpc>
                <a:spcPts val="1370"/>
              </a:lnSpc>
            </a:pPr>
            <a:r>
              <a:rPr sz="1200" b="1" spc="-20" dirty="0">
                <a:latin typeface="Malgun Gothic"/>
                <a:cs typeface="Malgun Gothic"/>
              </a:rPr>
              <a:t>.NET)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80460" y="4004309"/>
            <a:ext cx="5129530" cy="1800860"/>
            <a:chOff x="2537460" y="4004309"/>
            <a:chExt cx="5129530" cy="1800860"/>
          </a:xfrm>
        </p:grpSpPr>
        <p:sp>
          <p:nvSpPr>
            <p:cNvPr id="23" name="object 23"/>
            <p:cNvSpPr/>
            <p:nvPr/>
          </p:nvSpPr>
          <p:spPr>
            <a:xfrm>
              <a:off x="2537460" y="4004309"/>
              <a:ext cx="83820" cy="1800860"/>
            </a:xfrm>
            <a:custGeom>
              <a:avLst/>
              <a:gdLst/>
              <a:ahLst/>
              <a:cxnLst/>
              <a:rect l="l" t="t" r="r" b="b"/>
              <a:pathLst>
                <a:path w="83819" h="1800860">
                  <a:moveTo>
                    <a:pt x="27939" y="1717039"/>
                  </a:moveTo>
                  <a:lnTo>
                    <a:pt x="0" y="1717039"/>
                  </a:lnTo>
                  <a:lnTo>
                    <a:pt x="41909" y="1800859"/>
                  </a:lnTo>
                  <a:lnTo>
                    <a:pt x="76834" y="1731009"/>
                  </a:lnTo>
                  <a:lnTo>
                    <a:pt x="27939" y="1731009"/>
                  </a:lnTo>
                  <a:lnTo>
                    <a:pt x="27939" y="1717039"/>
                  </a:lnTo>
                  <a:close/>
                </a:path>
                <a:path w="83819" h="1800860">
                  <a:moveTo>
                    <a:pt x="55879" y="69850"/>
                  </a:moveTo>
                  <a:lnTo>
                    <a:pt x="27939" y="69850"/>
                  </a:lnTo>
                  <a:lnTo>
                    <a:pt x="27939" y="1731009"/>
                  </a:lnTo>
                  <a:lnTo>
                    <a:pt x="55879" y="1731009"/>
                  </a:lnTo>
                  <a:lnTo>
                    <a:pt x="55879" y="69850"/>
                  </a:lnTo>
                  <a:close/>
                </a:path>
                <a:path w="83819" h="1800860">
                  <a:moveTo>
                    <a:pt x="83819" y="1717039"/>
                  </a:moveTo>
                  <a:lnTo>
                    <a:pt x="55879" y="1717039"/>
                  </a:lnTo>
                  <a:lnTo>
                    <a:pt x="55879" y="1731009"/>
                  </a:lnTo>
                  <a:lnTo>
                    <a:pt x="76834" y="1731009"/>
                  </a:lnTo>
                  <a:lnTo>
                    <a:pt x="83819" y="1717039"/>
                  </a:lnTo>
                  <a:close/>
                </a:path>
                <a:path w="83819" h="1800860">
                  <a:moveTo>
                    <a:pt x="41909" y="0"/>
                  </a:moveTo>
                  <a:lnTo>
                    <a:pt x="0" y="83819"/>
                  </a:lnTo>
                  <a:lnTo>
                    <a:pt x="27939" y="83819"/>
                  </a:lnTo>
                  <a:lnTo>
                    <a:pt x="27939" y="69850"/>
                  </a:lnTo>
                  <a:lnTo>
                    <a:pt x="76834" y="69850"/>
                  </a:lnTo>
                  <a:lnTo>
                    <a:pt x="41909" y="0"/>
                  </a:lnTo>
                  <a:close/>
                </a:path>
                <a:path w="83819" h="1800860">
                  <a:moveTo>
                    <a:pt x="76834" y="69850"/>
                  </a:moveTo>
                  <a:lnTo>
                    <a:pt x="55879" y="69850"/>
                  </a:lnTo>
                  <a:lnTo>
                    <a:pt x="55879" y="83819"/>
                  </a:lnTo>
                  <a:lnTo>
                    <a:pt x="83819" y="83819"/>
                  </a:lnTo>
                  <a:lnTo>
                    <a:pt x="76834" y="6985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8708" y="5007804"/>
              <a:ext cx="858043" cy="36791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082533" y="5090991"/>
            <a:ext cx="552450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51141" y="4955540"/>
            <a:ext cx="873759" cy="38862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989952" y="5048319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2081" y="4902200"/>
            <a:ext cx="873759" cy="38608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890892" y="4995071"/>
            <a:ext cx="551815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61100" y="3578859"/>
            <a:ext cx="2273300" cy="1668780"/>
            <a:chOff x="5118100" y="3578859"/>
            <a:chExt cx="2273300" cy="1668780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5100" y="4859019"/>
              <a:ext cx="876300" cy="3886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8100" y="3578859"/>
              <a:ext cx="942339" cy="44957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434202" y="3702500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77280" y="3489960"/>
            <a:ext cx="942339" cy="44957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350380" y="3614327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94859" y="3380740"/>
            <a:ext cx="1231900" cy="70358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756151" y="3634485"/>
            <a:ext cx="8655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I/F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0609" y="5007805"/>
            <a:ext cx="858043" cy="36791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900927" y="5090991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7500" y="4955540"/>
            <a:ext cx="876300" cy="38862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807835" y="5048319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70979" y="4902200"/>
            <a:ext cx="873760" cy="38608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709155" y="4995071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7000" y="4859020"/>
            <a:ext cx="876300" cy="388620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402705" y="4540885"/>
            <a:ext cx="227901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Data</a:t>
            </a:r>
            <a:r>
              <a:rPr sz="1600" b="1" spc="-1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Access</a:t>
            </a:r>
            <a:r>
              <a:rPr sz="1600" b="1" spc="-3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  <a:p>
            <a:pPr marL="213360">
              <a:spcBef>
                <a:spcPts val="1345"/>
              </a:spcBef>
              <a:tabLst>
                <a:tab pos="1395095" algn="l"/>
              </a:tabLst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r>
              <a:rPr sz="1400" b="1" dirty="0">
                <a:latin typeface="Malgun Gothic"/>
                <a:cs typeface="Malgun Gothic"/>
              </a:rPr>
              <a:t>	</a:t>
            </a: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6" name="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05419" y="3657601"/>
            <a:ext cx="942340" cy="452119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978775" y="378285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6520" y="3578860"/>
            <a:ext cx="944879" cy="449579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7891145" y="3702500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2701" y="3489960"/>
            <a:ext cx="944879" cy="44957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7807325" y="3614327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46341" y="3411221"/>
            <a:ext cx="942339" cy="44957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706994" y="3537584"/>
            <a:ext cx="5765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05780" y="1803400"/>
            <a:ext cx="3383279" cy="962660"/>
            <a:chOff x="4462779" y="1803400"/>
            <a:chExt cx="3383279" cy="962660"/>
          </a:xfrm>
        </p:grpSpPr>
        <p:sp>
          <p:nvSpPr>
            <p:cNvPr id="55" name="object 55"/>
            <p:cNvSpPr/>
            <p:nvPr/>
          </p:nvSpPr>
          <p:spPr>
            <a:xfrm>
              <a:off x="4475479" y="1816100"/>
              <a:ext cx="3357879" cy="937260"/>
            </a:xfrm>
            <a:custGeom>
              <a:avLst/>
              <a:gdLst/>
              <a:ahLst/>
              <a:cxnLst/>
              <a:rect l="l" t="t" r="r" b="b"/>
              <a:pathLst>
                <a:path w="3357879" h="937260">
                  <a:moveTo>
                    <a:pt x="0" y="937260"/>
                  </a:moveTo>
                  <a:lnTo>
                    <a:pt x="3357879" y="937260"/>
                  </a:lnTo>
                  <a:lnTo>
                    <a:pt x="3357879" y="0"/>
                  </a:lnTo>
                  <a:lnTo>
                    <a:pt x="0" y="0"/>
                  </a:lnTo>
                  <a:lnTo>
                    <a:pt x="0" y="93726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8164" y="2274762"/>
              <a:ext cx="924130" cy="431415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6494146" y="2388396"/>
            <a:ext cx="551815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233159" y="2184400"/>
            <a:ext cx="2183130" cy="521970"/>
            <a:chOff x="5090159" y="2184400"/>
            <a:chExt cx="2183130" cy="521970"/>
          </a:xfrm>
        </p:grpSpPr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0159" y="2184400"/>
              <a:ext cx="942339" cy="45212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8944" y="2274762"/>
              <a:ext cx="924130" cy="43141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7655179" y="238839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93941" y="2184400"/>
            <a:ext cx="942339" cy="45212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5710555" y="1847597"/>
            <a:ext cx="2917825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Presentation</a:t>
            </a:r>
            <a:r>
              <a:rPr sz="1600" b="1" spc="-8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Layer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4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  <a:p>
            <a:pPr marL="695960">
              <a:spcBef>
                <a:spcPts val="1730"/>
              </a:spcBef>
              <a:tabLst>
                <a:tab pos="1856739" algn="l"/>
              </a:tabLst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r>
              <a:rPr sz="1400" b="1" dirty="0">
                <a:latin typeface="Malgun Gothic"/>
                <a:cs typeface="Malgun Gothic"/>
              </a:rPr>
              <a:t>	</a:t>
            </a: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793489" y="1635760"/>
            <a:ext cx="5553710" cy="4169410"/>
            <a:chOff x="2650489" y="1635760"/>
            <a:chExt cx="5553710" cy="4169410"/>
          </a:xfrm>
        </p:grpSpPr>
        <p:sp>
          <p:nvSpPr>
            <p:cNvPr id="65" name="object 65"/>
            <p:cNvSpPr/>
            <p:nvPr/>
          </p:nvSpPr>
          <p:spPr>
            <a:xfrm>
              <a:off x="2992119" y="1648460"/>
              <a:ext cx="5199380" cy="3962400"/>
            </a:xfrm>
            <a:custGeom>
              <a:avLst/>
              <a:gdLst/>
              <a:ahLst/>
              <a:cxnLst/>
              <a:rect l="l" t="t" r="r" b="b"/>
              <a:pathLst>
                <a:path w="5199380" h="3962400">
                  <a:moveTo>
                    <a:pt x="1218945" y="0"/>
                  </a:moveTo>
                  <a:lnTo>
                    <a:pt x="1218945" y="1114425"/>
                  </a:lnTo>
                  <a:lnTo>
                    <a:pt x="0" y="1114425"/>
                  </a:lnTo>
                  <a:lnTo>
                    <a:pt x="0" y="2828925"/>
                  </a:lnTo>
                  <a:lnTo>
                    <a:pt x="2047367" y="2828925"/>
                  </a:lnTo>
                  <a:lnTo>
                    <a:pt x="2047367" y="3962400"/>
                  </a:lnTo>
                  <a:lnTo>
                    <a:pt x="5199380" y="3962400"/>
                  </a:lnTo>
                  <a:lnTo>
                    <a:pt x="5199380" y="19050"/>
                  </a:lnTo>
                  <a:lnTo>
                    <a:pt x="1218945" y="0"/>
                  </a:lnTo>
                  <a:close/>
                </a:path>
              </a:pathLst>
            </a:custGeom>
            <a:ln w="25400">
              <a:solidFill>
                <a:srgbClr val="F6822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43300" y="4077969"/>
              <a:ext cx="876300" cy="1727200"/>
            </a:xfrm>
            <a:custGeom>
              <a:avLst/>
              <a:gdLst/>
              <a:ahLst/>
              <a:cxnLst/>
              <a:rect l="l" t="t" r="r" b="b"/>
              <a:pathLst>
                <a:path w="876300" h="1727200">
                  <a:moveTo>
                    <a:pt x="83820" y="83820"/>
                  </a:moveTo>
                  <a:lnTo>
                    <a:pt x="76835" y="69850"/>
                  </a:lnTo>
                  <a:lnTo>
                    <a:pt x="41910" y="0"/>
                  </a:lnTo>
                  <a:lnTo>
                    <a:pt x="0" y="83820"/>
                  </a:lnTo>
                  <a:lnTo>
                    <a:pt x="27940" y="83820"/>
                  </a:lnTo>
                  <a:lnTo>
                    <a:pt x="27940" y="1643380"/>
                  </a:lnTo>
                  <a:lnTo>
                    <a:pt x="0" y="1643380"/>
                  </a:lnTo>
                  <a:lnTo>
                    <a:pt x="41910" y="1727200"/>
                  </a:lnTo>
                  <a:lnTo>
                    <a:pt x="76835" y="1657350"/>
                  </a:lnTo>
                  <a:lnTo>
                    <a:pt x="83820" y="1643380"/>
                  </a:lnTo>
                  <a:lnTo>
                    <a:pt x="55880" y="1643380"/>
                  </a:lnTo>
                  <a:lnTo>
                    <a:pt x="55880" y="83820"/>
                  </a:lnTo>
                  <a:lnTo>
                    <a:pt x="83820" y="83820"/>
                  </a:lnTo>
                  <a:close/>
                </a:path>
                <a:path w="876300" h="1727200">
                  <a:moveTo>
                    <a:pt x="876300" y="96520"/>
                  </a:moveTo>
                  <a:lnTo>
                    <a:pt x="869315" y="82550"/>
                  </a:lnTo>
                  <a:lnTo>
                    <a:pt x="834390" y="12700"/>
                  </a:lnTo>
                  <a:lnTo>
                    <a:pt x="792480" y="96520"/>
                  </a:lnTo>
                  <a:lnTo>
                    <a:pt x="820420" y="96520"/>
                  </a:lnTo>
                  <a:lnTo>
                    <a:pt x="820420" y="1643380"/>
                  </a:lnTo>
                  <a:lnTo>
                    <a:pt x="792480" y="1643380"/>
                  </a:lnTo>
                  <a:lnTo>
                    <a:pt x="834390" y="1727200"/>
                  </a:lnTo>
                  <a:lnTo>
                    <a:pt x="869315" y="1657350"/>
                  </a:lnTo>
                  <a:lnTo>
                    <a:pt x="876300" y="1643380"/>
                  </a:lnTo>
                  <a:lnTo>
                    <a:pt x="848360" y="1643380"/>
                  </a:lnTo>
                  <a:lnTo>
                    <a:pt x="848360" y="96520"/>
                  </a:lnTo>
                  <a:lnTo>
                    <a:pt x="876300" y="965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704840" y="5373369"/>
              <a:ext cx="1412240" cy="431800"/>
            </a:xfrm>
            <a:custGeom>
              <a:avLst/>
              <a:gdLst/>
              <a:ahLst/>
              <a:cxnLst/>
              <a:rect l="l" t="t" r="r" b="b"/>
              <a:pathLst>
                <a:path w="1412240" h="431800">
                  <a:moveTo>
                    <a:pt x="83820" y="83820"/>
                  </a:moveTo>
                  <a:lnTo>
                    <a:pt x="76835" y="69850"/>
                  </a:lnTo>
                  <a:lnTo>
                    <a:pt x="41910" y="0"/>
                  </a:lnTo>
                  <a:lnTo>
                    <a:pt x="0" y="83820"/>
                  </a:lnTo>
                  <a:lnTo>
                    <a:pt x="27940" y="83820"/>
                  </a:lnTo>
                  <a:lnTo>
                    <a:pt x="27940" y="347980"/>
                  </a:lnTo>
                  <a:lnTo>
                    <a:pt x="0" y="347980"/>
                  </a:lnTo>
                  <a:lnTo>
                    <a:pt x="41910" y="431800"/>
                  </a:lnTo>
                  <a:lnTo>
                    <a:pt x="76835" y="361950"/>
                  </a:lnTo>
                  <a:lnTo>
                    <a:pt x="83820" y="347980"/>
                  </a:lnTo>
                  <a:lnTo>
                    <a:pt x="55880" y="347980"/>
                  </a:lnTo>
                  <a:lnTo>
                    <a:pt x="55880" y="83820"/>
                  </a:lnTo>
                  <a:lnTo>
                    <a:pt x="83820" y="83820"/>
                  </a:lnTo>
                  <a:close/>
                </a:path>
                <a:path w="1412240" h="431800">
                  <a:moveTo>
                    <a:pt x="1412240" y="83820"/>
                  </a:moveTo>
                  <a:lnTo>
                    <a:pt x="1405255" y="69850"/>
                  </a:lnTo>
                  <a:lnTo>
                    <a:pt x="1370330" y="0"/>
                  </a:lnTo>
                  <a:lnTo>
                    <a:pt x="1328420" y="83820"/>
                  </a:lnTo>
                  <a:lnTo>
                    <a:pt x="1356360" y="83820"/>
                  </a:lnTo>
                  <a:lnTo>
                    <a:pt x="1356360" y="347980"/>
                  </a:lnTo>
                  <a:lnTo>
                    <a:pt x="1328420" y="347980"/>
                  </a:lnTo>
                  <a:lnTo>
                    <a:pt x="1370330" y="431800"/>
                  </a:lnTo>
                  <a:lnTo>
                    <a:pt x="1405255" y="361950"/>
                  </a:lnTo>
                  <a:lnTo>
                    <a:pt x="1412240" y="347980"/>
                  </a:lnTo>
                  <a:lnTo>
                    <a:pt x="1384300" y="347980"/>
                  </a:lnTo>
                  <a:lnTo>
                    <a:pt x="1384300" y="83820"/>
                  </a:lnTo>
                  <a:lnTo>
                    <a:pt x="1412240" y="8382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650490" y="2227579"/>
              <a:ext cx="1793239" cy="1424940"/>
            </a:xfrm>
            <a:custGeom>
              <a:avLst/>
              <a:gdLst/>
              <a:ahLst/>
              <a:cxnLst/>
              <a:rect l="l" t="t" r="r" b="b"/>
              <a:pathLst>
                <a:path w="1793239" h="1424939">
                  <a:moveTo>
                    <a:pt x="810514" y="1383030"/>
                  </a:moveTo>
                  <a:lnTo>
                    <a:pt x="782561" y="1369060"/>
                  </a:lnTo>
                  <a:lnTo>
                    <a:pt x="726694" y="1341120"/>
                  </a:lnTo>
                  <a:lnTo>
                    <a:pt x="726694" y="1369060"/>
                  </a:lnTo>
                  <a:lnTo>
                    <a:pt x="83820" y="1369060"/>
                  </a:lnTo>
                  <a:lnTo>
                    <a:pt x="83820" y="1341120"/>
                  </a:lnTo>
                  <a:lnTo>
                    <a:pt x="0" y="1383030"/>
                  </a:lnTo>
                  <a:lnTo>
                    <a:pt x="83820" y="1424940"/>
                  </a:lnTo>
                  <a:lnTo>
                    <a:pt x="83820" y="1397000"/>
                  </a:lnTo>
                  <a:lnTo>
                    <a:pt x="726694" y="1397000"/>
                  </a:lnTo>
                  <a:lnTo>
                    <a:pt x="726694" y="1424940"/>
                  </a:lnTo>
                  <a:lnTo>
                    <a:pt x="782574" y="1397000"/>
                  </a:lnTo>
                  <a:lnTo>
                    <a:pt x="810514" y="1383030"/>
                  </a:lnTo>
                  <a:close/>
                </a:path>
                <a:path w="1793239" h="1424939">
                  <a:moveTo>
                    <a:pt x="1792732" y="41910"/>
                  </a:moveTo>
                  <a:lnTo>
                    <a:pt x="1764792" y="27940"/>
                  </a:lnTo>
                  <a:lnTo>
                    <a:pt x="1708912" y="0"/>
                  </a:lnTo>
                  <a:lnTo>
                    <a:pt x="1708912" y="27940"/>
                  </a:lnTo>
                  <a:lnTo>
                    <a:pt x="1483360" y="27940"/>
                  </a:lnTo>
                  <a:lnTo>
                    <a:pt x="1483360" y="0"/>
                  </a:lnTo>
                  <a:lnTo>
                    <a:pt x="1399540" y="41910"/>
                  </a:lnTo>
                  <a:lnTo>
                    <a:pt x="1483360" y="83820"/>
                  </a:lnTo>
                  <a:lnTo>
                    <a:pt x="1483360" y="55880"/>
                  </a:lnTo>
                  <a:lnTo>
                    <a:pt x="1708912" y="55880"/>
                  </a:lnTo>
                  <a:lnTo>
                    <a:pt x="1708912" y="83820"/>
                  </a:lnTo>
                  <a:lnTo>
                    <a:pt x="1764779" y="55880"/>
                  </a:lnTo>
                  <a:lnTo>
                    <a:pt x="1792732" y="419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5539" y="3411220"/>
              <a:ext cx="942339" cy="449579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6259576" y="3537584"/>
            <a:ext cx="5765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71" name="object 7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21000" y="4673600"/>
            <a:ext cx="2001520" cy="416560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3421760" y="4791075"/>
            <a:ext cx="9575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dirty="0">
                <a:latin typeface="Malgun Gothic"/>
                <a:cs typeface="Malgun Gothic"/>
              </a:rPr>
              <a:t>EJB/COM/</a:t>
            </a:r>
            <a:r>
              <a:rPr sz="1200" b="1" spc="-30" dirty="0">
                <a:latin typeface="Malgun Gothic"/>
                <a:cs typeface="Malgun Gothic"/>
              </a:rPr>
              <a:t> </a:t>
            </a:r>
            <a:r>
              <a:rPr sz="1200" b="1" spc="-50" dirty="0">
                <a:latin typeface="Malgun Gothic"/>
                <a:cs typeface="Malgun Gothic"/>
              </a:rPr>
              <a:t>…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32300" y="5186680"/>
            <a:ext cx="1714500" cy="441959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4529709" y="5332412"/>
            <a:ext cx="147447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JDBC/ODBC</a:t>
            </a:r>
            <a:r>
              <a:rPr sz="1000" b="1" spc="-30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Connection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28620" y="5252721"/>
            <a:ext cx="1440180" cy="280205"/>
          </a:xfrm>
          <a:prstGeom prst="rect">
            <a:avLst/>
          </a:prstGeom>
          <a:solidFill>
            <a:srgbClr val="2C82FF"/>
          </a:solidFill>
        </p:spPr>
        <p:txBody>
          <a:bodyPr vert="horz" wrap="square" lIns="0" tIns="79375" rIns="0" bIns="0" rtlCol="0">
            <a:spAutoFit/>
          </a:bodyPr>
          <a:lstStyle/>
          <a:p>
            <a:pPr marL="254000">
              <a:spcBef>
                <a:spcPts val="625"/>
              </a:spcBef>
            </a:pPr>
            <a:r>
              <a:rPr sz="1300" b="1" spc="-10" dirty="0">
                <a:solidFill>
                  <a:srgbClr val="FFFFFF"/>
                </a:solidFill>
                <a:latin typeface="Malgun Gothic"/>
                <a:cs typeface="Malgun Gothic"/>
              </a:rPr>
              <a:t>Middleware</a:t>
            </a:r>
            <a:endParaRPr sz="1300">
              <a:latin typeface="Malgun Gothic"/>
              <a:cs typeface="Malgun Gothic"/>
            </a:endParaRPr>
          </a:p>
        </p:txBody>
      </p:sp>
      <p:pic>
        <p:nvPicPr>
          <p:cNvPr id="76" name="object 7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37760" y="4673600"/>
            <a:ext cx="1209039" cy="449580"/>
          </a:xfrm>
          <a:prstGeom prst="rect">
            <a:avLst/>
          </a:prstGeom>
        </p:spPr>
      </p:pic>
      <p:sp>
        <p:nvSpPr>
          <p:cNvPr id="77" name="object 77"/>
          <p:cNvSpPr txBox="1"/>
          <p:nvPr/>
        </p:nvSpPr>
        <p:spPr>
          <a:xfrm>
            <a:off x="5265420" y="4754879"/>
            <a:ext cx="510540" cy="3149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5400" marR="5080" indent="-12700">
              <a:lnSpc>
                <a:spcPts val="1080"/>
              </a:lnSpc>
              <a:spcBef>
                <a:spcPts val="235"/>
              </a:spcBef>
            </a:pPr>
            <a:r>
              <a:rPr sz="1000" b="1" spc="-10" dirty="0">
                <a:latin typeface="Malgun Gothic"/>
                <a:cs typeface="Malgun Gothic"/>
              </a:rPr>
              <a:t>External Module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49519" y="6126028"/>
            <a:ext cx="111506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spcBef>
                <a:spcPts val="204"/>
              </a:spcBef>
            </a:pPr>
            <a:r>
              <a:rPr sz="1200" b="1" dirty="0">
                <a:latin typeface="Malgun Gothic"/>
                <a:cs typeface="Malgun Gothic"/>
              </a:rPr>
              <a:t>Application</a:t>
            </a:r>
            <a:r>
              <a:rPr sz="1200" b="1" spc="-5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50" dirty="0"/>
              <a:pPr marL="38100">
                <a:spcBef>
                  <a:spcPts val="185"/>
                </a:spcBef>
              </a:pPr>
              <a:t>11</a:t>
            </a:fld>
            <a:endParaRPr spc="-50" dirty="0"/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5284851" y="2354262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067175" y="3641090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44059" y="4252912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4679" y="86111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업무처리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5" dirty="0"/>
              <a:t> </a:t>
            </a:r>
            <a:r>
              <a:rPr dirty="0"/>
              <a:t>를 위한</a:t>
            </a:r>
            <a:r>
              <a:rPr spc="-5" dirty="0"/>
              <a:t> </a:t>
            </a:r>
            <a:r>
              <a:rPr dirty="0"/>
              <a:t>Agados의</a:t>
            </a:r>
            <a:r>
              <a:rPr spc="-15" dirty="0"/>
              <a:t> </a:t>
            </a:r>
            <a:r>
              <a:rPr dirty="0"/>
              <a:t>Smart </a:t>
            </a:r>
            <a:r>
              <a:rPr spc="-10" dirty="0"/>
              <a:t>Architecture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4" y="590296"/>
            <a:ext cx="8686800" cy="81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1700" spc="-8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에게</a:t>
            </a:r>
            <a:r>
              <a:rPr sz="1700" spc="-7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b="1" dirty="0">
                <a:solidFill>
                  <a:srgbClr val="E36C09"/>
                </a:solidFill>
                <a:latin typeface="Malgun Gothic"/>
                <a:cs typeface="Malgun Gothic"/>
              </a:rPr>
              <a:t>Hybrid</a:t>
            </a:r>
            <a:r>
              <a:rPr sz="1700" b="1" spc="-4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Architecture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제공</a:t>
            </a:r>
            <a:endParaRPr sz="1700">
              <a:latin typeface="Malgun Gothic"/>
              <a:cs typeface="Malgun Gothic"/>
            </a:endParaRPr>
          </a:p>
          <a:p>
            <a:pPr marL="755015">
              <a:spcBef>
                <a:spcPts val="1745"/>
              </a:spcBef>
            </a:pP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Agados</a:t>
            </a:r>
            <a:r>
              <a:rPr sz="2000" b="1" spc="-3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Smart</a:t>
            </a:r>
            <a:r>
              <a:rPr sz="2000" b="1" spc="-2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Client를</a:t>
            </a:r>
            <a:r>
              <a:rPr sz="2000" b="1" spc="-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General</a:t>
            </a:r>
            <a:r>
              <a:rPr sz="2000" b="1" spc="-2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JSP</a:t>
            </a:r>
            <a:r>
              <a:rPr sz="2000" b="1" spc="-2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or</a:t>
            </a:r>
            <a:r>
              <a:rPr sz="2000" b="1" spc="-3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ASP로</a:t>
            </a:r>
            <a:r>
              <a:rPr sz="20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대체</a:t>
            </a:r>
            <a:r>
              <a:rPr sz="2000" b="1" spc="-2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F78D35"/>
                </a:solidFill>
                <a:latin typeface="Malgun Gothic"/>
                <a:cs typeface="Malgun Gothic"/>
              </a:rPr>
              <a:t>(아키텍처</a:t>
            </a:r>
            <a:r>
              <a:rPr sz="2000" b="1" spc="-5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F78D35"/>
                </a:solidFill>
                <a:latin typeface="Malgun Gothic"/>
                <a:cs typeface="Malgun Gothic"/>
              </a:rPr>
              <a:t>응용)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26079" y="4495800"/>
            <a:ext cx="6342380" cy="1963420"/>
            <a:chOff x="1783079" y="4495800"/>
            <a:chExt cx="6342380" cy="1963420"/>
          </a:xfrm>
        </p:grpSpPr>
        <p:sp>
          <p:nvSpPr>
            <p:cNvPr id="7" name="object 7"/>
            <p:cNvSpPr/>
            <p:nvPr/>
          </p:nvSpPr>
          <p:spPr>
            <a:xfrm>
              <a:off x="1786889" y="5902960"/>
              <a:ext cx="6334760" cy="552450"/>
            </a:xfrm>
            <a:custGeom>
              <a:avLst/>
              <a:gdLst/>
              <a:ahLst/>
              <a:cxnLst/>
              <a:rect l="l" t="t" r="r" b="b"/>
              <a:pathLst>
                <a:path w="6334759" h="552450">
                  <a:moveTo>
                    <a:pt x="6334760" y="0"/>
                  </a:moveTo>
                  <a:lnTo>
                    <a:pt x="6298264" y="20307"/>
                  </a:lnTo>
                  <a:lnTo>
                    <a:pt x="6253653" y="30114"/>
                  </a:lnTo>
                  <a:lnTo>
                    <a:pt x="6214603" y="36505"/>
                  </a:lnTo>
                  <a:lnTo>
                    <a:pt x="6142564" y="45848"/>
                  </a:lnTo>
                  <a:lnTo>
                    <a:pt x="6085851" y="51903"/>
                  </a:lnTo>
                  <a:lnTo>
                    <a:pt x="6022422" y="57810"/>
                  </a:lnTo>
                  <a:lnTo>
                    <a:pt x="5952474" y="63559"/>
                  </a:lnTo>
                  <a:lnTo>
                    <a:pt x="5876208" y="69143"/>
                  </a:lnTo>
                  <a:lnTo>
                    <a:pt x="5793821" y="74553"/>
                  </a:lnTo>
                  <a:lnTo>
                    <a:pt x="5705514" y="79780"/>
                  </a:lnTo>
                  <a:lnTo>
                    <a:pt x="5562386" y="87262"/>
                  </a:lnTo>
                  <a:lnTo>
                    <a:pt x="5407056" y="94286"/>
                  </a:lnTo>
                  <a:lnTo>
                    <a:pt x="5240195" y="100825"/>
                  </a:lnTo>
                  <a:lnTo>
                    <a:pt x="5062474" y="106850"/>
                  </a:lnTo>
                  <a:lnTo>
                    <a:pt x="4874566" y="112332"/>
                  </a:lnTo>
                  <a:lnTo>
                    <a:pt x="4677142" y="117245"/>
                  </a:lnTo>
                  <a:lnTo>
                    <a:pt x="4470873" y="121559"/>
                  </a:lnTo>
                  <a:lnTo>
                    <a:pt x="4256432" y="125247"/>
                  </a:lnTo>
                  <a:lnTo>
                    <a:pt x="4034489" y="128279"/>
                  </a:lnTo>
                  <a:lnTo>
                    <a:pt x="3728059" y="131254"/>
                  </a:lnTo>
                  <a:lnTo>
                    <a:pt x="3491226" y="132648"/>
                  </a:lnTo>
                  <a:lnTo>
                    <a:pt x="3249131" y="133293"/>
                  </a:lnTo>
                  <a:lnTo>
                    <a:pt x="3004386" y="133163"/>
                  </a:lnTo>
                  <a:lnTo>
                    <a:pt x="2763971" y="132266"/>
                  </a:lnTo>
                  <a:lnTo>
                    <a:pt x="2529041" y="130628"/>
                  </a:lnTo>
                  <a:lnTo>
                    <a:pt x="2300270" y="128279"/>
                  </a:lnTo>
                  <a:lnTo>
                    <a:pt x="2078327" y="125247"/>
                  </a:lnTo>
                  <a:lnTo>
                    <a:pt x="1863886" y="121559"/>
                  </a:lnTo>
                  <a:lnTo>
                    <a:pt x="1657617" y="117245"/>
                  </a:lnTo>
                  <a:lnTo>
                    <a:pt x="1460193" y="112332"/>
                  </a:lnTo>
                  <a:lnTo>
                    <a:pt x="1272285" y="106850"/>
                  </a:lnTo>
                  <a:lnTo>
                    <a:pt x="1094564" y="100825"/>
                  </a:lnTo>
                  <a:lnTo>
                    <a:pt x="927703" y="94286"/>
                  </a:lnTo>
                  <a:lnTo>
                    <a:pt x="772373" y="87262"/>
                  </a:lnTo>
                  <a:lnTo>
                    <a:pt x="629245" y="79780"/>
                  </a:lnTo>
                  <a:lnTo>
                    <a:pt x="540938" y="74553"/>
                  </a:lnTo>
                  <a:lnTo>
                    <a:pt x="458551" y="69143"/>
                  </a:lnTo>
                  <a:lnTo>
                    <a:pt x="382285" y="63559"/>
                  </a:lnTo>
                  <a:lnTo>
                    <a:pt x="312337" y="57810"/>
                  </a:lnTo>
                  <a:lnTo>
                    <a:pt x="248908" y="51903"/>
                  </a:lnTo>
                  <a:lnTo>
                    <a:pt x="192195" y="45848"/>
                  </a:lnTo>
                  <a:lnTo>
                    <a:pt x="142398" y="39653"/>
                  </a:lnTo>
                  <a:lnTo>
                    <a:pt x="99717" y="33325"/>
                  </a:lnTo>
                  <a:lnTo>
                    <a:pt x="49470" y="23604"/>
                  </a:lnTo>
                  <a:lnTo>
                    <a:pt x="9235" y="10259"/>
                  </a:lnTo>
                  <a:lnTo>
                    <a:pt x="0" y="0"/>
                  </a:lnTo>
                  <a:lnTo>
                    <a:pt x="0" y="419099"/>
                  </a:lnTo>
                  <a:lnTo>
                    <a:pt x="36495" y="439407"/>
                  </a:lnTo>
                  <a:lnTo>
                    <a:pt x="81106" y="449215"/>
                  </a:lnTo>
                  <a:lnTo>
                    <a:pt x="120156" y="455606"/>
                  </a:lnTo>
                  <a:lnTo>
                    <a:pt x="192195" y="464950"/>
                  </a:lnTo>
                  <a:lnTo>
                    <a:pt x="248908" y="471005"/>
                  </a:lnTo>
                  <a:lnTo>
                    <a:pt x="312337" y="476912"/>
                  </a:lnTo>
                  <a:lnTo>
                    <a:pt x="382285" y="482662"/>
                  </a:lnTo>
                  <a:lnTo>
                    <a:pt x="458551" y="488246"/>
                  </a:lnTo>
                  <a:lnTo>
                    <a:pt x="540938" y="493657"/>
                  </a:lnTo>
                  <a:lnTo>
                    <a:pt x="629245" y="498885"/>
                  </a:lnTo>
                  <a:lnTo>
                    <a:pt x="772373" y="506367"/>
                  </a:lnTo>
                  <a:lnTo>
                    <a:pt x="927703" y="513392"/>
                  </a:lnTo>
                  <a:lnTo>
                    <a:pt x="1094564" y="519932"/>
                  </a:lnTo>
                  <a:lnTo>
                    <a:pt x="1272285" y="525958"/>
                  </a:lnTo>
                  <a:lnTo>
                    <a:pt x="1460193" y="531441"/>
                  </a:lnTo>
                  <a:lnTo>
                    <a:pt x="1657617" y="536355"/>
                  </a:lnTo>
                  <a:lnTo>
                    <a:pt x="1863886" y="540670"/>
                  </a:lnTo>
                  <a:lnTo>
                    <a:pt x="2078327" y="544358"/>
                  </a:lnTo>
                  <a:lnTo>
                    <a:pt x="2300270" y="547391"/>
                  </a:lnTo>
                  <a:lnTo>
                    <a:pt x="2606700" y="550367"/>
                  </a:lnTo>
                  <a:lnTo>
                    <a:pt x="2843533" y="551761"/>
                  </a:lnTo>
                  <a:lnTo>
                    <a:pt x="3085628" y="552406"/>
                  </a:lnTo>
                  <a:lnTo>
                    <a:pt x="3330373" y="552276"/>
                  </a:lnTo>
                  <a:lnTo>
                    <a:pt x="3570788" y="551378"/>
                  </a:lnTo>
                  <a:lnTo>
                    <a:pt x="3805718" y="549740"/>
                  </a:lnTo>
                  <a:lnTo>
                    <a:pt x="4034489" y="547391"/>
                  </a:lnTo>
                  <a:lnTo>
                    <a:pt x="4256432" y="544358"/>
                  </a:lnTo>
                  <a:lnTo>
                    <a:pt x="4470873" y="540670"/>
                  </a:lnTo>
                  <a:lnTo>
                    <a:pt x="4677142" y="536355"/>
                  </a:lnTo>
                  <a:lnTo>
                    <a:pt x="4874566" y="531441"/>
                  </a:lnTo>
                  <a:lnTo>
                    <a:pt x="5062474" y="525958"/>
                  </a:lnTo>
                  <a:lnTo>
                    <a:pt x="5240195" y="519932"/>
                  </a:lnTo>
                  <a:lnTo>
                    <a:pt x="5407056" y="513392"/>
                  </a:lnTo>
                  <a:lnTo>
                    <a:pt x="5562386" y="506367"/>
                  </a:lnTo>
                  <a:lnTo>
                    <a:pt x="5705514" y="498885"/>
                  </a:lnTo>
                  <a:lnTo>
                    <a:pt x="5793821" y="493657"/>
                  </a:lnTo>
                  <a:lnTo>
                    <a:pt x="5876208" y="488246"/>
                  </a:lnTo>
                  <a:lnTo>
                    <a:pt x="5952474" y="482662"/>
                  </a:lnTo>
                  <a:lnTo>
                    <a:pt x="6022422" y="476912"/>
                  </a:lnTo>
                  <a:lnTo>
                    <a:pt x="6085851" y="471005"/>
                  </a:lnTo>
                  <a:lnTo>
                    <a:pt x="6142564" y="464950"/>
                  </a:lnTo>
                  <a:lnTo>
                    <a:pt x="6192361" y="458754"/>
                  </a:lnTo>
                  <a:lnTo>
                    <a:pt x="6235042" y="452426"/>
                  </a:lnTo>
                  <a:lnTo>
                    <a:pt x="6285289" y="442705"/>
                  </a:lnTo>
                  <a:lnTo>
                    <a:pt x="6325524" y="429360"/>
                  </a:lnTo>
                  <a:lnTo>
                    <a:pt x="6334760" y="419099"/>
                  </a:lnTo>
                  <a:lnTo>
                    <a:pt x="633476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86889" y="5769653"/>
              <a:ext cx="6334760" cy="266700"/>
            </a:xfrm>
            <a:custGeom>
              <a:avLst/>
              <a:gdLst/>
              <a:ahLst/>
              <a:cxnLst/>
              <a:rect l="l" t="t" r="r" b="b"/>
              <a:pathLst>
                <a:path w="6334759" h="266700">
                  <a:moveTo>
                    <a:pt x="3249131" y="0"/>
                  </a:moveTo>
                  <a:lnTo>
                    <a:pt x="3004386" y="129"/>
                  </a:lnTo>
                  <a:lnTo>
                    <a:pt x="2763971" y="1027"/>
                  </a:lnTo>
                  <a:lnTo>
                    <a:pt x="2529041" y="2665"/>
                  </a:lnTo>
                  <a:lnTo>
                    <a:pt x="2300270" y="5015"/>
                  </a:lnTo>
                  <a:lnTo>
                    <a:pt x="2078327" y="8048"/>
                  </a:lnTo>
                  <a:lnTo>
                    <a:pt x="1863886" y="11736"/>
                  </a:lnTo>
                  <a:lnTo>
                    <a:pt x="1657617" y="16051"/>
                  </a:lnTo>
                  <a:lnTo>
                    <a:pt x="1460193" y="20964"/>
                  </a:lnTo>
                  <a:lnTo>
                    <a:pt x="1272285" y="26448"/>
                  </a:lnTo>
                  <a:lnTo>
                    <a:pt x="1094564" y="32474"/>
                  </a:lnTo>
                  <a:lnTo>
                    <a:pt x="927703" y="39013"/>
                  </a:lnTo>
                  <a:lnTo>
                    <a:pt x="772373" y="46038"/>
                  </a:lnTo>
                  <a:lnTo>
                    <a:pt x="629245" y="53520"/>
                  </a:lnTo>
                  <a:lnTo>
                    <a:pt x="540938" y="58749"/>
                  </a:lnTo>
                  <a:lnTo>
                    <a:pt x="458551" y="64159"/>
                  </a:lnTo>
                  <a:lnTo>
                    <a:pt x="382285" y="69743"/>
                  </a:lnTo>
                  <a:lnTo>
                    <a:pt x="312337" y="75493"/>
                  </a:lnTo>
                  <a:lnTo>
                    <a:pt x="248908" y="81400"/>
                  </a:lnTo>
                  <a:lnTo>
                    <a:pt x="192195" y="87456"/>
                  </a:lnTo>
                  <a:lnTo>
                    <a:pt x="142398" y="93652"/>
                  </a:lnTo>
                  <a:lnTo>
                    <a:pt x="99717" y="99980"/>
                  </a:lnTo>
                  <a:lnTo>
                    <a:pt x="49470" y="109701"/>
                  </a:lnTo>
                  <a:lnTo>
                    <a:pt x="9235" y="123046"/>
                  </a:lnTo>
                  <a:lnTo>
                    <a:pt x="0" y="133306"/>
                  </a:lnTo>
                  <a:lnTo>
                    <a:pt x="1034" y="136748"/>
                  </a:lnTo>
                  <a:lnTo>
                    <a:pt x="36495" y="153614"/>
                  </a:lnTo>
                  <a:lnTo>
                    <a:pt x="81106" y="163421"/>
                  </a:lnTo>
                  <a:lnTo>
                    <a:pt x="120156" y="169811"/>
                  </a:lnTo>
                  <a:lnTo>
                    <a:pt x="192195" y="179155"/>
                  </a:lnTo>
                  <a:lnTo>
                    <a:pt x="248908" y="185210"/>
                  </a:lnTo>
                  <a:lnTo>
                    <a:pt x="312337" y="191116"/>
                  </a:lnTo>
                  <a:lnTo>
                    <a:pt x="382285" y="196866"/>
                  </a:lnTo>
                  <a:lnTo>
                    <a:pt x="458551" y="202449"/>
                  </a:lnTo>
                  <a:lnTo>
                    <a:pt x="540938" y="207859"/>
                  </a:lnTo>
                  <a:lnTo>
                    <a:pt x="629245" y="213087"/>
                  </a:lnTo>
                  <a:lnTo>
                    <a:pt x="772373" y="220568"/>
                  </a:lnTo>
                  <a:lnTo>
                    <a:pt x="927703" y="227592"/>
                  </a:lnTo>
                  <a:lnTo>
                    <a:pt x="1094564" y="234131"/>
                  </a:lnTo>
                  <a:lnTo>
                    <a:pt x="1272285" y="240156"/>
                  </a:lnTo>
                  <a:lnTo>
                    <a:pt x="1460193" y="245639"/>
                  </a:lnTo>
                  <a:lnTo>
                    <a:pt x="1657617" y="250552"/>
                  </a:lnTo>
                  <a:lnTo>
                    <a:pt x="1863886" y="254866"/>
                  </a:lnTo>
                  <a:lnTo>
                    <a:pt x="2078327" y="258553"/>
                  </a:lnTo>
                  <a:lnTo>
                    <a:pt x="2300270" y="261586"/>
                  </a:lnTo>
                  <a:lnTo>
                    <a:pt x="2606700" y="264561"/>
                  </a:lnTo>
                  <a:lnTo>
                    <a:pt x="2843533" y="265955"/>
                  </a:lnTo>
                  <a:lnTo>
                    <a:pt x="3085628" y="266600"/>
                  </a:lnTo>
                  <a:lnTo>
                    <a:pt x="3330373" y="266470"/>
                  </a:lnTo>
                  <a:lnTo>
                    <a:pt x="3570788" y="265572"/>
                  </a:lnTo>
                  <a:lnTo>
                    <a:pt x="3805718" y="263935"/>
                  </a:lnTo>
                  <a:lnTo>
                    <a:pt x="4034489" y="261586"/>
                  </a:lnTo>
                  <a:lnTo>
                    <a:pt x="4256432" y="258553"/>
                  </a:lnTo>
                  <a:lnTo>
                    <a:pt x="4470873" y="254866"/>
                  </a:lnTo>
                  <a:lnTo>
                    <a:pt x="4677142" y="250552"/>
                  </a:lnTo>
                  <a:lnTo>
                    <a:pt x="4874566" y="245639"/>
                  </a:lnTo>
                  <a:lnTo>
                    <a:pt x="5062474" y="240156"/>
                  </a:lnTo>
                  <a:lnTo>
                    <a:pt x="5240195" y="234131"/>
                  </a:lnTo>
                  <a:lnTo>
                    <a:pt x="5407056" y="227592"/>
                  </a:lnTo>
                  <a:lnTo>
                    <a:pt x="5562386" y="220568"/>
                  </a:lnTo>
                  <a:lnTo>
                    <a:pt x="5705514" y="213087"/>
                  </a:lnTo>
                  <a:lnTo>
                    <a:pt x="5793821" y="207859"/>
                  </a:lnTo>
                  <a:lnTo>
                    <a:pt x="5876208" y="202449"/>
                  </a:lnTo>
                  <a:lnTo>
                    <a:pt x="5952474" y="196866"/>
                  </a:lnTo>
                  <a:lnTo>
                    <a:pt x="6022422" y="191116"/>
                  </a:lnTo>
                  <a:lnTo>
                    <a:pt x="6085851" y="185210"/>
                  </a:lnTo>
                  <a:lnTo>
                    <a:pt x="6142564" y="179155"/>
                  </a:lnTo>
                  <a:lnTo>
                    <a:pt x="6192361" y="172959"/>
                  </a:lnTo>
                  <a:lnTo>
                    <a:pt x="6235042" y="166631"/>
                  </a:lnTo>
                  <a:lnTo>
                    <a:pt x="6285289" y="156911"/>
                  </a:lnTo>
                  <a:lnTo>
                    <a:pt x="6325524" y="143566"/>
                  </a:lnTo>
                  <a:lnTo>
                    <a:pt x="6334760" y="133306"/>
                  </a:lnTo>
                  <a:lnTo>
                    <a:pt x="6333725" y="129864"/>
                  </a:lnTo>
                  <a:lnTo>
                    <a:pt x="6298264" y="112998"/>
                  </a:lnTo>
                  <a:lnTo>
                    <a:pt x="6253653" y="103191"/>
                  </a:lnTo>
                  <a:lnTo>
                    <a:pt x="6214603" y="96800"/>
                  </a:lnTo>
                  <a:lnTo>
                    <a:pt x="6142564" y="87456"/>
                  </a:lnTo>
                  <a:lnTo>
                    <a:pt x="6085851" y="81400"/>
                  </a:lnTo>
                  <a:lnTo>
                    <a:pt x="6022422" y="75493"/>
                  </a:lnTo>
                  <a:lnTo>
                    <a:pt x="5952474" y="69743"/>
                  </a:lnTo>
                  <a:lnTo>
                    <a:pt x="5876208" y="64159"/>
                  </a:lnTo>
                  <a:lnTo>
                    <a:pt x="5793821" y="58749"/>
                  </a:lnTo>
                  <a:lnTo>
                    <a:pt x="5705514" y="53520"/>
                  </a:lnTo>
                  <a:lnTo>
                    <a:pt x="5562386" y="46038"/>
                  </a:lnTo>
                  <a:lnTo>
                    <a:pt x="5407056" y="39013"/>
                  </a:lnTo>
                  <a:lnTo>
                    <a:pt x="5240195" y="32474"/>
                  </a:lnTo>
                  <a:lnTo>
                    <a:pt x="5062474" y="26448"/>
                  </a:lnTo>
                  <a:lnTo>
                    <a:pt x="4874566" y="20964"/>
                  </a:lnTo>
                  <a:lnTo>
                    <a:pt x="4677142" y="16051"/>
                  </a:lnTo>
                  <a:lnTo>
                    <a:pt x="4470873" y="11736"/>
                  </a:lnTo>
                  <a:lnTo>
                    <a:pt x="4256432" y="8048"/>
                  </a:lnTo>
                  <a:lnTo>
                    <a:pt x="4034489" y="5015"/>
                  </a:lnTo>
                  <a:lnTo>
                    <a:pt x="3728059" y="2039"/>
                  </a:lnTo>
                  <a:lnTo>
                    <a:pt x="3491226" y="644"/>
                  </a:lnTo>
                  <a:lnTo>
                    <a:pt x="3249131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6889" y="5769610"/>
              <a:ext cx="6334760" cy="685800"/>
            </a:xfrm>
            <a:custGeom>
              <a:avLst/>
              <a:gdLst/>
              <a:ahLst/>
              <a:cxnLst/>
              <a:rect l="l" t="t" r="r" b="b"/>
              <a:pathLst>
                <a:path w="6334759" h="685800">
                  <a:moveTo>
                    <a:pt x="6334760" y="133349"/>
                  </a:moveTo>
                  <a:lnTo>
                    <a:pt x="6298264" y="153657"/>
                  </a:lnTo>
                  <a:lnTo>
                    <a:pt x="6253653" y="163464"/>
                  </a:lnTo>
                  <a:lnTo>
                    <a:pt x="6214603" y="169855"/>
                  </a:lnTo>
                  <a:lnTo>
                    <a:pt x="6168339" y="176117"/>
                  </a:lnTo>
                  <a:lnTo>
                    <a:pt x="6115060" y="182244"/>
                  </a:lnTo>
                  <a:lnTo>
                    <a:pt x="6054964" y="188226"/>
                  </a:lnTo>
                  <a:lnTo>
                    <a:pt x="5988250" y="194055"/>
                  </a:lnTo>
                  <a:lnTo>
                    <a:pt x="5915118" y="199722"/>
                  </a:lnTo>
                  <a:lnTo>
                    <a:pt x="5876208" y="202493"/>
                  </a:lnTo>
                  <a:lnTo>
                    <a:pt x="5835767" y="205220"/>
                  </a:lnTo>
                  <a:lnTo>
                    <a:pt x="5793821" y="207903"/>
                  </a:lnTo>
                  <a:lnTo>
                    <a:pt x="5750395" y="210540"/>
                  </a:lnTo>
                  <a:lnTo>
                    <a:pt x="5705514" y="213130"/>
                  </a:lnTo>
                  <a:lnTo>
                    <a:pt x="5659202" y="215673"/>
                  </a:lnTo>
                  <a:lnTo>
                    <a:pt x="5611485" y="218167"/>
                  </a:lnTo>
                  <a:lnTo>
                    <a:pt x="5562386" y="220612"/>
                  </a:lnTo>
                  <a:lnTo>
                    <a:pt x="5511932" y="223005"/>
                  </a:lnTo>
                  <a:lnTo>
                    <a:pt x="5460147" y="225347"/>
                  </a:lnTo>
                  <a:lnTo>
                    <a:pt x="5407056" y="227636"/>
                  </a:lnTo>
                  <a:lnTo>
                    <a:pt x="5352684" y="229871"/>
                  </a:lnTo>
                  <a:lnTo>
                    <a:pt x="5297055" y="232051"/>
                  </a:lnTo>
                  <a:lnTo>
                    <a:pt x="5240195" y="234175"/>
                  </a:lnTo>
                  <a:lnTo>
                    <a:pt x="5182128" y="236241"/>
                  </a:lnTo>
                  <a:lnTo>
                    <a:pt x="5122880" y="238250"/>
                  </a:lnTo>
                  <a:lnTo>
                    <a:pt x="5062474" y="240200"/>
                  </a:lnTo>
                  <a:lnTo>
                    <a:pt x="5000937" y="242089"/>
                  </a:lnTo>
                  <a:lnTo>
                    <a:pt x="4938293" y="243917"/>
                  </a:lnTo>
                  <a:lnTo>
                    <a:pt x="4874566" y="245682"/>
                  </a:lnTo>
                  <a:lnTo>
                    <a:pt x="4809782" y="247385"/>
                  </a:lnTo>
                  <a:lnTo>
                    <a:pt x="4743966" y="249023"/>
                  </a:lnTo>
                  <a:lnTo>
                    <a:pt x="4677142" y="250595"/>
                  </a:lnTo>
                  <a:lnTo>
                    <a:pt x="4609335" y="252101"/>
                  </a:lnTo>
                  <a:lnTo>
                    <a:pt x="4540571" y="253540"/>
                  </a:lnTo>
                  <a:lnTo>
                    <a:pt x="4470873" y="254909"/>
                  </a:lnTo>
                  <a:lnTo>
                    <a:pt x="4400268" y="256209"/>
                  </a:lnTo>
                  <a:lnTo>
                    <a:pt x="4328779" y="257439"/>
                  </a:lnTo>
                  <a:lnTo>
                    <a:pt x="4256432" y="258597"/>
                  </a:lnTo>
                  <a:lnTo>
                    <a:pt x="4183251" y="259682"/>
                  </a:lnTo>
                  <a:lnTo>
                    <a:pt x="4109262" y="260693"/>
                  </a:lnTo>
                  <a:lnTo>
                    <a:pt x="4034489" y="261629"/>
                  </a:lnTo>
                  <a:lnTo>
                    <a:pt x="3958958" y="262489"/>
                  </a:lnTo>
                  <a:lnTo>
                    <a:pt x="3882692" y="263273"/>
                  </a:lnTo>
                  <a:lnTo>
                    <a:pt x="3805718" y="263978"/>
                  </a:lnTo>
                  <a:lnTo>
                    <a:pt x="3728059" y="264604"/>
                  </a:lnTo>
                  <a:lnTo>
                    <a:pt x="3649741" y="265151"/>
                  </a:lnTo>
                  <a:lnTo>
                    <a:pt x="3570788" y="265616"/>
                  </a:lnTo>
                  <a:lnTo>
                    <a:pt x="3491226" y="265998"/>
                  </a:lnTo>
                  <a:lnTo>
                    <a:pt x="3411079" y="266298"/>
                  </a:lnTo>
                  <a:lnTo>
                    <a:pt x="3330373" y="266513"/>
                  </a:lnTo>
                  <a:lnTo>
                    <a:pt x="3249131" y="266643"/>
                  </a:lnTo>
                  <a:lnTo>
                    <a:pt x="3167380" y="266687"/>
                  </a:lnTo>
                  <a:lnTo>
                    <a:pt x="3085628" y="266643"/>
                  </a:lnTo>
                  <a:lnTo>
                    <a:pt x="3004386" y="266513"/>
                  </a:lnTo>
                  <a:lnTo>
                    <a:pt x="2923680" y="266298"/>
                  </a:lnTo>
                  <a:lnTo>
                    <a:pt x="2843533" y="265998"/>
                  </a:lnTo>
                  <a:lnTo>
                    <a:pt x="2763971" y="265616"/>
                  </a:lnTo>
                  <a:lnTo>
                    <a:pt x="2685018" y="265151"/>
                  </a:lnTo>
                  <a:lnTo>
                    <a:pt x="2606700" y="264604"/>
                  </a:lnTo>
                  <a:lnTo>
                    <a:pt x="2529041" y="263978"/>
                  </a:lnTo>
                  <a:lnTo>
                    <a:pt x="2452067" y="263273"/>
                  </a:lnTo>
                  <a:lnTo>
                    <a:pt x="2375801" y="262489"/>
                  </a:lnTo>
                  <a:lnTo>
                    <a:pt x="2300270" y="261629"/>
                  </a:lnTo>
                  <a:lnTo>
                    <a:pt x="2225497" y="260693"/>
                  </a:lnTo>
                  <a:lnTo>
                    <a:pt x="2151508" y="259682"/>
                  </a:lnTo>
                  <a:lnTo>
                    <a:pt x="2078327" y="258597"/>
                  </a:lnTo>
                  <a:lnTo>
                    <a:pt x="2005980" y="257439"/>
                  </a:lnTo>
                  <a:lnTo>
                    <a:pt x="1934491" y="256209"/>
                  </a:lnTo>
                  <a:lnTo>
                    <a:pt x="1863886" y="254909"/>
                  </a:lnTo>
                  <a:lnTo>
                    <a:pt x="1794188" y="253540"/>
                  </a:lnTo>
                  <a:lnTo>
                    <a:pt x="1725424" y="252101"/>
                  </a:lnTo>
                  <a:lnTo>
                    <a:pt x="1657617" y="250595"/>
                  </a:lnTo>
                  <a:lnTo>
                    <a:pt x="1590793" y="249023"/>
                  </a:lnTo>
                  <a:lnTo>
                    <a:pt x="1524977" y="247385"/>
                  </a:lnTo>
                  <a:lnTo>
                    <a:pt x="1460193" y="245682"/>
                  </a:lnTo>
                  <a:lnTo>
                    <a:pt x="1396466" y="243917"/>
                  </a:lnTo>
                  <a:lnTo>
                    <a:pt x="1333822" y="242089"/>
                  </a:lnTo>
                  <a:lnTo>
                    <a:pt x="1272285" y="240200"/>
                  </a:lnTo>
                  <a:lnTo>
                    <a:pt x="1211879" y="238250"/>
                  </a:lnTo>
                  <a:lnTo>
                    <a:pt x="1152631" y="236241"/>
                  </a:lnTo>
                  <a:lnTo>
                    <a:pt x="1094564" y="234175"/>
                  </a:lnTo>
                  <a:lnTo>
                    <a:pt x="1037704" y="232051"/>
                  </a:lnTo>
                  <a:lnTo>
                    <a:pt x="982075" y="229871"/>
                  </a:lnTo>
                  <a:lnTo>
                    <a:pt x="927703" y="227636"/>
                  </a:lnTo>
                  <a:lnTo>
                    <a:pt x="874612" y="225347"/>
                  </a:lnTo>
                  <a:lnTo>
                    <a:pt x="822827" y="223005"/>
                  </a:lnTo>
                  <a:lnTo>
                    <a:pt x="772373" y="220612"/>
                  </a:lnTo>
                  <a:lnTo>
                    <a:pt x="723274" y="218167"/>
                  </a:lnTo>
                  <a:lnTo>
                    <a:pt x="675557" y="215673"/>
                  </a:lnTo>
                  <a:lnTo>
                    <a:pt x="629245" y="213130"/>
                  </a:lnTo>
                  <a:lnTo>
                    <a:pt x="584364" y="210540"/>
                  </a:lnTo>
                  <a:lnTo>
                    <a:pt x="540938" y="207903"/>
                  </a:lnTo>
                  <a:lnTo>
                    <a:pt x="498992" y="205220"/>
                  </a:lnTo>
                  <a:lnTo>
                    <a:pt x="458551" y="202493"/>
                  </a:lnTo>
                  <a:lnTo>
                    <a:pt x="419641" y="199722"/>
                  </a:lnTo>
                  <a:lnTo>
                    <a:pt x="346509" y="194055"/>
                  </a:lnTo>
                  <a:lnTo>
                    <a:pt x="279795" y="188226"/>
                  </a:lnTo>
                  <a:lnTo>
                    <a:pt x="219699" y="182244"/>
                  </a:lnTo>
                  <a:lnTo>
                    <a:pt x="166420" y="176117"/>
                  </a:lnTo>
                  <a:lnTo>
                    <a:pt x="120156" y="169855"/>
                  </a:lnTo>
                  <a:lnTo>
                    <a:pt x="81106" y="163464"/>
                  </a:lnTo>
                  <a:lnTo>
                    <a:pt x="36495" y="153657"/>
                  </a:lnTo>
                  <a:lnTo>
                    <a:pt x="1034" y="136791"/>
                  </a:lnTo>
                  <a:lnTo>
                    <a:pt x="0" y="133349"/>
                  </a:lnTo>
                  <a:lnTo>
                    <a:pt x="1034" y="129908"/>
                  </a:lnTo>
                  <a:lnTo>
                    <a:pt x="36495" y="113042"/>
                  </a:lnTo>
                  <a:lnTo>
                    <a:pt x="81106" y="103234"/>
                  </a:lnTo>
                  <a:lnTo>
                    <a:pt x="120156" y="96843"/>
                  </a:lnTo>
                  <a:lnTo>
                    <a:pt x="166420" y="90580"/>
                  </a:lnTo>
                  <a:lnTo>
                    <a:pt x="219699" y="84453"/>
                  </a:lnTo>
                  <a:lnTo>
                    <a:pt x="279795" y="78471"/>
                  </a:lnTo>
                  <a:lnTo>
                    <a:pt x="346509" y="72642"/>
                  </a:lnTo>
                  <a:lnTo>
                    <a:pt x="419641" y="66974"/>
                  </a:lnTo>
                  <a:lnTo>
                    <a:pt x="458551" y="64203"/>
                  </a:lnTo>
                  <a:lnTo>
                    <a:pt x="498992" y="61475"/>
                  </a:lnTo>
                  <a:lnTo>
                    <a:pt x="540938" y="58792"/>
                  </a:lnTo>
                  <a:lnTo>
                    <a:pt x="584364" y="56155"/>
                  </a:lnTo>
                  <a:lnTo>
                    <a:pt x="629245" y="53564"/>
                  </a:lnTo>
                  <a:lnTo>
                    <a:pt x="675557" y="51021"/>
                  </a:lnTo>
                  <a:lnTo>
                    <a:pt x="723274" y="48526"/>
                  </a:lnTo>
                  <a:lnTo>
                    <a:pt x="772373" y="46082"/>
                  </a:lnTo>
                  <a:lnTo>
                    <a:pt x="822827" y="43688"/>
                  </a:lnTo>
                  <a:lnTo>
                    <a:pt x="874612" y="41346"/>
                  </a:lnTo>
                  <a:lnTo>
                    <a:pt x="927703" y="39057"/>
                  </a:lnTo>
                  <a:lnTo>
                    <a:pt x="982075" y="36822"/>
                  </a:lnTo>
                  <a:lnTo>
                    <a:pt x="1037704" y="34641"/>
                  </a:lnTo>
                  <a:lnTo>
                    <a:pt x="1094564" y="32517"/>
                  </a:lnTo>
                  <a:lnTo>
                    <a:pt x="1152631" y="30450"/>
                  </a:lnTo>
                  <a:lnTo>
                    <a:pt x="1211879" y="28441"/>
                  </a:lnTo>
                  <a:lnTo>
                    <a:pt x="1272285" y="26491"/>
                  </a:lnTo>
                  <a:lnTo>
                    <a:pt x="1333822" y="24602"/>
                  </a:lnTo>
                  <a:lnTo>
                    <a:pt x="1396466" y="22774"/>
                  </a:lnTo>
                  <a:lnTo>
                    <a:pt x="1460193" y="21008"/>
                  </a:lnTo>
                  <a:lnTo>
                    <a:pt x="1524977" y="19305"/>
                  </a:lnTo>
                  <a:lnTo>
                    <a:pt x="1590793" y="17667"/>
                  </a:lnTo>
                  <a:lnTo>
                    <a:pt x="1657617" y="16094"/>
                  </a:lnTo>
                  <a:lnTo>
                    <a:pt x="1725424" y="14588"/>
                  </a:lnTo>
                  <a:lnTo>
                    <a:pt x="1794188" y="13149"/>
                  </a:lnTo>
                  <a:lnTo>
                    <a:pt x="1863886" y="11779"/>
                  </a:lnTo>
                  <a:lnTo>
                    <a:pt x="1934491" y="10479"/>
                  </a:lnTo>
                  <a:lnTo>
                    <a:pt x="2005980" y="9249"/>
                  </a:lnTo>
                  <a:lnTo>
                    <a:pt x="2078327" y="8091"/>
                  </a:lnTo>
                  <a:lnTo>
                    <a:pt x="2151508" y="7006"/>
                  </a:lnTo>
                  <a:lnTo>
                    <a:pt x="2225497" y="5995"/>
                  </a:lnTo>
                  <a:lnTo>
                    <a:pt x="2300270" y="5058"/>
                  </a:lnTo>
                  <a:lnTo>
                    <a:pt x="2375801" y="4198"/>
                  </a:lnTo>
                  <a:lnTo>
                    <a:pt x="2452067" y="3414"/>
                  </a:lnTo>
                  <a:lnTo>
                    <a:pt x="2529041" y="2709"/>
                  </a:lnTo>
                  <a:lnTo>
                    <a:pt x="2606700" y="2082"/>
                  </a:lnTo>
                  <a:lnTo>
                    <a:pt x="2685018" y="1536"/>
                  </a:lnTo>
                  <a:lnTo>
                    <a:pt x="2763971" y="1071"/>
                  </a:lnTo>
                  <a:lnTo>
                    <a:pt x="2843533" y="688"/>
                  </a:lnTo>
                  <a:lnTo>
                    <a:pt x="2923680" y="388"/>
                  </a:lnTo>
                  <a:lnTo>
                    <a:pt x="3004386" y="173"/>
                  </a:lnTo>
                  <a:lnTo>
                    <a:pt x="3085628" y="43"/>
                  </a:lnTo>
                  <a:lnTo>
                    <a:pt x="3167380" y="0"/>
                  </a:lnTo>
                  <a:lnTo>
                    <a:pt x="3249131" y="43"/>
                  </a:lnTo>
                  <a:lnTo>
                    <a:pt x="3330373" y="173"/>
                  </a:lnTo>
                  <a:lnTo>
                    <a:pt x="3411079" y="388"/>
                  </a:lnTo>
                  <a:lnTo>
                    <a:pt x="3491226" y="688"/>
                  </a:lnTo>
                  <a:lnTo>
                    <a:pt x="3570788" y="1071"/>
                  </a:lnTo>
                  <a:lnTo>
                    <a:pt x="3649741" y="1536"/>
                  </a:lnTo>
                  <a:lnTo>
                    <a:pt x="3728059" y="2082"/>
                  </a:lnTo>
                  <a:lnTo>
                    <a:pt x="3805718" y="2709"/>
                  </a:lnTo>
                  <a:lnTo>
                    <a:pt x="3882692" y="3414"/>
                  </a:lnTo>
                  <a:lnTo>
                    <a:pt x="3958958" y="4198"/>
                  </a:lnTo>
                  <a:lnTo>
                    <a:pt x="4034489" y="5058"/>
                  </a:lnTo>
                  <a:lnTo>
                    <a:pt x="4109262" y="5995"/>
                  </a:lnTo>
                  <a:lnTo>
                    <a:pt x="4183251" y="7006"/>
                  </a:lnTo>
                  <a:lnTo>
                    <a:pt x="4256432" y="8091"/>
                  </a:lnTo>
                  <a:lnTo>
                    <a:pt x="4328779" y="9249"/>
                  </a:lnTo>
                  <a:lnTo>
                    <a:pt x="4400268" y="10479"/>
                  </a:lnTo>
                  <a:lnTo>
                    <a:pt x="4470873" y="11779"/>
                  </a:lnTo>
                  <a:lnTo>
                    <a:pt x="4540571" y="13149"/>
                  </a:lnTo>
                  <a:lnTo>
                    <a:pt x="4609335" y="14588"/>
                  </a:lnTo>
                  <a:lnTo>
                    <a:pt x="4677142" y="16094"/>
                  </a:lnTo>
                  <a:lnTo>
                    <a:pt x="4743966" y="17667"/>
                  </a:lnTo>
                  <a:lnTo>
                    <a:pt x="4809782" y="19305"/>
                  </a:lnTo>
                  <a:lnTo>
                    <a:pt x="4874566" y="21008"/>
                  </a:lnTo>
                  <a:lnTo>
                    <a:pt x="4938293" y="22774"/>
                  </a:lnTo>
                  <a:lnTo>
                    <a:pt x="5000937" y="24602"/>
                  </a:lnTo>
                  <a:lnTo>
                    <a:pt x="5062474" y="26491"/>
                  </a:lnTo>
                  <a:lnTo>
                    <a:pt x="5122880" y="28441"/>
                  </a:lnTo>
                  <a:lnTo>
                    <a:pt x="5182128" y="30450"/>
                  </a:lnTo>
                  <a:lnTo>
                    <a:pt x="5240195" y="32517"/>
                  </a:lnTo>
                  <a:lnTo>
                    <a:pt x="5297055" y="34641"/>
                  </a:lnTo>
                  <a:lnTo>
                    <a:pt x="5352684" y="36822"/>
                  </a:lnTo>
                  <a:lnTo>
                    <a:pt x="5407056" y="39057"/>
                  </a:lnTo>
                  <a:lnTo>
                    <a:pt x="5460147" y="41346"/>
                  </a:lnTo>
                  <a:lnTo>
                    <a:pt x="5511932" y="43688"/>
                  </a:lnTo>
                  <a:lnTo>
                    <a:pt x="5562386" y="46082"/>
                  </a:lnTo>
                  <a:lnTo>
                    <a:pt x="5611485" y="48526"/>
                  </a:lnTo>
                  <a:lnTo>
                    <a:pt x="5659202" y="51021"/>
                  </a:lnTo>
                  <a:lnTo>
                    <a:pt x="5705514" y="53564"/>
                  </a:lnTo>
                  <a:lnTo>
                    <a:pt x="5750395" y="56155"/>
                  </a:lnTo>
                  <a:lnTo>
                    <a:pt x="5793821" y="58792"/>
                  </a:lnTo>
                  <a:lnTo>
                    <a:pt x="5835767" y="61475"/>
                  </a:lnTo>
                  <a:lnTo>
                    <a:pt x="5876208" y="64203"/>
                  </a:lnTo>
                  <a:lnTo>
                    <a:pt x="5915118" y="66974"/>
                  </a:lnTo>
                  <a:lnTo>
                    <a:pt x="5988250" y="72642"/>
                  </a:lnTo>
                  <a:lnTo>
                    <a:pt x="6054964" y="78471"/>
                  </a:lnTo>
                  <a:lnTo>
                    <a:pt x="6115060" y="84453"/>
                  </a:lnTo>
                  <a:lnTo>
                    <a:pt x="6168339" y="90580"/>
                  </a:lnTo>
                  <a:lnTo>
                    <a:pt x="6214603" y="96843"/>
                  </a:lnTo>
                  <a:lnTo>
                    <a:pt x="6253653" y="103234"/>
                  </a:lnTo>
                  <a:lnTo>
                    <a:pt x="6298264" y="113042"/>
                  </a:lnTo>
                  <a:lnTo>
                    <a:pt x="6333725" y="129908"/>
                  </a:lnTo>
                  <a:lnTo>
                    <a:pt x="6334760" y="133349"/>
                  </a:lnTo>
                  <a:close/>
                </a:path>
                <a:path w="6334759" h="685800">
                  <a:moveTo>
                    <a:pt x="6334760" y="133349"/>
                  </a:moveTo>
                  <a:lnTo>
                    <a:pt x="6334760" y="552449"/>
                  </a:lnTo>
                  <a:lnTo>
                    <a:pt x="6333725" y="555891"/>
                  </a:lnTo>
                  <a:lnTo>
                    <a:pt x="6298264" y="572757"/>
                  </a:lnTo>
                  <a:lnTo>
                    <a:pt x="6253653" y="582565"/>
                  </a:lnTo>
                  <a:lnTo>
                    <a:pt x="6214603" y="588956"/>
                  </a:lnTo>
                  <a:lnTo>
                    <a:pt x="6168339" y="595219"/>
                  </a:lnTo>
                  <a:lnTo>
                    <a:pt x="6115060" y="601346"/>
                  </a:lnTo>
                  <a:lnTo>
                    <a:pt x="6054964" y="607328"/>
                  </a:lnTo>
                  <a:lnTo>
                    <a:pt x="5988250" y="613157"/>
                  </a:lnTo>
                  <a:lnTo>
                    <a:pt x="5915118" y="618825"/>
                  </a:lnTo>
                  <a:lnTo>
                    <a:pt x="5876208" y="621596"/>
                  </a:lnTo>
                  <a:lnTo>
                    <a:pt x="5835767" y="624324"/>
                  </a:lnTo>
                  <a:lnTo>
                    <a:pt x="5793821" y="627007"/>
                  </a:lnTo>
                  <a:lnTo>
                    <a:pt x="5750395" y="629644"/>
                  </a:lnTo>
                  <a:lnTo>
                    <a:pt x="5705514" y="632235"/>
                  </a:lnTo>
                  <a:lnTo>
                    <a:pt x="5659202" y="634778"/>
                  </a:lnTo>
                  <a:lnTo>
                    <a:pt x="5611485" y="637273"/>
                  </a:lnTo>
                  <a:lnTo>
                    <a:pt x="5562386" y="639717"/>
                  </a:lnTo>
                  <a:lnTo>
                    <a:pt x="5511932" y="642111"/>
                  </a:lnTo>
                  <a:lnTo>
                    <a:pt x="5460147" y="644453"/>
                  </a:lnTo>
                  <a:lnTo>
                    <a:pt x="5407056" y="646742"/>
                  </a:lnTo>
                  <a:lnTo>
                    <a:pt x="5352684" y="648977"/>
                  </a:lnTo>
                  <a:lnTo>
                    <a:pt x="5297055" y="651158"/>
                  </a:lnTo>
                  <a:lnTo>
                    <a:pt x="5240195" y="653282"/>
                  </a:lnTo>
                  <a:lnTo>
                    <a:pt x="5182128" y="655349"/>
                  </a:lnTo>
                  <a:lnTo>
                    <a:pt x="5122880" y="657358"/>
                  </a:lnTo>
                  <a:lnTo>
                    <a:pt x="5062474" y="659308"/>
                  </a:lnTo>
                  <a:lnTo>
                    <a:pt x="5000937" y="661197"/>
                  </a:lnTo>
                  <a:lnTo>
                    <a:pt x="4938293" y="663025"/>
                  </a:lnTo>
                  <a:lnTo>
                    <a:pt x="4874566" y="664791"/>
                  </a:lnTo>
                  <a:lnTo>
                    <a:pt x="4809782" y="666494"/>
                  </a:lnTo>
                  <a:lnTo>
                    <a:pt x="4743966" y="668132"/>
                  </a:lnTo>
                  <a:lnTo>
                    <a:pt x="4677142" y="669705"/>
                  </a:lnTo>
                  <a:lnTo>
                    <a:pt x="4609335" y="671211"/>
                  </a:lnTo>
                  <a:lnTo>
                    <a:pt x="4540571" y="672650"/>
                  </a:lnTo>
                  <a:lnTo>
                    <a:pt x="4470873" y="674020"/>
                  </a:lnTo>
                  <a:lnTo>
                    <a:pt x="4400268" y="675320"/>
                  </a:lnTo>
                  <a:lnTo>
                    <a:pt x="4328779" y="676550"/>
                  </a:lnTo>
                  <a:lnTo>
                    <a:pt x="4256432" y="677708"/>
                  </a:lnTo>
                  <a:lnTo>
                    <a:pt x="4183251" y="678793"/>
                  </a:lnTo>
                  <a:lnTo>
                    <a:pt x="4109262" y="679804"/>
                  </a:lnTo>
                  <a:lnTo>
                    <a:pt x="4034489" y="680741"/>
                  </a:lnTo>
                  <a:lnTo>
                    <a:pt x="3958958" y="681601"/>
                  </a:lnTo>
                  <a:lnTo>
                    <a:pt x="3882692" y="682385"/>
                  </a:lnTo>
                  <a:lnTo>
                    <a:pt x="3805718" y="683090"/>
                  </a:lnTo>
                  <a:lnTo>
                    <a:pt x="3728059" y="683717"/>
                  </a:lnTo>
                  <a:lnTo>
                    <a:pt x="3649741" y="684263"/>
                  </a:lnTo>
                  <a:lnTo>
                    <a:pt x="3570788" y="684728"/>
                  </a:lnTo>
                  <a:lnTo>
                    <a:pt x="3491226" y="685111"/>
                  </a:lnTo>
                  <a:lnTo>
                    <a:pt x="3411079" y="685411"/>
                  </a:lnTo>
                  <a:lnTo>
                    <a:pt x="3330373" y="685626"/>
                  </a:lnTo>
                  <a:lnTo>
                    <a:pt x="3249131" y="685756"/>
                  </a:lnTo>
                  <a:lnTo>
                    <a:pt x="3167380" y="685799"/>
                  </a:lnTo>
                  <a:lnTo>
                    <a:pt x="3085628" y="685756"/>
                  </a:lnTo>
                  <a:lnTo>
                    <a:pt x="3004386" y="685626"/>
                  </a:lnTo>
                  <a:lnTo>
                    <a:pt x="2923680" y="685411"/>
                  </a:lnTo>
                  <a:lnTo>
                    <a:pt x="2843533" y="685111"/>
                  </a:lnTo>
                  <a:lnTo>
                    <a:pt x="2763971" y="684728"/>
                  </a:lnTo>
                  <a:lnTo>
                    <a:pt x="2685018" y="684263"/>
                  </a:lnTo>
                  <a:lnTo>
                    <a:pt x="2606700" y="683717"/>
                  </a:lnTo>
                  <a:lnTo>
                    <a:pt x="2529041" y="683090"/>
                  </a:lnTo>
                  <a:lnTo>
                    <a:pt x="2452067" y="682385"/>
                  </a:lnTo>
                  <a:lnTo>
                    <a:pt x="2375801" y="681601"/>
                  </a:lnTo>
                  <a:lnTo>
                    <a:pt x="2300270" y="680741"/>
                  </a:lnTo>
                  <a:lnTo>
                    <a:pt x="2225497" y="679804"/>
                  </a:lnTo>
                  <a:lnTo>
                    <a:pt x="2151508" y="678793"/>
                  </a:lnTo>
                  <a:lnTo>
                    <a:pt x="2078327" y="677708"/>
                  </a:lnTo>
                  <a:lnTo>
                    <a:pt x="2005980" y="676550"/>
                  </a:lnTo>
                  <a:lnTo>
                    <a:pt x="1934491" y="675320"/>
                  </a:lnTo>
                  <a:lnTo>
                    <a:pt x="1863886" y="674020"/>
                  </a:lnTo>
                  <a:lnTo>
                    <a:pt x="1794188" y="672650"/>
                  </a:lnTo>
                  <a:lnTo>
                    <a:pt x="1725424" y="671211"/>
                  </a:lnTo>
                  <a:lnTo>
                    <a:pt x="1657617" y="669705"/>
                  </a:lnTo>
                  <a:lnTo>
                    <a:pt x="1590793" y="668132"/>
                  </a:lnTo>
                  <a:lnTo>
                    <a:pt x="1524977" y="666494"/>
                  </a:lnTo>
                  <a:lnTo>
                    <a:pt x="1460193" y="664791"/>
                  </a:lnTo>
                  <a:lnTo>
                    <a:pt x="1396466" y="663025"/>
                  </a:lnTo>
                  <a:lnTo>
                    <a:pt x="1333822" y="661197"/>
                  </a:lnTo>
                  <a:lnTo>
                    <a:pt x="1272285" y="659308"/>
                  </a:lnTo>
                  <a:lnTo>
                    <a:pt x="1211879" y="657358"/>
                  </a:lnTo>
                  <a:lnTo>
                    <a:pt x="1152631" y="655349"/>
                  </a:lnTo>
                  <a:lnTo>
                    <a:pt x="1094564" y="653282"/>
                  </a:lnTo>
                  <a:lnTo>
                    <a:pt x="1037704" y="651158"/>
                  </a:lnTo>
                  <a:lnTo>
                    <a:pt x="982075" y="648977"/>
                  </a:lnTo>
                  <a:lnTo>
                    <a:pt x="927703" y="646742"/>
                  </a:lnTo>
                  <a:lnTo>
                    <a:pt x="874612" y="644453"/>
                  </a:lnTo>
                  <a:lnTo>
                    <a:pt x="822827" y="642111"/>
                  </a:lnTo>
                  <a:lnTo>
                    <a:pt x="772373" y="639717"/>
                  </a:lnTo>
                  <a:lnTo>
                    <a:pt x="723274" y="637273"/>
                  </a:lnTo>
                  <a:lnTo>
                    <a:pt x="675557" y="634778"/>
                  </a:lnTo>
                  <a:lnTo>
                    <a:pt x="629245" y="632235"/>
                  </a:lnTo>
                  <a:lnTo>
                    <a:pt x="584364" y="629644"/>
                  </a:lnTo>
                  <a:lnTo>
                    <a:pt x="540938" y="627007"/>
                  </a:lnTo>
                  <a:lnTo>
                    <a:pt x="498992" y="624324"/>
                  </a:lnTo>
                  <a:lnTo>
                    <a:pt x="458551" y="621596"/>
                  </a:lnTo>
                  <a:lnTo>
                    <a:pt x="419641" y="618825"/>
                  </a:lnTo>
                  <a:lnTo>
                    <a:pt x="346509" y="613157"/>
                  </a:lnTo>
                  <a:lnTo>
                    <a:pt x="279795" y="607328"/>
                  </a:lnTo>
                  <a:lnTo>
                    <a:pt x="219699" y="601346"/>
                  </a:lnTo>
                  <a:lnTo>
                    <a:pt x="166420" y="595219"/>
                  </a:lnTo>
                  <a:lnTo>
                    <a:pt x="120156" y="588956"/>
                  </a:lnTo>
                  <a:lnTo>
                    <a:pt x="81106" y="582565"/>
                  </a:lnTo>
                  <a:lnTo>
                    <a:pt x="36495" y="572757"/>
                  </a:lnTo>
                  <a:lnTo>
                    <a:pt x="1034" y="555891"/>
                  </a:lnTo>
                  <a:lnTo>
                    <a:pt x="0" y="552449"/>
                  </a:lnTo>
                  <a:lnTo>
                    <a:pt x="0" y="133349"/>
                  </a:lnTo>
                </a:path>
              </a:pathLst>
            </a:custGeom>
            <a:ln w="7620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66359" y="4508500"/>
              <a:ext cx="2667000" cy="1016000"/>
            </a:xfrm>
            <a:custGeom>
              <a:avLst/>
              <a:gdLst/>
              <a:ahLst/>
              <a:cxnLst/>
              <a:rect l="l" t="t" r="r" b="b"/>
              <a:pathLst>
                <a:path w="2667000" h="1016000">
                  <a:moveTo>
                    <a:pt x="0" y="1016000"/>
                  </a:moveTo>
                  <a:lnTo>
                    <a:pt x="2666999" y="1016000"/>
                  </a:lnTo>
                  <a:lnTo>
                    <a:pt x="2666999" y="0"/>
                  </a:lnTo>
                  <a:lnTo>
                    <a:pt x="0" y="0"/>
                  </a:lnTo>
                  <a:lnTo>
                    <a:pt x="0" y="10160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20285" y="3427215"/>
            <a:ext cx="530225" cy="203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sz="1200" b="1" dirty="0">
                <a:latin typeface="Malgun Gothic"/>
                <a:cs typeface="Malgun Gothic"/>
              </a:rPr>
              <a:t>I/F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OBJ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98340" y="2984500"/>
            <a:ext cx="4490720" cy="1249680"/>
            <a:chOff x="3355340" y="2984500"/>
            <a:chExt cx="4490720" cy="1249680"/>
          </a:xfrm>
        </p:grpSpPr>
        <p:sp>
          <p:nvSpPr>
            <p:cNvPr id="13" name="object 13"/>
            <p:cNvSpPr/>
            <p:nvPr/>
          </p:nvSpPr>
          <p:spPr>
            <a:xfrm>
              <a:off x="3368040" y="2997200"/>
              <a:ext cx="4465320" cy="1224280"/>
            </a:xfrm>
            <a:custGeom>
              <a:avLst/>
              <a:gdLst/>
              <a:ahLst/>
              <a:cxnLst/>
              <a:rect l="l" t="t" r="r" b="b"/>
              <a:pathLst>
                <a:path w="4465320" h="1224279">
                  <a:moveTo>
                    <a:pt x="4465320" y="0"/>
                  </a:moveTo>
                  <a:lnTo>
                    <a:pt x="0" y="0"/>
                  </a:lnTo>
                  <a:lnTo>
                    <a:pt x="0" y="1224280"/>
                  </a:lnTo>
                  <a:lnTo>
                    <a:pt x="4465320" y="1224280"/>
                  </a:lnTo>
                  <a:lnTo>
                    <a:pt x="4465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8040" y="2997200"/>
              <a:ext cx="4465320" cy="1224280"/>
            </a:xfrm>
            <a:custGeom>
              <a:avLst/>
              <a:gdLst/>
              <a:ahLst/>
              <a:cxnLst/>
              <a:rect l="l" t="t" r="r" b="b"/>
              <a:pathLst>
                <a:path w="4465320" h="1224279">
                  <a:moveTo>
                    <a:pt x="0" y="1224280"/>
                  </a:moveTo>
                  <a:lnTo>
                    <a:pt x="4465320" y="1224280"/>
                  </a:lnTo>
                  <a:lnTo>
                    <a:pt x="4465320" y="0"/>
                  </a:lnTo>
                  <a:lnTo>
                    <a:pt x="0" y="0"/>
                  </a:lnTo>
                  <a:lnTo>
                    <a:pt x="0" y="122428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591303" y="3028569"/>
            <a:ext cx="21463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Biz.</a:t>
            </a:r>
            <a:r>
              <a:rPr sz="1600" b="1" spc="-2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Logics</a:t>
            </a:r>
            <a:r>
              <a:rPr sz="1600" b="1" spc="-2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0141" y="1802372"/>
            <a:ext cx="2239776" cy="79453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051176" y="1993265"/>
            <a:ext cx="1951355" cy="4318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807720" marR="5080" indent="-795655">
              <a:lnSpc>
                <a:spcPts val="1520"/>
              </a:lnSpc>
              <a:spcBef>
                <a:spcPts val="280"/>
              </a:spcBef>
            </a:pPr>
            <a:r>
              <a:rPr sz="1400" b="1" dirty="0">
                <a:latin typeface="Malgun Gothic"/>
                <a:cs typeface="Malgun Gothic"/>
              </a:rPr>
              <a:t>General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JSP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/Servlet</a:t>
            </a:r>
            <a:r>
              <a:rPr sz="1400" b="1" spc="465" dirty="0">
                <a:latin typeface="Malgun Gothic"/>
                <a:cs typeface="Malgun Gothic"/>
              </a:rPr>
              <a:t> </a:t>
            </a:r>
            <a:r>
              <a:rPr sz="1400" b="1" spc="-50" dirty="0">
                <a:latin typeface="Malgun Gothic"/>
                <a:cs typeface="Malgun Gothic"/>
              </a:rPr>
              <a:t>/ </a:t>
            </a:r>
            <a:r>
              <a:rPr sz="1400" b="1" spc="-25" dirty="0">
                <a:latin typeface="Malgun Gothic"/>
                <a:cs typeface="Malgun Gothic"/>
              </a:rPr>
              <a:t>ASP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47459" y="3657601"/>
            <a:ext cx="944880" cy="45211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21830" y="378285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30128" y="2716778"/>
            <a:ext cx="903762" cy="175464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053715" y="3319779"/>
            <a:ext cx="61150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10"/>
              </a:lnSpc>
              <a:spcBef>
                <a:spcPts val="100"/>
              </a:spcBef>
            </a:pPr>
            <a:r>
              <a:rPr sz="1400" b="1" spc="-10" dirty="0">
                <a:latin typeface="Malgun Gothic"/>
                <a:cs typeface="Malgun Gothic"/>
              </a:rPr>
              <a:t>Servlet</a:t>
            </a:r>
            <a:endParaRPr sz="1400">
              <a:latin typeface="Malgun Gothic"/>
              <a:cs typeface="Malgun Gothic"/>
            </a:endParaRPr>
          </a:p>
          <a:p>
            <a:pPr algn="ctr">
              <a:lnSpc>
                <a:spcPts val="1300"/>
              </a:lnSpc>
            </a:pPr>
            <a:r>
              <a:rPr sz="1200" b="1" dirty="0">
                <a:latin typeface="Malgun Gothic"/>
                <a:cs typeface="Malgun Gothic"/>
              </a:rPr>
              <a:t>(</a:t>
            </a:r>
            <a:r>
              <a:rPr sz="1200" b="1" spc="-31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java,</a:t>
            </a:r>
            <a:endParaRPr sz="1200">
              <a:latin typeface="Malgun Gothic"/>
              <a:cs typeface="Malgun Gothic"/>
            </a:endParaRPr>
          </a:p>
          <a:p>
            <a:pPr marL="3810" algn="ctr">
              <a:lnSpc>
                <a:spcPts val="1370"/>
              </a:lnSpc>
            </a:pPr>
            <a:r>
              <a:rPr sz="1200" b="1" spc="-20" dirty="0">
                <a:latin typeface="Malgun Gothic"/>
                <a:cs typeface="Malgun Gothic"/>
              </a:rPr>
              <a:t>.NET)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680460" y="4004309"/>
            <a:ext cx="5129530" cy="1800860"/>
            <a:chOff x="2537460" y="4004309"/>
            <a:chExt cx="5129530" cy="1800860"/>
          </a:xfrm>
        </p:grpSpPr>
        <p:sp>
          <p:nvSpPr>
            <p:cNvPr id="23" name="object 23"/>
            <p:cNvSpPr/>
            <p:nvPr/>
          </p:nvSpPr>
          <p:spPr>
            <a:xfrm>
              <a:off x="2537460" y="4004309"/>
              <a:ext cx="83820" cy="1800860"/>
            </a:xfrm>
            <a:custGeom>
              <a:avLst/>
              <a:gdLst/>
              <a:ahLst/>
              <a:cxnLst/>
              <a:rect l="l" t="t" r="r" b="b"/>
              <a:pathLst>
                <a:path w="83819" h="1800860">
                  <a:moveTo>
                    <a:pt x="27939" y="1717039"/>
                  </a:moveTo>
                  <a:lnTo>
                    <a:pt x="0" y="1717039"/>
                  </a:lnTo>
                  <a:lnTo>
                    <a:pt x="41909" y="1800859"/>
                  </a:lnTo>
                  <a:lnTo>
                    <a:pt x="76834" y="1731009"/>
                  </a:lnTo>
                  <a:lnTo>
                    <a:pt x="27939" y="1731009"/>
                  </a:lnTo>
                  <a:lnTo>
                    <a:pt x="27939" y="1717039"/>
                  </a:lnTo>
                  <a:close/>
                </a:path>
                <a:path w="83819" h="1800860">
                  <a:moveTo>
                    <a:pt x="55879" y="69850"/>
                  </a:moveTo>
                  <a:lnTo>
                    <a:pt x="27939" y="69850"/>
                  </a:lnTo>
                  <a:lnTo>
                    <a:pt x="27939" y="1731009"/>
                  </a:lnTo>
                  <a:lnTo>
                    <a:pt x="55879" y="1731009"/>
                  </a:lnTo>
                  <a:lnTo>
                    <a:pt x="55879" y="69850"/>
                  </a:lnTo>
                  <a:close/>
                </a:path>
                <a:path w="83819" h="1800860">
                  <a:moveTo>
                    <a:pt x="83819" y="1717039"/>
                  </a:moveTo>
                  <a:lnTo>
                    <a:pt x="55879" y="1717039"/>
                  </a:lnTo>
                  <a:lnTo>
                    <a:pt x="55879" y="1731009"/>
                  </a:lnTo>
                  <a:lnTo>
                    <a:pt x="76834" y="1731009"/>
                  </a:lnTo>
                  <a:lnTo>
                    <a:pt x="83819" y="1717039"/>
                  </a:lnTo>
                  <a:close/>
                </a:path>
                <a:path w="83819" h="1800860">
                  <a:moveTo>
                    <a:pt x="41909" y="0"/>
                  </a:moveTo>
                  <a:lnTo>
                    <a:pt x="0" y="83819"/>
                  </a:lnTo>
                  <a:lnTo>
                    <a:pt x="27939" y="83819"/>
                  </a:lnTo>
                  <a:lnTo>
                    <a:pt x="27939" y="69850"/>
                  </a:lnTo>
                  <a:lnTo>
                    <a:pt x="76834" y="69850"/>
                  </a:lnTo>
                  <a:lnTo>
                    <a:pt x="41909" y="0"/>
                  </a:lnTo>
                  <a:close/>
                </a:path>
                <a:path w="83819" h="1800860">
                  <a:moveTo>
                    <a:pt x="76834" y="69850"/>
                  </a:moveTo>
                  <a:lnTo>
                    <a:pt x="55879" y="69850"/>
                  </a:lnTo>
                  <a:lnTo>
                    <a:pt x="55879" y="83819"/>
                  </a:lnTo>
                  <a:lnTo>
                    <a:pt x="83819" y="83819"/>
                  </a:lnTo>
                  <a:lnTo>
                    <a:pt x="76834" y="6985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8708" y="5007804"/>
              <a:ext cx="858043" cy="36791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082533" y="5090991"/>
            <a:ext cx="552450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51141" y="4955540"/>
            <a:ext cx="873759" cy="38862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7989952" y="5048319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2081" y="4902200"/>
            <a:ext cx="873759" cy="38608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890892" y="4995071"/>
            <a:ext cx="551815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61100" y="3578859"/>
            <a:ext cx="2273300" cy="1668780"/>
            <a:chOff x="5118100" y="3578859"/>
            <a:chExt cx="2273300" cy="1668780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15100" y="4859019"/>
              <a:ext cx="876300" cy="3886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18100" y="3578859"/>
              <a:ext cx="942339" cy="44957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6434202" y="3702500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77280" y="3489960"/>
            <a:ext cx="942339" cy="44957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350380" y="3614327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6" name="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94859" y="3380740"/>
            <a:ext cx="1231900" cy="70358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4756151" y="3634485"/>
            <a:ext cx="8655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I/F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0609" y="5007805"/>
            <a:ext cx="858043" cy="36791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900927" y="5090991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7500" y="4955540"/>
            <a:ext cx="876300" cy="38862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807835" y="5048319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2" name="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70979" y="4902200"/>
            <a:ext cx="873760" cy="38608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709155" y="4995071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77000" y="4859020"/>
            <a:ext cx="876300" cy="388620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6390005" y="4540885"/>
            <a:ext cx="229171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Data</a:t>
            </a:r>
            <a:r>
              <a:rPr sz="1600" b="1" spc="-1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Access</a:t>
            </a:r>
            <a:r>
              <a:rPr sz="1600" b="1" spc="-35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  <a:p>
            <a:pPr marL="226060">
              <a:spcBef>
                <a:spcPts val="1345"/>
              </a:spcBef>
              <a:tabLst>
                <a:tab pos="1407795" algn="l"/>
              </a:tabLst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r>
              <a:rPr sz="1400" b="1" dirty="0">
                <a:latin typeface="Malgun Gothic"/>
                <a:cs typeface="Malgun Gothic"/>
              </a:rPr>
              <a:t>	</a:t>
            </a: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6" name="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05419" y="3657601"/>
            <a:ext cx="942340" cy="452119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7978775" y="378285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16520" y="3578860"/>
            <a:ext cx="944879" cy="449579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7891145" y="3702500"/>
            <a:ext cx="551815" cy="23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2701" y="3489960"/>
            <a:ext cx="944879" cy="44957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7807325" y="3614327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52" name="object 5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46341" y="3411221"/>
            <a:ext cx="942339" cy="449579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7706994" y="3537584"/>
            <a:ext cx="5765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05780" y="1803400"/>
            <a:ext cx="3383279" cy="962660"/>
            <a:chOff x="4462779" y="1803400"/>
            <a:chExt cx="3383279" cy="962660"/>
          </a:xfrm>
        </p:grpSpPr>
        <p:sp>
          <p:nvSpPr>
            <p:cNvPr id="55" name="object 55"/>
            <p:cNvSpPr/>
            <p:nvPr/>
          </p:nvSpPr>
          <p:spPr>
            <a:xfrm>
              <a:off x="4475479" y="1816100"/>
              <a:ext cx="3357879" cy="937260"/>
            </a:xfrm>
            <a:custGeom>
              <a:avLst/>
              <a:gdLst/>
              <a:ahLst/>
              <a:cxnLst/>
              <a:rect l="l" t="t" r="r" b="b"/>
              <a:pathLst>
                <a:path w="3357879" h="937260">
                  <a:moveTo>
                    <a:pt x="0" y="937260"/>
                  </a:moveTo>
                  <a:lnTo>
                    <a:pt x="3357879" y="937260"/>
                  </a:lnTo>
                  <a:lnTo>
                    <a:pt x="3357879" y="0"/>
                  </a:lnTo>
                  <a:lnTo>
                    <a:pt x="0" y="0"/>
                  </a:lnTo>
                  <a:lnTo>
                    <a:pt x="0" y="93726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8164" y="2274762"/>
              <a:ext cx="924130" cy="431415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6494146" y="2388396"/>
            <a:ext cx="551815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233159" y="2184400"/>
            <a:ext cx="2183130" cy="521970"/>
            <a:chOff x="5090159" y="2184400"/>
            <a:chExt cx="2183130" cy="521970"/>
          </a:xfrm>
        </p:grpSpPr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0159" y="2184400"/>
              <a:ext cx="942339" cy="45212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8944" y="2274762"/>
              <a:ext cx="924130" cy="431415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7655179" y="2388396"/>
            <a:ext cx="551180" cy="2368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spcBef>
                <a:spcPts val="120"/>
              </a:spcBef>
            </a:pPr>
            <a:r>
              <a:rPr sz="1400" b="1" spc="-2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93941" y="2184400"/>
            <a:ext cx="942339" cy="45212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5710555" y="1847597"/>
            <a:ext cx="2917825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sz="1600" b="1" dirty="0">
                <a:latin typeface="Malgun Gothic"/>
                <a:cs typeface="Malgun Gothic"/>
              </a:rPr>
              <a:t>Presentation</a:t>
            </a:r>
            <a:r>
              <a:rPr sz="1600" b="1" spc="-8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Layer</a:t>
            </a:r>
            <a:r>
              <a:rPr sz="1600" b="1" spc="-20" dirty="0">
                <a:latin typeface="Malgun Gothic"/>
                <a:cs typeface="Malgun Gothic"/>
              </a:rPr>
              <a:t> </a:t>
            </a:r>
            <a:r>
              <a:rPr sz="1600" b="1" dirty="0">
                <a:latin typeface="Malgun Gothic"/>
                <a:cs typeface="Malgun Gothic"/>
              </a:rPr>
              <a:t>by</a:t>
            </a:r>
            <a:r>
              <a:rPr sz="1600" b="1" spc="-4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Agados</a:t>
            </a:r>
            <a:endParaRPr sz="1600">
              <a:latin typeface="Malgun Gothic"/>
              <a:cs typeface="Malgun Gothic"/>
            </a:endParaRPr>
          </a:p>
          <a:p>
            <a:pPr marL="695960">
              <a:spcBef>
                <a:spcPts val="1730"/>
              </a:spcBef>
              <a:tabLst>
                <a:tab pos="1856739" algn="l"/>
              </a:tabLst>
            </a:pPr>
            <a:r>
              <a:rPr sz="1400" b="1" spc="-10" dirty="0">
                <a:latin typeface="Malgun Gothic"/>
                <a:cs typeface="Malgun Gothic"/>
              </a:rPr>
              <a:t>Object</a:t>
            </a:r>
            <a:r>
              <a:rPr sz="1400" b="1" dirty="0">
                <a:latin typeface="Malgun Gothic"/>
                <a:cs typeface="Malgun Gothic"/>
              </a:rPr>
              <a:t>	</a:t>
            </a:r>
            <a:r>
              <a:rPr sz="1400" b="1" spc="-10" dirty="0"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3793489" y="2227579"/>
            <a:ext cx="4466590" cy="3577590"/>
            <a:chOff x="2650489" y="2227579"/>
            <a:chExt cx="4466590" cy="3577590"/>
          </a:xfrm>
        </p:grpSpPr>
        <p:sp>
          <p:nvSpPr>
            <p:cNvPr id="65" name="object 65"/>
            <p:cNvSpPr/>
            <p:nvPr/>
          </p:nvSpPr>
          <p:spPr>
            <a:xfrm>
              <a:off x="3543300" y="4077969"/>
              <a:ext cx="876300" cy="1727200"/>
            </a:xfrm>
            <a:custGeom>
              <a:avLst/>
              <a:gdLst/>
              <a:ahLst/>
              <a:cxnLst/>
              <a:rect l="l" t="t" r="r" b="b"/>
              <a:pathLst>
                <a:path w="876300" h="1727200">
                  <a:moveTo>
                    <a:pt x="83820" y="83820"/>
                  </a:moveTo>
                  <a:lnTo>
                    <a:pt x="76835" y="69850"/>
                  </a:lnTo>
                  <a:lnTo>
                    <a:pt x="41910" y="0"/>
                  </a:lnTo>
                  <a:lnTo>
                    <a:pt x="0" y="83820"/>
                  </a:lnTo>
                  <a:lnTo>
                    <a:pt x="27940" y="83820"/>
                  </a:lnTo>
                  <a:lnTo>
                    <a:pt x="27940" y="1643380"/>
                  </a:lnTo>
                  <a:lnTo>
                    <a:pt x="0" y="1643380"/>
                  </a:lnTo>
                  <a:lnTo>
                    <a:pt x="41910" y="1727200"/>
                  </a:lnTo>
                  <a:lnTo>
                    <a:pt x="76835" y="1657350"/>
                  </a:lnTo>
                  <a:lnTo>
                    <a:pt x="83820" y="1643380"/>
                  </a:lnTo>
                  <a:lnTo>
                    <a:pt x="55880" y="1643380"/>
                  </a:lnTo>
                  <a:lnTo>
                    <a:pt x="55880" y="83820"/>
                  </a:lnTo>
                  <a:lnTo>
                    <a:pt x="83820" y="83820"/>
                  </a:lnTo>
                  <a:close/>
                </a:path>
                <a:path w="876300" h="1727200">
                  <a:moveTo>
                    <a:pt x="876300" y="96520"/>
                  </a:moveTo>
                  <a:lnTo>
                    <a:pt x="869315" y="82550"/>
                  </a:lnTo>
                  <a:lnTo>
                    <a:pt x="834390" y="12700"/>
                  </a:lnTo>
                  <a:lnTo>
                    <a:pt x="792480" y="96520"/>
                  </a:lnTo>
                  <a:lnTo>
                    <a:pt x="820420" y="96520"/>
                  </a:lnTo>
                  <a:lnTo>
                    <a:pt x="820420" y="1643380"/>
                  </a:lnTo>
                  <a:lnTo>
                    <a:pt x="792480" y="1643380"/>
                  </a:lnTo>
                  <a:lnTo>
                    <a:pt x="834390" y="1727200"/>
                  </a:lnTo>
                  <a:lnTo>
                    <a:pt x="869315" y="1657350"/>
                  </a:lnTo>
                  <a:lnTo>
                    <a:pt x="876300" y="1643380"/>
                  </a:lnTo>
                  <a:lnTo>
                    <a:pt x="848360" y="1643380"/>
                  </a:lnTo>
                  <a:lnTo>
                    <a:pt x="848360" y="96520"/>
                  </a:lnTo>
                  <a:lnTo>
                    <a:pt x="876300" y="965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704840" y="5373369"/>
              <a:ext cx="1412240" cy="431800"/>
            </a:xfrm>
            <a:custGeom>
              <a:avLst/>
              <a:gdLst/>
              <a:ahLst/>
              <a:cxnLst/>
              <a:rect l="l" t="t" r="r" b="b"/>
              <a:pathLst>
                <a:path w="1412240" h="431800">
                  <a:moveTo>
                    <a:pt x="83820" y="83820"/>
                  </a:moveTo>
                  <a:lnTo>
                    <a:pt x="76835" y="69850"/>
                  </a:lnTo>
                  <a:lnTo>
                    <a:pt x="41910" y="0"/>
                  </a:lnTo>
                  <a:lnTo>
                    <a:pt x="0" y="83820"/>
                  </a:lnTo>
                  <a:lnTo>
                    <a:pt x="27940" y="83820"/>
                  </a:lnTo>
                  <a:lnTo>
                    <a:pt x="27940" y="347980"/>
                  </a:lnTo>
                  <a:lnTo>
                    <a:pt x="0" y="347980"/>
                  </a:lnTo>
                  <a:lnTo>
                    <a:pt x="41910" y="431800"/>
                  </a:lnTo>
                  <a:lnTo>
                    <a:pt x="76835" y="361950"/>
                  </a:lnTo>
                  <a:lnTo>
                    <a:pt x="83820" y="347980"/>
                  </a:lnTo>
                  <a:lnTo>
                    <a:pt x="55880" y="347980"/>
                  </a:lnTo>
                  <a:lnTo>
                    <a:pt x="55880" y="83820"/>
                  </a:lnTo>
                  <a:lnTo>
                    <a:pt x="83820" y="83820"/>
                  </a:lnTo>
                  <a:close/>
                </a:path>
                <a:path w="1412240" h="431800">
                  <a:moveTo>
                    <a:pt x="1412240" y="83820"/>
                  </a:moveTo>
                  <a:lnTo>
                    <a:pt x="1405255" y="69850"/>
                  </a:lnTo>
                  <a:lnTo>
                    <a:pt x="1370330" y="0"/>
                  </a:lnTo>
                  <a:lnTo>
                    <a:pt x="1328420" y="83820"/>
                  </a:lnTo>
                  <a:lnTo>
                    <a:pt x="1356360" y="83820"/>
                  </a:lnTo>
                  <a:lnTo>
                    <a:pt x="1356360" y="347980"/>
                  </a:lnTo>
                  <a:lnTo>
                    <a:pt x="1328420" y="347980"/>
                  </a:lnTo>
                  <a:lnTo>
                    <a:pt x="1370330" y="431800"/>
                  </a:lnTo>
                  <a:lnTo>
                    <a:pt x="1405255" y="361950"/>
                  </a:lnTo>
                  <a:lnTo>
                    <a:pt x="1412240" y="347980"/>
                  </a:lnTo>
                  <a:lnTo>
                    <a:pt x="1384300" y="347980"/>
                  </a:lnTo>
                  <a:lnTo>
                    <a:pt x="1384300" y="83820"/>
                  </a:lnTo>
                  <a:lnTo>
                    <a:pt x="1412240" y="8382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650490" y="2227579"/>
              <a:ext cx="1793239" cy="1424940"/>
            </a:xfrm>
            <a:custGeom>
              <a:avLst/>
              <a:gdLst/>
              <a:ahLst/>
              <a:cxnLst/>
              <a:rect l="l" t="t" r="r" b="b"/>
              <a:pathLst>
                <a:path w="1793239" h="1424939">
                  <a:moveTo>
                    <a:pt x="393192" y="1383030"/>
                  </a:moveTo>
                  <a:lnTo>
                    <a:pt x="365239" y="1369060"/>
                  </a:lnTo>
                  <a:lnTo>
                    <a:pt x="309372" y="1341120"/>
                  </a:lnTo>
                  <a:lnTo>
                    <a:pt x="309372" y="1369060"/>
                  </a:lnTo>
                  <a:lnTo>
                    <a:pt x="83820" y="1369060"/>
                  </a:lnTo>
                  <a:lnTo>
                    <a:pt x="83820" y="1341120"/>
                  </a:lnTo>
                  <a:lnTo>
                    <a:pt x="0" y="1383030"/>
                  </a:lnTo>
                  <a:lnTo>
                    <a:pt x="83820" y="1424940"/>
                  </a:lnTo>
                  <a:lnTo>
                    <a:pt x="83820" y="1397000"/>
                  </a:lnTo>
                  <a:lnTo>
                    <a:pt x="309372" y="1397000"/>
                  </a:lnTo>
                  <a:lnTo>
                    <a:pt x="309372" y="1424940"/>
                  </a:lnTo>
                  <a:lnTo>
                    <a:pt x="365252" y="1397000"/>
                  </a:lnTo>
                  <a:lnTo>
                    <a:pt x="393192" y="1383030"/>
                  </a:lnTo>
                  <a:close/>
                </a:path>
                <a:path w="1793239" h="1424939">
                  <a:moveTo>
                    <a:pt x="1792732" y="41910"/>
                  </a:moveTo>
                  <a:lnTo>
                    <a:pt x="1764792" y="27940"/>
                  </a:lnTo>
                  <a:lnTo>
                    <a:pt x="1708912" y="0"/>
                  </a:lnTo>
                  <a:lnTo>
                    <a:pt x="1708912" y="27940"/>
                  </a:lnTo>
                  <a:lnTo>
                    <a:pt x="1483360" y="27940"/>
                  </a:lnTo>
                  <a:lnTo>
                    <a:pt x="1483360" y="0"/>
                  </a:lnTo>
                  <a:lnTo>
                    <a:pt x="1399540" y="41910"/>
                  </a:lnTo>
                  <a:lnTo>
                    <a:pt x="1483360" y="83820"/>
                  </a:lnTo>
                  <a:lnTo>
                    <a:pt x="1483360" y="55880"/>
                  </a:lnTo>
                  <a:lnTo>
                    <a:pt x="1708912" y="55880"/>
                  </a:lnTo>
                  <a:lnTo>
                    <a:pt x="1708912" y="83820"/>
                  </a:lnTo>
                  <a:lnTo>
                    <a:pt x="1764779" y="55880"/>
                  </a:lnTo>
                  <a:lnTo>
                    <a:pt x="1792732" y="4191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5539" y="3411219"/>
              <a:ext cx="942339" cy="449579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6259576" y="3537584"/>
            <a:ext cx="57658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Object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70" name="object 7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921000" y="4673600"/>
            <a:ext cx="2001520" cy="416560"/>
          </a:xfrm>
          <a:prstGeom prst="rect">
            <a:avLst/>
          </a:prstGeom>
        </p:spPr>
      </p:pic>
      <p:sp>
        <p:nvSpPr>
          <p:cNvPr id="71" name="object 71"/>
          <p:cNvSpPr txBox="1"/>
          <p:nvPr/>
        </p:nvSpPr>
        <p:spPr>
          <a:xfrm>
            <a:off x="3421760" y="4791075"/>
            <a:ext cx="9575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dirty="0">
                <a:latin typeface="Malgun Gothic"/>
                <a:cs typeface="Malgun Gothic"/>
              </a:rPr>
              <a:t>EJB/COM/</a:t>
            </a:r>
            <a:r>
              <a:rPr sz="1200" b="1" spc="-30" dirty="0">
                <a:latin typeface="Malgun Gothic"/>
                <a:cs typeface="Malgun Gothic"/>
              </a:rPr>
              <a:t> </a:t>
            </a:r>
            <a:r>
              <a:rPr sz="1200" b="1" spc="-50" dirty="0">
                <a:latin typeface="Malgun Gothic"/>
                <a:cs typeface="Malgun Gothic"/>
              </a:rPr>
              <a:t>…</a:t>
            </a:r>
            <a:endParaRPr sz="1200">
              <a:latin typeface="Malgun Gothic"/>
              <a:cs typeface="Malgun Gothic"/>
            </a:endParaRPr>
          </a:p>
        </p:txBody>
      </p:sp>
      <p:pic>
        <p:nvPicPr>
          <p:cNvPr id="72" name="object 7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432300" y="5186680"/>
            <a:ext cx="1714500" cy="44195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4529709" y="5332412"/>
            <a:ext cx="147447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b="1" dirty="0">
                <a:latin typeface="Malgun Gothic"/>
                <a:cs typeface="Malgun Gothic"/>
              </a:rPr>
              <a:t>JDBC/ODBC</a:t>
            </a:r>
            <a:r>
              <a:rPr sz="1000" b="1" spc="-30" dirty="0">
                <a:latin typeface="Malgun Gothic"/>
                <a:cs typeface="Malgun Gothic"/>
              </a:rPr>
              <a:t> </a:t>
            </a:r>
            <a:r>
              <a:rPr sz="1000" b="1" spc="-10" dirty="0">
                <a:latin typeface="Malgun Gothic"/>
                <a:cs typeface="Malgun Gothic"/>
              </a:rPr>
              <a:t>Connection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28620" y="5252721"/>
            <a:ext cx="1440180" cy="280205"/>
          </a:xfrm>
          <a:prstGeom prst="rect">
            <a:avLst/>
          </a:prstGeom>
          <a:solidFill>
            <a:srgbClr val="2C82FF"/>
          </a:solidFill>
        </p:spPr>
        <p:txBody>
          <a:bodyPr vert="horz" wrap="square" lIns="0" tIns="79375" rIns="0" bIns="0" rtlCol="0">
            <a:spAutoFit/>
          </a:bodyPr>
          <a:lstStyle/>
          <a:p>
            <a:pPr marL="254000">
              <a:spcBef>
                <a:spcPts val="625"/>
              </a:spcBef>
            </a:pPr>
            <a:r>
              <a:rPr sz="1300" b="1" spc="-10" dirty="0">
                <a:solidFill>
                  <a:srgbClr val="FFFFFF"/>
                </a:solidFill>
                <a:latin typeface="Malgun Gothic"/>
                <a:cs typeface="Malgun Gothic"/>
              </a:rPr>
              <a:t>Middleware</a:t>
            </a:r>
            <a:endParaRPr sz="1300">
              <a:latin typeface="Malgun Gothic"/>
              <a:cs typeface="Malgun Gothic"/>
            </a:endParaRPr>
          </a:p>
        </p:txBody>
      </p:sp>
      <p:pic>
        <p:nvPicPr>
          <p:cNvPr id="75" name="object 7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37760" y="4673600"/>
            <a:ext cx="1209039" cy="449580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5265420" y="4754879"/>
            <a:ext cx="510540" cy="31496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5400" marR="5080" indent="-12700">
              <a:lnSpc>
                <a:spcPts val="1080"/>
              </a:lnSpc>
              <a:spcBef>
                <a:spcPts val="235"/>
              </a:spcBef>
            </a:pPr>
            <a:r>
              <a:rPr sz="1000" b="1" spc="-10" dirty="0">
                <a:latin typeface="Malgun Gothic"/>
                <a:cs typeface="Malgun Gothic"/>
              </a:rPr>
              <a:t>External Module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733039" y="1643379"/>
            <a:ext cx="6616700" cy="3985260"/>
          </a:xfrm>
          <a:custGeom>
            <a:avLst/>
            <a:gdLst/>
            <a:ahLst/>
            <a:cxnLst/>
            <a:rect l="l" t="t" r="r" b="b"/>
            <a:pathLst>
              <a:path w="6616700" h="3985260">
                <a:moveTo>
                  <a:pt x="2688082" y="0"/>
                </a:moveTo>
                <a:lnTo>
                  <a:pt x="0" y="0"/>
                </a:lnTo>
                <a:lnTo>
                  <a:pt x="0" y="1045337"/>
                </a:lnTo>
                <a:lnTo>
                  <a:pt x="1414780" y="1045337"/>
                </a:lnTo>
                <a:lnTo>
                  <a:pt x="1414780" y="2863723"/>
                </a:lnTo>
                <a:lnTo>
                  <a:pt x="3438906" y="2863723"/>
                </a:lnTo>
                <a:lnTo>
                  <a:pt x="3438906" y="3985260"/>
                </a:lnTo>
                <a:lnTo>
                  <a:pt x="6616700" y="3985260"/>
                </a:lnTo>
                <a:lnTo>
                  <a:pt x="6616700" y="1197737"/>
                </a:lnTo>
                <a:lnTo>
                  <a:pt x="2622677" y="1197737"/>
                </a:lnTo>
                <a:lnTo>
                  <a:pt x="2688082" y="0"/>
                </a:lnTo>
                <a:close/>
              </a:path>
            </a:pathLst>
          </a:custGeom>
          <a:ln w="25400">
            <a:solidFill>
              <a:srgbClr val="F6822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284851" y="2354262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49519" y="6126028"/>
            <a:ext cx="1115060" cy="2109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spcBef>
                <a:spcPts val="204"/>
              </a:spcBef>
            </a:pPr>
            <a:r>
              <a:rPr sz="1200" b="1" dirty="0">
                <a:latin typeface="Malgun Gothic"/>
                <a:cs typeface="Malgun Gothic"/>
              </a:rPr>
              <a:t>Application</a:t>
            </a:r>
            <a:r>
              <a:rPr sz="1200" b="1" spc="-5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DB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50" dirty="0"/>
              <a:pPr marL="38100">
                <a:spcBef>
                  <a:spcPts val="185"/>
                </a:spcBef>
              </a:pPr>
              <a:t>12</a:t>
            </a:fld>
            <a:endParaRPr spc="-50" dirty="0"/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4067175" y="3641090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044059" y="4252912"/>
            <a:ext cx="219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5" dirty="0">
                <a:solidFill>
                  <a:srgbClr val="404040"/>
                </a:solidFill>
                <a:latin typeface="Malgun Gothic"/>
                <a:cs typeface="Malgun Gothic"/>
              </a:rPr>
              <a:t>I/F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602740" y="1024890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업무처리</a:t>
            </a:r>
            <a:r>
              <a:rPr spc="-10" dirty="0"/>
              <a:t> </a:t>
            </a:r>
            <a:r>
              <a:rPr dirty="0"/>
              <a:t>Application</a:t>
            </a:r>
            <a:r>
              <a:rPr spc="-5" dirty="0"/>
              <a:t> </a:t>
            </a:r>
            <a:r>
              <a:rPr dirty="0"/>
              <a:t>를 위한</a:t>
            </a:r>
            <a:r>
              <a:rPr spc="-5" dirty="0"/>
              <a:t> </a:t>
            </a:r>
            <a:r>
              <a:rPr dirty="0"/>
              <a:t>Agados의</a:t>
            </a:r>
            <a:r>
              <a:rPr spc="-15" dirty="0"/>
              <a:t> </a:t>
            </a:r>
            <a:r>
              <a:rPr dirty="0"/>
              <a:t>Smart </a:t>
            </a:r>
            <a:r>
              <a:rPr spc="-10" dirty="0"/>
              <a:t>Architecture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5" y="608965"/>
            <a:ext cx="913193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타</a:t>
            </a:r>
            <a:r>
              <a:rPr sz="15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System</a:t>
            </a:r>
            <a:r>
              <a:rPr sz="15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과의</a:t>
            </a:r>
            <a:r>
              <a:rPr sz="15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인터페이스</a:t>
            </a:r>
            <a:r>
              <a:rPr sz="1500" spc="-5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,</a:t>
            </a:r>
            <a:r>
              <a:rPr sz="15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외부</a:t>
            </a:r>
            <a:r>
              <a:rPr sz="15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System</a:t>
            </a:r>
            <a:r>
              <a:rPr sz="15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에서</a:t>
            </a:r>
            <a:r>
              <a:rPr sz="15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15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r>
              <a:rPr sz="15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1500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기능</a:t>
            </a:r>
            <a:r>
              <a:rPr sz="15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사용</a:t>
            </a:r>
            <a:r>
              <a:rPr sz="15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(</a:t>
            </a:r>
            <a:r>
              <a:rPr sz="15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Call</a:t>
            </a:r>
            <a:r>
              <a:rPr sz="15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15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404040"/>
                </a:solidFill>
                <a:latin typeface="Malgun Gothic"/>
                <a:cs typeface="Malgun Gothic"/>
              </a:rPr>
              <a:t>Engine</a:t>
            </a:r>
            <a:r>
              <a:rPr sz="15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500" spc="-50" dirty="0">
                <a:solidFill>
                  <a:srgbClr val="404040"/>
                </a:solidFill>
                <a:latin typeface="Malgun Gothic"/>
                <a:cs typeface="Malgun Gothic"/>
              </a:rPr>
              <a:t>)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94459" y="1831339"/>
            <a:ext cx="3695700" cy="3556000"/>
            <a:chOff x="251459" y="1831339"/>
            <a:chExt cx="3695700" cy="3556000"/>
          </a:xfrm>
        </p:grpSpPr>
        <p:sp>
          <p:nvSpPr>
            <p:cNvPr id="7" name="object 7"/>
            <p:cNvSpPr/>
            <p:nvPr/>
          </p:nvSpPr>
          <p:spPr>
            <a:xfrm>
              <a:off x="264159" y="1844039"/>
              <a:ext cx="3670300" cy="3530600"/>
            </a:xfrm>
            <a:custGeom>
              <a:avLst/>
              <a:gdLst/>
              <a:ahLst/>
              <a:cxnLst/>
              <a:rect l="l" t="t" r="r" b="b"/>
              <a:pathLst>
                <a:path w="3670300" h="3530600">
                  <a:moveTo>
                    <a:pt x="3467735" y="0"/>
                  </a:moveTo>
                  <a:lnTo>
                    <a:pt x="202590" y="0"/>
                  </a:lnTo>
                  <a:lnTo>
                    <a:pt x="156138" y="5349"/>
                  </a:lnTo>
                  <a:lnTo>
                    <a:pt x="113496" y="20586"/>
                  </a:lnTo>
                  <a:lnTo>
                    <a:pt x="75880" y="44497"/>
                  </a:lnTo>
                  <a:lnTo>
                    <a:pt x="44507" y="75865"/>
                  </a:lnTo>
                  <a:lnTo>
                    <a:pt x="20591" y="113476"/>
                  </a:lnTo>
                  <a:lnTo>
                    <a:pt x="5350" y="156114"/>
                  </a:lnTo>
                  <a:lnTo>
                    <a:pt x="0" y="202564"/>
                  </a:lnTo>
                  <a:lnTo>
                    <a:pt x="0" y="3328035"/>
                  </a:lnTo>
                  <a:lnTo>
                    <a:pt x="5350" y="3374485"/>
                  </a:lnTo>
                  <a:lnTo>
                    <a:pt x="20591" y="3417123"/>
                  </a:lnTo>
                  <a:lnTo>
                    <a:pt x="44507" y="3454734"/>
                  </a:lnTo>
                  <a:lnTo>
                    <a:pt x="75880" y="3486102"/>
                  </a:lnTo>
                  <a:lnTo>
                    <a:pt x="113496" y="3510013"/>
                  </a:lnTo>
                  <a:lnTo>
                    <a:pt x="156138" y="3525250"/>
                  </a:lnTo>
                  <a:lnTo>
                    <a:pt x="202590" y="3530600"/>
                  </a:lnTo>
                  <a:lnTo>
                    <a:pt x="3467735" y="3530600"/>
                  </a:lnTo>
                  <a:lnTo>
                    <a:pt x="3514185" y="3525250"/>
                  </a:lnTo>
                  <a:lnTo>
                    <a:pt x="3556823" y="3510013"/>
                  </a:lnTo>
                  <a:lnTo>
                    <a:pt x="3594434" y="3486102"/>
                  </a:lnTo>
                  <a:lnTo>
                    <a:pt x="3625802" y="3454734"/>
                  </a:lnTo>
                  <a:lnTo>
                    <a:pt x="3649713" y="3417123"/>
                  </a:lnTo>
                  <a:lnTo>
                    <a:pt x="3664950" y="3374485"/>
                  </a:lnTo>
                  <a:lnTo>
                    <a:pt x="3670300" y="3328035"/>
                  </a:lnTo>
                  <a:lnTo>
                    <a:pt x="3670300" y="202564"/>
                  </a:lnTo>
                  <a:lnTo>
                    <a:pt x="3664950" y="156114"/>
                  </a:lnTo>
                  <a:lnTo>
                    <a:pt x="3649713" y="113476"/>
                  </a:lnTo>
                  <a:lnTo>
                    <a:pt x="3625802" y="75865"/>
                  </a:lnTo>
                  <a:lnTo>
                    <a:pt x="3594434" y="44497"/>
                  </a:lnTo>
                  <a:lnTo>
                    <a:pt x="3556823" y="20586"/>
                  </a:lnTo>
                  <a:lnTo>
                    <a:pt x="3514185" y="5349"/>
                  </a:lnTo>
                  <a:lnTo>
                    <a:pt x="34677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159" y="1844039"/>
              <a:ext cx="3670300" cy="3530600"/>
            </a:xfrm>
            <a:custGeom>
              <a:avLst/>
              <a:gdLst/>
              <a:ahLst/>
              <a:cxnLst/>
              <a:rect l="l" t="t" r="r" b="b"/>
              <a:pathLst>
                <a:path w="3670300" h="3530600">
                  <a:moveTo>
                    <a:pt x="0" y="202564"/>
                  </a:moveTo>
                  <a:lnTo>
                    <a:pt x="5350" y="156114"/>
                  </a:lnTo>
                  <a:lnTo>
                    <a:pt x="20591" y="113476"/>
                  </a:lnTo>
                  <a:lnTo>
                    <a:pt x="44507" y="75865"/>
                  </a:lnTo>
                  <a:lnTo>
                    <a:pt x="75880" y="44497"/>
                  </a:lnTo>
                  <a:lnTo>
                    <a:pt x="113496" y="20586"/>
                  </a:lnTo>
                  <a:lnTo>
                    <a:pt x="156138" y="5349"/>
                  </a:lnTo>
                  <a:lnTo>
                    <a:pt x="202590" y="0"/>
                  </a:lnTo>
                  <a:lnTo>
                    <a:pt x="3467735" y="0"/>
                  </a:lnTo>
                  <a:lnTo>
                    <a:pt x="3514185" y="5349"/>
                  </a:lnTo>
                  <a:lnTo>
                    <a:pt x="3556823" y="20586"/>
                  </a:lnTo>
                  <a:lnTo>
                    <a:pt x="3594434" y="44497"/>
                  </a:lnTo>
                  <a:lnTo>
                    <a:pt x="3625802" y="75865"/>
                  </a:lnTo>
                  <a:lnTo>
                    <a:pt x="3649713" y="113476"/>
                  </a:lnTo>
                  <a:lnTo>
                    <a:pt x="3664950" y="156114"/>
                  </a:lnTo>
                  <a:lnTo>
                    <a:pt x="3670300" y="202564"/>
                  </a:lnTo>
                  <a:lnTo>
                    <a:pt x="3670300" y="3328035"/>
                  </a:lnTo>
                  <a:lnTo>
                    <a:pt x="3664950" y="3374485"/>
                  </a:lnTo>
                  <a:lnTo>
                    <a:pt x="3649713" y="3417123"/>
                  </a:lnTo>
                  <a:lnTo>
                    <a:pt x="3625802" y="3454734"/>
                  </a:lnTo>
                  <a:lnTo>
                    <a:pt x="3594434" y="3486102"/>
                  </a:lnTo>
                  <a:lnTo>
                    <a:pt x="3556823" y="3510013"/>
                  </a:lnTo>
                  <a:lnTo>
                    <a:pt x="3514185" y="3525250"/>
                  </a:lnTo>
                  <a:lnTo>
                    <a:pt x="3467735" y="3530600"/>
                  </a:lnTo>
                  <a:lnTo>
                    <a:pt x="202590" y="3530600"/>
                  </a:lnTo>
                  <a:lnTo>
                    <a:pt x="156138" y="3525250"/>
                  </a:lnTo>
                  <a:lnTo>
                    <a:pt x="113496" y="3510013"/>
                  </a:lnTo>
                  <a:lnTo>
                    <a:pt x="75880" y="3486102"/>
                  </a:lnTo>
                  <a:lnTo>
                    <a:pt x="44507" y="3454734"/>
                  </a:lnTo>
                  <a:lnTo>
                    <a:pt x="20591" y="3417123"/>
                  </a:lnTo>
                  <a:lnTo>
                    <a:pt x="5350" y="3374485"/>
                  </a:lnTo>
                  <a:lnTo>
                    <a:pt x="0" y="3328035"/>
                  </a:lnTo>
                  <a:lnTo>
                    <a:pt x="0" y="20256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4159" y="1846579"/>
              <a:ext cx="3670300" cy="647700"/>
            </a:xfrm>
            <a:custGeom>
              <a:avLst/>
              <a:gdLst/>
              <a:ahLst/>
              <a:cxnLst/>
              <a:rect l="l" t="t" r="r" b="b"/>
              <a:pathLst>
                <a:path w="3670300" h="647700">
                  <a:moveTo>
                    <a:pt x="3594100" y="0"/>
                  </a:moveTo>
                  <a:lnTo>
                    <a:pt x="76149" y="0"/>
                  </a:lnTo>
                  <a:lnTo>
                    <a:pt x="46511" y="5976"/>
                  </a:lnTo>
                  <a:lnTo>
                    <a:pt x="22305" y="22288"/>
                  </a:lnTo>
                  <a:lnTo>
                    <a:pt x="5985" y="46505"/>
                  </a:lnTo>
                  <a:lnTo>
                    <a:pt x="0" y="76200"/>
                  </a:lnTo>
                  <a:lnTo>
                    <a:pt x="0" y="571500"/>
                  </a:lnTo>
                  <a:lnTo>
                    <a:pt x="5985" y="601194"/>
                  </a:lnTo>
                  <a:lnTo>
                    <a:pt x="22305" y="625411"/>
                  </a:lnTo>
                  <a:lnTo>
                    <a:pt x="46511" y="641723"/>
                  </a:lnTo>
                  <a:lnTo>
                    <a:pt x="76149" y="647700"/>
                  </a:lnTo>
                  <a:lnTo>
                    <a:pt x="3594100" y="647700"/>
                  </a:lnTo>
                  <a:lnTo>
                    <a:pt x="3623794" y="641723"/>
                  </a:lnTo>
                  <a:lnTo>
                    <a:pt x="3648011" y="625411"/>
                  </a:lnTo>
                  <a:lnTo>
                    <a:pt x="3664323" y="601194"/>
                  </a:lnTo>
                  <a:lnTo>
                    <a:pt x="3670300" y="571500"/>
                  </a:lnTo>
                  <a:lnTo>
                    <a:pt x="3670300" y="76200"/>
                  </a:lnTo>
                  <a:lnTo>
                    <a:pt x="3664323" y="46505"/>
                  </a:lnTo>
                  <a:lnTo>
                    <a:pt x="3648011" y="22288"/>
                  </a:lnTo>
                  <a:lnTo>
                    <a:pt x="3623794" y="5976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4159" y="1846579"/>
              <a:ext cx="3670300" cy="647700"/>
            </a:xfrm>
            <a:custGeom>
              <a:avLst/>
              <a:gdLst/>
              <a:ahLst/>
              <a:cxnLst/>
              <a:rect l="l" t="t" r="r" b="b"/>
              <a:pathLst>
                <a:path w="3670300" h="647700">
                  <a:moveTo>
                    <a:pt x="0" y="76200"/>
                  </a:moveTo>
                  <a:lnTo>
                    <a:pt x="5985" y="46505"/>
                  </a:lnTo>
                  <a:lnTo>
                    <a:pt x="22305" y="22288"/>
                  </a:lnTo>
                  <a:lnTo>
                    <a:pt x="46511" y="5976"/>
                  </a:lnTo>
                  <a:lnTo>
                    <a:pt x="76149" y="0"/>
                  </a:lnTo>
                  <a:lnTo>
                    <a:pt x="3594100" y="0"/>
                  </a:lnTo>
                  <a:lnTo>
                    <a:pt x="3623794" y="5976"/>
                  </a:lnTo>
                  <a:lnTo>
                    <a:pt x="3648011" y="22288"/>
                  </a:lnTo>
                  <a:lnTo>
                    <a:pt x="3664323" y="46505"/>
                  </a:lnTo>
                  <a:lnTo>
                    <a:pt x="3670300" y="76200"/>
                  </a:lnTo>
                  <a:lnTo>
                    <a:pt x="3670300" y="571500"/>
                  </a:lnTo>
                  <a:lnTo>
                    <a:pt x="3664323" y="601194"/>
                  </a:lnTo>
                  <a:lnTo>
                    <a:pt x="3648011" y="625411"/>
                  </a:lnTo>
                  <a:lnTo>
                    <a:pt x="3623794" y="641723"/>
                  </a:lnTo>
                  <a:lnTo>
                    <a:pt x="3594100" y="647700"/>
                  </a:lnTo>
                  <a:lnTo>
                    <a:pt x="76149" y="647700"/>
                  </a:lnTo>
                  <a:lnTo>
                    <a:pt x="46511" y="641723"/>
                  </a:lnTo>
                  <a:lnTo>
                    <a:pt x="22305" y="625411"/>
                  </a:lnTo>
                  <a:lnTo>
                    <a:pt x="5985" y="601194"/>
                  </a:lnTo>
                  <a:lnTo>
                    <a:pt x="0" y="5715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66228" y="2958529"/>
            <a:ext cx="33267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988060" algn="l"/>
                <a:tab pos="1875155" algn="l"/>
              </a:tabLst>
            </a:pPr>
            <a:r>
              <a:rPr sz="1400" b="1" spc="-10" dirty="0">
                <a:latin typeface="Malgun Gothic"/>
                <a:cs typeface="Malgun Gothic"/>
              </a:rPr>
              <a:t>CoMap</a:t>
            </a:r>
            <a:r>
              <a:rPr sz="1400" b="1" dirty="0">
                <a:latin typeface="Malgun Gothic"/>
                <a:cs typeface="Malgun Gothic"/>
              </a:rPr>
              <a:t>	</a:t>
            </a:r>
            <a:r>
              <a:rPr sz="1400" b="1" spc="-20" dirty="0">
                <a:latin typeface="Malgun Gothic"/>
                <a:cs typeface="Malgun Gothic"/>
              </a:rPr>
              <a:t>coMap</a:t>
            </a:r>
            <a:r>
              <a:rPr sz="1400" b="1" dirty="0">
                <a:latin typeface="Malgun Gothic"/>
                <a:cs typeface="Malgun Gothic"/>
              </a:rPr>
              <a:t>	=</a:t>
            </a:r>
            <a:r>
              <a:rPr sz="1400" b="1" spc="45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new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CoMap();</a:t>
            </a:r>
            <a:endParaRPr sz="1400">
              <a:latin typeface="Malgun Gothic"/>
              <a:cs typeface="Malgun Gothic"/>
            </a:endParaRPr>
          </a:p>
          <a:p>
            <a:pPr marL="12700">
              <a:spcBef>
                <a:spcPts val="1685"/>
              </a:spcBef>
            </a:pPr>
            <a:r>
              <a:rPr sz="1400" b="1" dirty="0">
                <a:latin typeface="Malgun Gothic"/>
                <a:cs typeface="Malgun Gothic"/>
              </a:rPr>
              <a:t>new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SopRun().Run(coMap);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8503" y="2019934"/>
            <a:ext cx="136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Malgun Gothic"/>
                <a:cs typeface="Malgun Gothic"/>
              </a:rPr>
              <a:t>외부</a:t>
            </a:r>
            <a:r>
              <a:rPr spc="5" dirty="0">
                <a:latin typeface="Malgun Gothic"/>
                <a:cs typeface="Malgun Gothic"/>
              </a:rPr>
              <a:t> </a:t>
            </a:r>
            <a:r>
              <a:rPr spc="-10" dirty="0">
                <a:latin typeface="Malgun Gothic"/>
                <a:cs typeface="Malgun Gothic"/>
              </a:rPr>
              <a:t>Module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88440" y="3329941"/>
            <a:ext cx="3515360" cy="1036319"/>
          </a:xfrm>
          <a:custGeom>
            <a:avLst/>
            <a:gdLst/>
            <a:ahLst/>
            <a:cxnLst/>
            <a:rect l="l" t="t" r="r" b="b"/>
            <a:pathLst>
              <a:path w="3515360" h="1036320">
                <a:moveTo>
                  <a:pt x="0" y="1036319"/>
                </a:moveTo>
                <a:lnTo>
                  <a:pt x="3515360" y="1036319"/>
                </a:lnTo>
                <a:lnTo>
                  <a:pt x="3515360" y="0"/>
                </a:lnTo>
                <a:lnTo>
                  <a:pt x="0" y="0"/>
                </a:lnTo>
                <a:lnTo>
                  <a:pt x="0" y="1036319"/>
                </a:lnTo>
                <a:close/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358707" y="3875785"/>
            <a:ext cx="25895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//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Call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Agados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engine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module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378700" y="1831339"/>
            <a:ext cx="3451860" cy="3556000"/>
            <a:chOff x="6235700" y="1831339"/>
            <a:chExt cx="3451860" cy="3556000"/>
          </a:xfrm>
        </p:grpSpPr>
        <p:sp>
          <p:nvSpPr>
            <p:cNvPr id="16" name="object 16"/>
            <p:cNvSpPr/>
            <p:nvPr/>
          </p:nvSpPr>
          <p:spPr>
            <a:xfrm>
              <a:off x="6248400" y="1844039"/>
              <a:ext cx="3426460" cy="3530600"/>
            </a:xfrm>
            <a:custGeom>
              <a:avLst/>
              <a:gdLst/>
              <a:ahLst/>
              <a:cxnLst/>
              <a:rect l="l" t="t" r="r" b="b"/>
              <a:pathLst>
                <a:path w="3426459" h="3530600">
                  <a:moveTo>
                    <a:pt x="3229864" y="0"/>
                  </a:moveTo>
                  <a:lnTo>
                    <a:pt x="196596" y="0"/>
                  </a:lnTo>
                  <a:lnTo>
                    <a:pt x="151515" y="5191"/>
                  </a:lnTo>
                  <a:lnTo>
                    <a:pt x="110134" y="19980"/>
                  </a:lnTo>
                  <a:lnTo>
                    <a:pt x="73631" y="43187"/>
                  </a:lnTo>
                  <a:lnTo>
                    <a:pt x="43187" y="73631"/>
                  </a:lnTo>
                  <a:lnTo>
                    <a:pt x="19980" y="110134"/>
                  </a:lnTo>
                  <a:lnTo>
                    <a:pt x="5191" y="151515"/>
                  </a:lnTo>
                  <a:lnTo>
                    <a:pt x="0" y="196596"/>
                  </a:lnTo>
                  <a:lnTo>
                    <a:pt x="0" y="3334004"/>
                  </a:lnTo>
                  <a:lnTo>
                    <a:pt x="5191" y="3379084"/>
                  </a:lnTo>
                  <a:lnTo>
                    <a:pt x="19980" y="3420465"/>
                  </a:lnTo>
                  <a:lnTo>
                    <a:pt x="43187" y="3456968"/>
                  </a:lnTo>
                  <a:lnTo>
                    <a:pt x="73631" y="3487412"/>
                  </a:lnTo>
                  <a:lnTo>
                    <a:pt x="110134" y="3510619"/>
                  </a:lnTo>
                  <a:lnTo>
                    <a:pt x="151515" y="3525408"/>
                  </a:lnTo>
                  <a:lnTo>
                    <a:pt x="196596" y="3530600"/>
                  </a:lnTo>
                  <a:lnTo>
                    <a:pt x="3229864" y="3530600"/>
                  </a:lnTo>
                  <a:lnTo>
                    <a:pt x="3274944" y="3525408"/>
                  </a:lnTo>
                  <a:lnTo>
                    <a:pt x="3316325" y="3510619"/>
                  </a:lnTo>
                  <a:lnTo>
                    <a:pt x="3352828" y="3487412"/>
                  </a:lnTo>
                  <a:lnTo>
                    <a:pt x="3383272" y="3456968"/>
                  </a:lnTo>
                  <a:lnTo>
                    <a:pt x="3406479" y="3420465"/>
                  </a:lnTo>
                  <a:lnTo>
                    <a:pt x="3421268" y="3379084"/>
                  </a:lnTo>
                  <a:lnTo>
                    <a:pt x="3426459" y="3334004"/>
                  </a:lnTo>
                  <a:lnTo>
                    <a:pt x="3426459" y="196596"/>
                  </a:lnTo>
                  <a:lnTo>
                    <a:pt x="3421268" y="151515"/>
                  </a:lnTo>
                  <a:lnTo>
                    <a:pt x="3406479" y="110134"/>
                  </a:lnTo>
                  <a:lnTo>
                    <a:pt x="3383272" y="73631"/>
                  </a:lnTo>
                  <a:lnTo>
                    <a:pt x="3352828" y="43187"/>
                  </a:lnTo>
                  <a:lnTo>
                    <a:pt x="3316325" y="19980"/>
                  </a:lnTo>
                  <a:lnTo>
                    <a:pt x="3274944" y="5191"/>
                  </a:lnTo>
                  <a:lnTo>
                    <a:pt x="322986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8400" y="1844039"/>
              <a:ext cx="3426460" cy="3530600"/>
            </a:xfrm>
            <a:custGeom>
              <a:avLst/>
              <a:gdLst/>
              <a:ahLst/>
              <a:cxnLst/>
              <a:rect l="l" t="t" r="r" b="b"/>
              <a:pathLst>
                <a:path w="3426459" h="3530600">
                  <a:moveTo>
                    <a:pt x="0" y="196596"/>
                  </a:moveTo>
                  <a:lnTo>
                    <a:pt x="5191" y="151515"/>
                  </a:lnTo>
                  <a:lnTo>
                    <a:pt x="19980" y="110134"/>
                  </a:lnTo>
                  <a:lnTo>
                    <a:pt x="43187" y="73631"/>
                  </a:lnTo>
                  <a:lnTo>
                    <a:pt x="73631" y="43187"/>
                  </a:lnTo>
                  <a:lnTo>
                    <a:pt x="110134" y="19980"/>
                  </a:lnTo>
                  <a:lnTo>
                    <a:pt x="151515" y="5191"/>
                  </a:lnTo>
                  <a:lnTo>
                    <a:pt x="196596" y="0"/>
                  </a:lnTo>
                  <a:lnTo>
                    <a:pt x="3229864" y="0"/>
                  </a:lnTo>
                  <a:lnTo>
                    <a:pt x="3274944" y="5191"/>
                  </a:lnTo>
                  <a:lnTo>
                    <a:pt x="3316325" y="19980"/>
                  </a:lnTo>
                  <a:lnTo>
                    <a:pt x="3352828" y="43187"/>
                  </a:lnTo>
                  <a:lnTo>
                    <a:pt x="3383272" y="73631"/>
                  </a:lnTo>
                  <a:lnTo>
                    <a:pt x="3406479" y="110134"/>
                  </a:lnTo>
                  <a:lnTo>
                    <a:pt x="3421268" y="151515"/>
                  </a:lnTo>
                  <a:lnTo>
                    <a:pt x="3426459" y="196596"/>
                  </a:lnTo>
                  <a:lnTo>
                    <a:pt x="3426459" y="3334004"/>
                  </a:lnTo>
                  <a:lnTo>
                    <a:pt x="3421268" y="3379084"/>
                  </a:lnTo>
                  <a:lnTo>
                    <a:pt x="3406479" y="3420465"/>
                  </a:lnTo>
                  <a:lnTo>
                    <a:pt x="3383272" y="3456968"/>
                  </a:lnTo>
                  <a:lnTo>
                    <a:pt x="3352828" y="3487412"/>
                  </a:lnTo>
                  <a:lnTo>
                    <a:pt x="3316325" y="3510619"/>
                  </a:lnTo>
                  <a:lnTo>
                    <a:pt x="3274944" y="3525408"/>
                  </a:lnTo>
                  <a:lnTo>
                    <a:pt x="3229864" y="3530600"/>
                  </a:lnTo>
                  <a:lnTo>
                    <a:pt x="196596" y="3530600"/>
                  </a:lnTo>
                  <a:lnTo>
                    <a:pt x="151515" y="3525408"/>
                  </a:lnTo>
                  <a:lnTo>
                    <a:pt x="110134" y="3510619"/>
                  </a:lnTo>
                  <a:lnTo>
                    <a:pt x="73631" y="3487412"/>
                  </a:lnTo>
                  <a:lnTo>
                    <a:pt x="43187" y="3456968"/>
                  </a:lnTo>
                  <a:lnTo>
                    <a:pt x="19980" y="3420465"/>
                  </a:lnTo>
                  <a:lnTo>
                    <a:pt x="5191" y="3379084"/>
                  </a:lnTo>
                  <a:lnTo>
                    <a:pt x="0" y="3334004"/>
                  </a:lnTo>
                  <a:lnTo>
                    <a:pt x="0" y="19659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48400" y="1846579"/>
              <a:ext cx="3426460" cy="647700"/>
            </a:xfrm>
            <a:custGeom>
              <a:avLst/>
              <a:gdLst/>
              <a:ahLst/>
              <a:cxnLst/>
              <a:rect l="l" t="t" r="r" b="b"/>
              <a:pathLst>
                <a:path w="3426459" h="647700">
                  <a:moveTo>
                    <a:pt x="3350259" y="0"/>
                  </a:moveTo>
                  <a:lnTo>
                    <a:pt x="76200" y="0"/>
                  </a:lnTo>
                  <a:lnTo>
                    <a:pt x="46505" y="5976"/>
                  </a:lnTo>
                  <a:lnTo>
                    <a:pt x="22288" y="22288"/>
                  </a:lnTo>
                  <a:lnTo>
                    <a:pt x="5976" y="46505"/>
                  </a:lnTo>
                  <a:lnTo>
                    <a:pt x="0" y="76200"/>
                  </a:lnTo>
                  <a:lnTo>
                    <a:pt x="0" y="571500"/>
                  </a:lnTo>
                  <a:lnTo>
                    <a:pt x="5976" y="601194"/>
                  </a:lnTo>
                  <a:lnTo>
                    <a:pt x="22288" y="625411"/>
                  </a:lnTo>
                  <a:lnTo>
                    <a:pt x="46505" y="641723"/>
                  </a:lnTo>
                  <a:lnTo>
                    <a:pt x="76200" y="647700"/>
                  </a:lnTo>
                  <a:lnTo>
                    <a:pt x="3350259" y="647700"/>
                  </a:lnTo>
                  <a:lnTo>
                    <a:pt x="3379954" y="641723"/>
                  </a:lnTo>
                  <a:lnTo>
                    <a:pt x="3404171" y="625411"/>
                  </a:lnTo>
                  <a:lnTo>
                    <a:pt x="3420483" y="601194"/>
                  </a:lnTo>
                  <a:lnTo>
                    <a:pt x="3426459" y="571500"/>
                  </a:lnTo>
                  <a:lnTo>
                    <a:pt x="3426459" y="76200"/>
                  </a:lnTo>
                  <a:lnTo>
                    <a:pt x="3420483" y="46505"/>
                  </a:lnTo>
                  <a:lnTo>
                    <a:pt x="3404171" y="22288"/>
                  </a:lnTo>
                  <a:lnTo>
                    <a:pt x="3379954" y="5976"/>
                  </a:lnTo>
                  <a:lnTo>
                    <a:pt x="33502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48400" y="1846579"/>
              <a:ext cx="3426460" cy="647700"/>
            </a:xfrm>
            <a:custGeom>
              <a:avLst/>
              <a:gdLst/>
              <a:ahLst/>
              <a:cxnLst/>
              <a:rect l="l" t="t" r="r" b="b"/>
              <a:pathLst>
                <a:path w="3426459" h="647700">
                  <a:moveTo>
                    <a:pt x="0" y="76200"/>
                  </a:moveTo>
                  <a:lnTo>
                    <a:pt x="5976" y="46505"/>
                  </a:lnTo>
                  <a:lnTo>
                    <a:pt x="22288" y="22288"/>
                  </a:lnTo>
                  <a:lnTo>
                    <a:pt x="46505" y="5976"/>
                  </a:lnTo>
                  <a:lnTo>
                    <a:pt x="76200" y="0"/>
                  </a:lnTo>
                  <a:lnTo>
                    <a:pt x="3350259" y="0"/>
                  </a:lnTo>
                  <a:lnTo>
                    <a:pt x="3379954" y="5976"/>
                  </a:lnTo>
                  <a:lnTo>
                    <a:pt x="3404171" y="22288"/>
                  </a:lnTo>
                  <a:lnTo>
                    <a:pt x="3420483" y="46505"/>
                  </a:lnTo>
                  <a:lnTo>
                    <a:pt x="3426459" y="76200"/>
                  </a:lnTo>
                  <a:lnTo>
                    <a:pt x="3426459" y="571500"/>
                  </a:lnTo>
                  <a:lnTo>
                    <a:pt x="3420483" y="601194"/>
                  </a:lnTo>
                  <a:lnTo>
                    <a:pt x="3404171" y="625411"/>
                  </a:lnTo>
                  <a:lnTo>
                    <a:pt x="3379954" y="641723"/>
                  </a:lnTo>
                  <a:lnTo>
                    <a:pt x="3350259" y="647700"/>
                  </a:lnTo>
                  <a:lnTo>
                    <a:pt x="76200" y="647700"/>
                  </a:lnTo>
                  <a:lnTo>
                    <a:pt x="46505" y="641723"/>
                  </a:lnTo>
                  <a:lnTo>
                    <a:pt x="22288" y="625411"/>
                  </a:lnTo>
                  <a:lnTo>
                    <a:pt x="5976" y="601194"/>
                  </a:lnTo>
                  <a:lnTo>
                    <a:pt x="0" y="5715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68283" y="2019934"/>
            <a:ext cx="158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Malgun Gothic"/>
                <a:cs typeface="Malgun Gothic"/>
              </a:rPr>
              <a:t>Agados</a:t>
            </a:r>
            <a:r>
              <a:rPr spc="-50" dirty="0">
                <a:latin typeface="Malgun Gothic"/>
                <a:cs typeface="Malgun Gothic"/>
              </a:rPr>
              <a:t> </a:t>
            </a:r>
            <a:r>
              <a:rPr spc="-10" dirty="0">
                <a:latin typeface="Malgun Gothic"/>
                <a:cs typeface="Malgun Gothic"/>
              </a:rPr>
              <a:t>Engine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3348" y="5512117"/>
            <a:ext cx="664146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dirty="0">
                <a:latin typeface="Malgun Gothic"/>
                <a:cs typeface="Malgun Gothic"/>
              </a:rPr>
              <a:t>외부</a:t>
            </a:r>
            <a:r>
              <a:rPr sz="1200" b="1" spc="-1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JSP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,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ASP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,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Class</a:t>
            </a:r>
            <a:r>
              <a:rPr sz="1200" b="1" spc="-2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, 기타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모듈</a:t>
            </a:r>
            <a:r>
              <a:rPr sz="1200" b="1" spc="-1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내부에서</a:t>
            </a:r>
            <a:r>
              <a:rPr sz="1200" b="1" spc="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Agados</a:t>
            </a:r>
            <a:r>
              <a:rPr sz="1200" b="1" spc="-5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기반</a:t>
            </a:r>
            <a:r>
              <a:rPr sz="1200" b="1" spc="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Application</a:t>
            </a:r>
            <a:r>
              <a:rPr sz="1200" b="1" spc="-2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의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Object를</a:t>
            </a:r>
            <a:r>
              <a:rPr sz="1200" b="1" spc="1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호출해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사용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100059" y="3202939"/>
            <a:ext cx="2184400" cy="1648460"/>
            <a:chOff x="6957059" y="3202939"/>
            <a:chExt cx="2184400" cy="1648460"/>
          </a:xfrm>
        </p:grpSpPr>
        <p:sp>
          <p:nvSpPr>
            <p:cNvPr id="23" name="object 23"/>
            <p:cNvSpPr/>
            <p:nvPr/>
          </p:nvSpPr>
          <p:spPr>
            <a:xfrm>
              <a:off x="6969759" y="3215639"/>
              <a:ext cx="2159000" cy="1623060"/>
            </a:xfrm>
            <a:custGeom>
              <a:avLst/>
              <a:gdLst/>
              <a:ahLst/>
              <a:cxnLst/>
              <a:rect l="l" t="t" r="r" b="b"/>
              <a:pathLst>
                <a:path w="2159000" h="1623060">
                  <a:moveTo>
                    <a:pt x="1993265" y="0"/>
                  </a:moveTo>
                  <a:lnTo>
                    <a:pt x="165735" y="0"/>
                  </a:lnTo>
                  <a:lnTo>
                    <a:pt x="121664" y="5917"/>
                  </a:lnTo>
                  <a:lnTo>
                    <a:pt x="82070" y="22620"/>
                  </a:lnTo>
                  <a:lnTo>
                    <a:pt x="48529" y="48529"/>
                  </a:lnTo>
                  <a:lnTo>
                    <a:pt x="22620" y="82070"/>
                  </a:lnTo>
                  <a:lnTo>
                    <a:pt x="5917" y="121664"/>
                  </a:lnTo>
                  <a:lnTo>
                    <a:pt x="0" y="165735"/>
                  </a:lnTo>
                  <a:lnTo>
                    <a:pt x="0" y="1457325"/>
                  </a:lnTo>
                  <a:lnTo>
                    <a:pt x="5917" y="1501395"/>
                  </a:lnTo>
                  <a:lnTo>
                    <a:pt x="22620" y="1540989"/>
                  </a:lnTo>
                  <a:lnTo>
                    <a:pt x="48529" y="1574530"/>
                  </a:lnTo>
                  <a:lnTo>
                    <a:pt x="82070" y="1600439"/>
                  </a:lnTo>
                  <a:lnTo>
                    <a:pt x="121664" y="1617142"/>
                  </a:lnTo>
                  <a:lnTo>
                    <a:pt x="165735" y="1623060"/>
                  </a:lnTo>
                  <a:lnTo>
                    <a:pt x="1993265" y="1623060"/>
                  </a:lnTo>
                  <a:lnTo>
                    <a:pt x="2037335" y="1617142"/>
                  </a:lnTo>
                  <a:lnTo>
                    <a:pt x="2076929" y="1600439"/>
                  </a:lnTo>
                  <a:lnTo>
                    <a:pt x="2110470" y="1574530"/>
                  </a:lnTo>
                  <a:lnTo>
                    <a:pt x="2136379" y="1540989"/>
                  </a:lnTo>
                  <a:lnTo>
                    <a:pt x="2153082" y="1501395"/>
                  </a:lnTo>
                  <a:lnTo>
                    <a:pt x="2159000" y="1457325"/>
                  </a:lnTo>
                  <a:lnTo>
                    <a:pt x="2159000" y="165735"/>
                  </a:lnTo>
                  <a:lnTo>
                    <a:pt x="2153082" y="121664"/>
                  </a:lnTo>
                  <a:lnTo>
                    <a:pt x="2136379" y="82070"/>
                  </a:lnTo>
                  <a:lnTo>
                    <a:pt x="2110470" y="48529"/>
                  </a:lnTo>
                  <a:lnTo>
                    <a:pt x="2076929" y="22620"/>
                  </a:lnTo>
                  <a:lnTo>
                    <a:pt x="2037335" y="5917"/>
                  </a:lnTo>
                  <a:lnTo>
                    <a:pt x="1993265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69759" y="3215639"/>
              <a:ext cx="2159000" cy="1623060"/>
            </a:xfrm>
            <a:custGeom>
              <a:avLst/>
              <a:gdLst/>
              <a:ahLst/>
              <a:cxnLst/>
              <a:rect l="l" t="t" r="r" b="b"/>
              <a:pathLst>
                <a:path w="2159000" h="1623060">
                  <a:moveTo>
                    <a:pt x="0" y="165735"/>
                  </a:moveTo>
                  <a:lnTo>
                    <a:pt x="5917" y="121664"/>
                  </a:lnTo>
                  <a:lnTo>
                    <a:pt x="22620" y="82070"/>
                  </a:lnTo>
                  <a:lnTo>
                    <a:pt x="48529" y="48529"/>
                  </a:lnTo>
                  <a:lnTo>
                    <a:pt x="82070" y="22620"/>
                  </a:lnTo>
                  <a:lnTo>
                    <a:pt x="121664" y="5917"/>
                  </a:lnTo>
                  <a:lnTo>
                    <a:pt x="165735" y="0"/>
                  </a:lnTo>
                  <a:lnTo>
                    <a:pt x="1993265" y="0"/>
                  </a:lnTo>
                  <a:lnTo>
                    <a:pt x="2037335" y="5917"/>
                  </a:lnTo>
                  <a:lnTo>
                    <a:pt x="2076929" y="22620"/>
                  </a:lnTo>
                  <a:lnTo>
                    <a:pt x="2110470" y="48529"/>
                  </a:lnTo>
                  <a:lnTo>
                    <a:pt x="2136379" y="82070"/>
                  </a:lnTo>
                  <a:lnTo>
                    <a:pt x="2153082" y="121664"/>
                  </a:lnTo>
                  <a:lnTo>
                    <a:pt x="2159000" y="165735"/>
                  </a:lnTo>
                  <a:lnTo>
                    <a:pt x="2159000" y="1457325"/>
                  </a:lnTo>
                  <a:lnTo>
                    <a:pt x="2153082" y="1501395"/>
                  </a:lnTo>
                  <a:lnTo>
                    <a:pt x="2136379" y="1540989"/>
                  </a:lnTo>
                  <a:lnTo>
                    <a:pt x="2110470" y="1574530"/>
                  </a:lnTo>
                  <a:lnTo>
                    <a:pt x="2076929" y="1600439"/>
                  </a:lnTo>
                  <a:lnTo>
                    <a:pt x="2037335" y="1617142"/>
                  </a:lnTo>
                  <a:lnTo>
                    <a:pt x="1993265" y="1623060"/>
                  </a:lnTo>
                  <a:lnTo>
                    <a:pt x="165735" y="1623060"/>
                  </a:lnTo>
                  <a:lnTo>
                    <a:pt x="121664" y="1617142"/>
                  </a:lnTo>
                  <a:lnTo>
                    <a:pt x="82070" y="1600439"/>
                  </a:lnTo>
                  <a:lnTo>
                    <a:pt x="48529" y="1574530"/>
                  </a:lnTo>
                  <a:lnTo>
                    <a:pt x="22620" y="1540989"/>
                  </a:lnTo>
                  <a:lnTo>
                    <a:pt x="5917" y="1501395"/>
                  </a:lnTo>
                  <a:lnTo>
                    <a:pt x="0" y="1457325"/>
                  </a:lnTo>
                  <a:lnTo>
                    <a:pt x="0" y="16573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716644" y="3872929"/>
            <a:ext cx="9512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FFFFFF"/>
                </a:solidFill>
                <a:latin typeface="Malgun Gothic"/>
                <a:cs typeface="Malgun Gothic"/>
              </a:rPr>
              <a:t>Rule</a:t>
            </a:r>
            <a:r>
              <a:rPr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b="1" spc="-25" dirty="0">
                <a:solidFill>
                  <a:srgbClr val="FFFFFF"/>
                </a:solidFill>
                <a:latin typeface="Malgun Gothic"/>
                <a:cs typeface="Malgun Gothic"/>
              </a:rPr>
              <a:t>run</a:t>
            </a:r>
            <a:endParaRPr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36060" y="3378918"/>
            <a:ext cx="4206240" cy="1259840"/>
            <a:chOff x="2893060" y="3378918"/>
            <a:chExt cx="4206240" cy="125984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3060" y="3423919"/>
              <a:ext cx="203200" cy="20319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097403" y="3378918"/>
              <a:ext cx="3802379" cy="262890"/>
            </a:xfrm>
            <a:custGeom>
              <a:avLst/>
              <a:gdLst/>
              <a:ahLst/>
              <a:cxnLst/>
              <a:rect l="l" t="t" r="r" b="b"/>
              <a:pathLst>
                <a:path w="3802379" h="262889">
                  <a:moveTo>
                    <a:pt x="175260" y="118915"/>
                  </a:moveTo>
                  <a:lnTo>
                    <a:pt x="0" y="119804"/>
                  </a:lnTo>
                  <a:lnTo>
                    <a:pt x="250" y="177335"/>
                  </a:lnTo>
                  <a:lnTo>
                    <a:pt x="254" y="178224"/>
                  </a:lnTo>
                  <a:lnTo>
                    <a:pt x="175513" y="177335"/>
                  </a:lnTo>
                  <a:lnTo>
                    <a:pt x="175263" y="119804"/>
                  </a:lnTo>
                  <a:lnTo>
                    <a:pt x="175260" y="118915"/>
                  </a:lnTo>
                  <a:close/>
                </a:path>
                <a:path w="3802379" h="262889">
                  <a:moveTo>
                    <a:pt x="408939" y="117772"/>
                  </a:moveTo>
                  <a:lnTo>
                    <a:pt x="233680" y="118661"/>
                  </a:lnTo>
                  <a:lnTo>
                    <a:pt x="233930" y="176192"/>
                  </a:lnTo>
                  <a:lnTo>
                    <a:pt x="233934" y="177081"/>
                  </a:lnTo>
                  <a:lnTo>
                    <a:pt x="409194" y="176192"/>
                  </a:lnTo>
                  <a:lnTo>
                    <a:pt x="408943" y="118661"/>
                  </a:lnTo>
                  <a:lnTo>
                    <a:pt x="408939" y="117772"/>
                  </a:lnTo>
                  <a:close/>
                </a:path>
                <a:path w="3802379" h="262889">
                  <a:moveTo>
                    <a:pt x="642620" y="116629"/>
                  </a:moveTo>
                  <a:lnTo>
                    <a:pt x="467360" y="117518"/>
                  </a:lnTo>
                  <a:lnTo>
                    <a:pt x="467610" y="175049"/>
                  </a:lnTo>
                  <a:lnTo>
                    <a:pt x="467613" y="175811"/>
                  </a:lnTo>
                  <a:lnTo>
                    <a:pt x="642874" y="175049"/>
                  </a:lnTo>
                  <a:lnTo>
                    <a:pt x="642623" y="117518"/>
                  </a:lnTo>
                  <a:lnTo>
                    <a:pt x="642620" y="116629"/>
                  </a:lnTo>
                  <a:close/>
                </a:path>
                <a:path w="3802379" h="262889">
                  <a:moveTo>
                    <a:pt x="876300" y="115486"/>
                  </a:moveTo>
                  <a:lnTo>
                    <a:pt x="701039" y="116248"/>
                  </a:lnTo>
                  <a:lnTo>
                    <a:pt x="701290" y="173779"/>
                  </a:lnTo>
                  <a:lnTo>
                    <a:pt x="701294" y="174668"/>
                  </a:lnTo>
                  <a:lnTo>
                    <a:pt x="876554" y="173779"/>
                  </a:lnTo>
                  <a:lnTo>
                    <a:pt x="876303" y="116248"/>
                  </a:lnTo>
                  <a:lnTo>
                    <a:pt x="876300" y="115486"/>
                  </a:lnTo>
                  <a:close/>
                </a:path>
                <a:path w="3802379" h="262889">
                  <a:moveTo>
                    <a:pt x="1109980" y="114216"/>
                  </a:moveTo>
                  <a:lnTo>
                    <a:pt x="934720" y="115105"/>
                  </a:lnTo>
                  <a:lnTo>
                    <a:pt x="934970" y="172636"/>
                  </a:lnTo>
                  <a:lnTo>
                    <a:pt x="934974" y="173525"/>
                  </a:lnTo>
                  <a:lnTo>
                    <a:pt x="1110234" y="172636"/>
                  </a:lnTo>
                  <a:lnTo>
                    <a:pt x="1109983" y="115105"/>
                  </a:lnTo>
                  <a:lnTo>
                    <a:pt x="1109980" y="114216"/>
                  </a:lnTo>
                  <a:close/>
                </a:path>
                <a:path w="3802379" h="262889">
                  <a:moveTo>
                    <a:pt x="1343660" y="113073"/>
                  </a:moveTo>
                  <a:lnTo>
                    <a:pt x="1168400" y="113962"/>
                  </a:lnTo>
                  <a:lnTo>
                    <a:pt x="1168650" y="171493"/>
                  </a:lnTo>
                  <a:lnTo>
                    <a:pt x="1168654" y="172382"/>
                  </a:lnTo>
                  <a:lnTo>
                    <a:pt x="1343914" y="171493"/>
                  </a:lnTo>
                  <a:lnTo>
                    <a:pt x="1343663" y="113962"/>
                  </a:lnTo>
                  <a:lnTo>
                    <a:pt x="1343660" y="113073"/>
                  </a:lnTo>
                  <a:close/>
                </a:path>
                <a:path w="3802379" h="262889">
                  <a:moveTo>
                    <a:pt x="1577339" y="111930"/>
                  </a:moveTo>
                  <a:lnTo>
                    <a:pt x="1402080" y="112819"/>
                  </a:lnTo>
                  <a:lnTo>
                    <a:pt x="1402330" y="170350"/>
                  </a:lnTo>
                  <a:lnTo>
                    <a:pt x="1402334" y="171239"/>
                  </a:lnTo>
                  <a:lnTo>
                    <a:pt x="1577594" y="170350"/>
                  </a:lnTo>
                  <a:lnTo>
                    <a:pt x="1577343" y="112819"/>
                  </a:lnTo>
                  <a:lnTo>
                    <a:pt x="1577339" y="111930"/>
                  </a:lnTo>
                  <a:close/>
                </a:path>
                <a:path w="3802379" h="262889">
                  <a:moveTo>
                    <a:pt x="1811020" y="110787"/>
                  </a:moveTo>
                  <a:lnTo>
                    <a:pt x="1635760" y="111676"/>
                  </a:lnTo>
                  <a:lnTo>
                    <a:pt x="1636010" y="169207"/>
                  </a:lnTo>
                  <a:lnTo>
                    <a:pt x="1636014" y="170096"/>
                  </a:lnTo>
                  <a:lnTo>
                    <a:pt x="1811274" y="169207"/>
                  </a:lnTo>
                  <a:lnTo>
                    <a:pt x="1811023" y="111676"/>
                  </a:lnTo>
                  <a:lnTo>
                    <a:pt x="1811020" y="110787"/>
                  </a:lnTo>
                  <a:close/>
                </a:path>
                <a:path w="3802379" h="262889">
                  <a:moveTo>
                    <a:pt x="2044700" y="109644"/>
                  </a:moveTo>
                  <a:lnTo>
                    <a:pt x="1869439" y="110533"/>
                  </a:lnTo>
                  <a:lnTo>
                    <a:pt x="1869690" y="168064"/>
                  </a:lnTo>
                  <a:lnTo>
                    <a:pt x="1869694" y="168953"/>
                  </a:lnTo>
                  <a:lnTo>
                    <a:pt x="2044954" y="168064"/>
                  </a:lnTo>
                  <a:lnTo>
                    <a:pt x="2044703" y="110533"/>
                  </a:lnTo>
                  <a:lnTo>
                    <a:pt x="2044700" y="109644"/>
                  </a:lnTo>
                  <a:close/>
                </a:path>
                <a:path w="3802379" h="262889">
                  <a:moveTo>
                    <a:pt x="2278380" y="108501"/>
                  </a:moveTo>
                  <a:lnTo>
                    <a:pt x="2103120" y="109263"/>
                  </a:lnTo>
                  <a:lnTo>
                    <a:pt x="2103370" y="166921"/>
                  </a:lnTo>
                  <a:lnTo>
                    <a:pt x="2103374" y="167683"/>
                  </a:lnTo>
                  <a:lnTo>
                    <a:pt x="2278634" y="166921"/>
                  </a:lnTo>
                  <a:lnTo>
                    <a:pt x="2278383" y="109263"/>
                  </a:lnTo>
                  <a:lnTo>
                    <a:pt x="2278380" y="108501"/>
                  </a:lnTo>
                  <a:close/>
                </a:path>
                <a:path w="3802379" h="262889">
                  <a:moveTo>
                    <a:pt x="2512060" y="107231"/>
                  </a:moveTo>
                  <a:lnTo>
                    <a:pt x="2336800" y="108120"/>
                  </a:lnTo>
                  <a:lnTo>
                    <a:pt x="2337050" y="165651"/>
                  </a:lnTo>
                  <a:lnTo>
                    <a:pt x="2337054" y="166540"/>
                  </a:lnTo>
                  <a:lnTo>
                    <a:pt x="2512314" y="165651"/>
                  </a:lnTo>
                  <a:lnTo>
                    <a:pt x="2512063" y="108120"/>
                  </a:lnTo>
                  <a:lnTo>
                    <a:pt x="2512060" y="107231"/>
                  </a:lnTo>
                  <a:close/>
                </a:path>
                <a:path w="3802379" h="262889">
                  <a:moveTo>
                    <a:pt x="2745740" y="106088"/>
                  </a:moveTo>
                  <a:lnTo>
                    <a:pt x="2570480" y="106977"/>
                  </a:lnTo>
                  <a:lnTo>
                    <a:pt x="2570730" y="164508"/>
                  </a:lnTo>
                  <a:lnTo>
                    <a:pt x="2570734" y="165397"/>
                  </a:lnTo>
                  <a:lnTo>
                    <a:pt x="2745994" y="164508"/>
                  </a:lnTo>
                  <a:lnTo>
                    <a:pt x="2745743" y="106977"/>
                  </a:lnTo>
                  <a:lnTo>
                    <a:pt x="2745740" y="106088"/>
                  </a:lnTo>
                  <a:close/>
                </a:path>
                <a:path w="3802379" h="262889">
                  <a:moveTo>
                    <a:pt x="2979420" y="104945"/>
                  </a:moveTo>
                  <a:lnTo>
                    <a:pt x="2804160" y="105834"/>
                  </a:lnTo>
                  <a:lnTo>
                    <a:pt x="2804410" y="163365"/>
                  </a:lnTo>
                  <a:lnTo>
                    <a:pt x="2804414" y="164254"/>
                  </a:lnTo>
                  <a:lnTo>
                    <a:pt x="2979674" y="163365"/>
                  </a:lnTo>
                  <a:lnTo>
                    <a:pt x="2979423" y="105834"/>
                  </a:lnTo>
                  <a:lnTo>
                    <a:pt x="2979420" y="104945"/>
                  </a:lnTo>
                  <a:close/>
                </a:path>
                <a:path w="3802379" h="262889">
                  <a:moveTo>
                    <a:pt x="3213100" y="103802"/>
                  </a:moveTo>
                  <a:lnTo>
                    <a:pt x="3037840" y="104691"/>
                  </a:lnTo>
                  <a:lnTo>
                    <a:pt x="3038090" y="162222"/>
                  </a:lnTo>
                  <a:lnTo>
                    <a:pt x="3038094" y="163111"/>
                  </a:lnTo>
                  <a:lnTo>
                    <a:pt x="3213354" y="162222"/>
                  </a:lnTo>
                  <a:lnTo>
                    <a:pt x="3213103" y="104691"/>
                  </a:lnTo>
                  <a:lnTo>
                    <a:pt x="3213100" y="103802"/>
                  </a:lnTo>
                  <a:close/>
                </a:path>
                <a:path w="3802379" h="262889">
                  <a:moveTo>
                    <a:pt x="3446653" y="102659"/>
                  </a:moveTo>
                  <a:lnTo>
                    <a:pt x="3271520" y="103548"/>
                  </a:lnTo>
                  <a:lnTo>
                    <a:pt x="3271770" y="161079"/>
                  </a:lnTo>
                  <a:lnTo>
                    <a:pt x="3271774" y="161968"/>
                  </a:lnTo>
                  <a:lnTo>
                    <a:pt x="3447033" y="161079"/>
                  </a:lnTo>
                  <a:lnTo>
                    <a:pt x="3446658" y="103548"/>
                  </a:lnTo>
                  <a:lnTo>
                    <a:pt x="3446653" y="102659"/>
                  </a:lnTo>
                  <a:close/>
                </a:path>
                <a:path w="3802379" h="262889">
                  <a:moveTo>
                    <a:pt x="3686310" y="130675"/>
                  </a:moveTo>
                  <a:lnTo>
                    <a:pt x="3680545" y="134077"/>
                  </a:lnTo>
                  <a:lnTo>
                    <a:pt x="3680686" y="155745"/>
                  </a:lnTo>
                  <a:lnTo>
                    <a:pt x="3680714" y="159936"/>
                  </a:lnTo>
                  <a:lnTo>
                    <a:pt x="3636344" y="160161"/>
                  </a:lnTo>
                  <a:lnTo>
                    <a:pt x="3554729" y="208323"/>
                  </a:lnTo>
                  <a:lnTo>
                    <a:pt x="3540621" y="237398"/>
                  </a:lnTo>
                  <a:lnTo>
                    <a:pt x="3544443" y="248328"/>
                  </a:lnTo>
                  <a:lnTo>
                    <a:pt x="3552229" y="256936"/>
                  </a:lnTo>
                  <a:lnTo>
                    <a:pt x="3562350" y="261758"/>
                  </a:lnTo>
                  <a:lnTo>
                    <a:pt x="3573518" y="262437"/>
                  </a:lnTo>
                  <a:lnTo>
                    <a:pt x="3584448" y="258615"/>
                  </a:lnTo>
                  <a:lnTo>
                    <a:pt x="3752419" y="159555"/>
                  </a:lnTo>
                  <a:lnTo>
                    <a:pt x="3739133" y="159555"/>
                  </a:lnTo>
                  <a:lnTo>
                    <a:pt x="3739109" y="155745"/>
                  </a:lnTo>
                  <a:lnTo>
                    <a:pt x="3729736" y="155745"/>
                  </a:lnTo>
                  <a:lnTo>
                    <a:pt x="3686310" y="130675"/>
                  </a:lnTo>
                  <a:close/>
                </a:path>
                <a:path w="3802379" h="262889">
                  <a:moveTo>
                    <a:pt x="3636190" y="101740"/>
                  </a:moveTo>
                  <a:lnTo>
                    <a:pt x="3505073" y="102405"/>
                  </a:lnTo>
                  <a:lnTo>
                    <a:pt x="3505420" y="155745"/>
                  </a:lnTo>
                  <a:lnTo>
                    <a:pt x="3505454" y="160825"/>
                  </a:lnTo>
                  <a:lnTo>
                    <a:pt x="3636344" y="160161"/>
                  </a:lnTo>
                  <a:lnTo>
                    <a:pt x="3680545" y="134077"/>
                  </a:lnTo>
                  <a:lnTo>
                    <a:pt x="3680501" y="127321"/>
                  </a:lnTo>
                  <a:lnTo>
                    <a:pt x="3636190" y="101740"/>
                  </a:lnTo>
                  <a:close/>
                </a:path>
                <a:path w="3802379" h="262889">
                  <a:moveTo>
                    <a:pt x="3680545" y="134077"/>
                  </a:moveTo>
                  <a:lnTo>
                    <a:pt x="3636344" y="160161"/>
                  </a:lnTo>
                  <a:lnTo>
                    <a:pt x="3680714" y="159936"/>
                  </a:lnTo>
                  <a:lnTo>
                    <a:pt x="3680545" y="134077"/>
                  </a:lnTo>
                  <a:close/>
                </a:path>
                <a:path w="3802379" h="262889">
                  <a:moveTo>
                    <a:pt x="3744214" y="101135"/>
                  </a:moveTo>
                  <a:lnTo>
                    <a:pt x="3738753" y="101135"/>
                  </a:lnTo>
                  <a:lnTo>
                    <a:pt x="3739109" y="155745"/>
                  </a:lnTo>
                  <a:lnTo>
                    <a:pt x="3739133" y="159555"/>
                  </a:lnTo>
                  <a:lnTo>
                    <a:pt x="3744468" y="159555"/>
                  </a:lnTo>
                  <a:lnTo>
                    <a:pt x="3744342" y="130675"/>
                  </a:lnTo>
                  <a:lnTo>
                    <a:pt x="3744215" y="101516"/>
                  </a:lnTo>
                  <a:lnTo>
                    <a:pt x="3744214" y="101135"/>
                  </a:lnTo>
                  <a:close/>
                </a:path>
                <a:path w="3802379" h="262889">
                  <a:moveTo>
                    <a:pt x="3752150" y="101135"/>
                  </a:moveTo>
                  <a:lnTo>
                    <a:pt x="3744214" y="101135"/>
                  </a:lnTo>
                  <a:lnTo>
                    <a:pt x="3744215" y="101516"/>
                  </a:lnTo>
                  <a:lnTo>
                    <a:pt x="3744342" y="130675"/>
                  </a:lnTo>
                  <a:lnTo>
                    <a:pt x="3744468" y="159555"/>
                  </a:lnTo>
                  <a:lnTo>
                    <a:pt x="3752419" y="159555"/>
                  </a:lnTo>
                  <a:lnTo>
                    <a:pt x="3802379" y="130091"/>
                  </a:lnTo>
                  <a:lnTo>
                    <a:pt x="3752150" y="101135"/>
                  </a:lnTo>
                  <a:close/>
                </a:path>
                <a:path w="3802379" h="262889">
                  <a:moveTo>
                    <a:pt x="3729481" y="105199"/>
                  </a:moveTo>
                  <a:lnTo>
                    <a:pt x="3686310" y="130675"/>
                  </a:lnTo>
                  <a:lnTo>
                    <a:pt x="3729736" y="155745"/>
                  </a:lnTo>
                  <a:lnTo>
                    <a:pt x="3729610" y="130675"/>
                  </a:lnTo>
                  <a:lnTo>
                    <a:pt x="3729593" y="127321"/>
                  </a:lnTo>
                  <a:lnTo>
                    <a:pt x="3729481" y="105199"/>
                  </a:lnTo>
                  <a:close/>
                </a:path>
                <a:path w="3802379" h="262889">
                  <a:moveTo>
                    <a:pt x="3738779" y="105199"/>
                  </a:moveTo>
                  <a:lnTo>
                    <a:pt x="3729481" y="105199"/>
                  </a:lnTo>
                  <a:lnTo>
                    <a:pt x="3729593" y="127321"/>
                  </a:lnTo>
                  <a:lnTo>
                    <a:pt x="3729610" y="130675"/>
                  </a:lnTo>
                  <a:lnTo>
                    <a:pt x="3729736" y="155745"/>
                  </a:lnTo>
                  <a:lnTo>
                    <a:pt x="3739109" y="155745"/>
                  </a:lnTo>
                  <a:lnTo>
                    <a:pt x="3738779" y="105199"/>
                  </a:lnTo>
                  <a:close/>
                </a:path>
                <a:path w="3802379" h="262889">
                  <a:moveTo>
                    <a:pt x="3738755" y="101516"/>
                  </a:moveTo>
                  <a:lnTo>
                    <a:pt x="3680332" y="101516"/>
                  </a:lnTo>
                  <a:lnTo>
                    <a:pt x="3680501" y="127321"/>
                  </a:lnTo>
                  <a:lnTo>
                    <a:pt x="3686310" y="130675"/>
                  </a:lnTo>
                  <a:lnTo>
                    <a:pt x="3729481" y="105199"/>
                  </a:lnTo>
                  <a:lnTo>
                    <a:pt x="3738779" y="105199"/>
                  </a:lnTo>
                  <a:lnTo>
                    <a:pt x="3738755" y="101516"/>
                  </a:lnTo>
                  <a:close/>
                </a:path>
                <a:path w="3802379" h="262889">
                  <a:moveTo>
                    <a:pt x="3680332" y="101516"/>
                  </a:moveTo>
                  <a:lnTo>
                    <a:pt x="3636190" y="101740"/>
                  </a:lnTo>
                  <a:lnTo>
                    <a:pt x="3680501" y="127321"/>
                  </a:lnTo>
                  <a:lnTo>
                    <a:pt x="3680357" y="105199"/>
                  </a:lnTo>
                  <a:lnTo>
                    <a:pt x="3680332" y="101516"/>
                  </a:lnTo>
                  <a:close/>
                </a:path>
                <a:path w="3802379" h="262889">
                  <a:moveTo>
                    <a:pt x="3572178" y="0"/>
                  </a:moveTo>
                  <a:lnTo>
                    <a:pt x="3561000" y="773"/>
                  </a:lnTo>
                  <a:lnTo>
                    <a:pt x="3550941" y="5691"/>
                  </a:lnTo>
                  <a:lnTo>
                    <a:pt x="3543300" y="14394"/>
                  </a:lnTo>
                  <a:lnTo>
                    <a:pt x="3539573" y="25394"/>
                  </a:lnTo>
                  <a:lnTo>
                    <a:pt x="3540347" y="36572"/>
                  </a:lnTo>
                  <a:lnTo>
                    <a:pt x="3545264" y="46630"/>
                  </a:lnTo>
                  <a:lnTo>
                    <a:pt x="3553968" y="54272"/>
                  </a:lnTo>
                  <a:lnTo>
                    <a:pt x="3636190" y="101740"/>
                  </a:lnTo>
                  <a:lnTo>
                    <a:pt x="3738755" y="101516"/>
                  </a:lnTo>
                  <a:lnTo>
                    <a:pt x="3738753" y="101135"/>
                  </a:lnTo>
                  <a:lnTo>
                    <a:pt x="3752150" y="101135"/>
                  </a:lnTo>
                  <a:lnTo>
                    <a:pt x="3583178" y="3726"/>
                  </a:lnTo>
                  <a:lnTo>
                    <a:pt x="357217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6100" y="3406139"/>
              <a:ext cx="203200" cy="203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3060" y="4406899"/>
              <a:ext cx="203200" cy="2032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097403" y="4376009"/>
              <a:ext cx="3802379" cy="262890"/>
            </a:xfrm>
            <a:custGeom>
              <a:avLst/>
              <a:gdLst/>
              <a:ahLst/>
              <a:cxnLst/>
              <a:rect l="l" t="t" r="r" b="b"/>
              <a:pathLst>
                <a:path w="3802379" h="262889">
                  <a:moveTo>
                    <a:pt x="228806" y="0"/>
                  </a:moveTo>
                  <a:lnTo>
                    <a:pt x="217805" y="3839"/>
                  </a:lnTo>
                  <a:lnTo>
                    <a:pt x="0" y="132363"/>
                  </a:lnTo>
                  <a:lnTo>
                    <a:pt x="219075" y="258728"/>
                  </a:lnTo>
                  <a:lnTo>
                    <a:pt x="230129" y="262401"/>
                  </a:lnTo>
                  <a:lnTo>
                    <a:pt x="241315" y="261633"/>
                  </a:lnTo>
                  <a:lnTo>
                    <a:pt x="251382" y="256746"/>
                  </a:lnTo>
                  <a:lnTo>
                    <a:pt x="259080" y="248060"/>
                  </a:lnTo>
                  <a:lnTo>
                    <a:pt x="262733" y="237059"/>
                  </a:lnTo>
                  <a:lnTo>
                    <a:pt x="261921" y="225867"/>
                  </a:lnTo>
                  <a:lnTo>
                    <a:pt x="256990" y="215771"/>
                  </a:lnTo>
                  <a:lnTo>
                    <a:pt x="248285" y="208055"/>
                  </a:lnTo>
                  <a:lnTo>
                    <a:pt x="167229" y="161319"/>
                  </a:lnTo>
                  <a:lnTo>
                    <a:pt x="58166" y="161319"/>
                  </a:lnTo>
                  <a:lnTo>
                    <a:pt x="57809" y="106709"/>
                  </a:lnTo>
                  <a:lnTo>
                    <a:pt x="57785" y="102899"/>
                  </a:lnTo>
                  <a:lnTo>
                    <a:pt x="165810" y="102351"/>
                  </a:lnTo>
                  <a:lnTo>
                    <a:pt x="247523" y="54131"/>
                  </a:lnTo>
                  <a:lnTo>
                    <a:pt x="256184" y="46345"/>
                  </a:lnTo>
                  <a:lnTo>
                    <a:pt x="261000" y="36224"/>
                  </a:lnTo>
                  <a:lnTo>
                    <a:pt x="261649" y="25056"/>
                  </a:lnTo>
                  <a:lnTo>
                    <a:pt x="257810" y="14126"/>
                  </a:lnTo>
                  <a:lnTo>
                    <a:pt x="250094" y="5464"/>
                  </a:lnTo>
                  <a:lnTo>
                    <a:pt x="239998" y="648"/>
                  </a:lnTo>
                  <a:lnTo>
                    <a:pt x="228806" y="0"/>
                  </a:lnTo>
                  <a:close/>
                </a:path>
                <a:path w="3802379" h="262889">
                  <a:moveTo>
                    <a:pt x="165810" y="102351"/>
                  </a:moveTo>
                  <a:lnTo>
                    <a:pt x="57785" y="102899"/>
                  </a:lnTo>
                  <a:lnTo>
                    <a:pt x="58139" y="157255"/>
                  </a:lnTo>
                  <a:lnTo>
                    <a:pt x="58166" y="161319"/>
                  </a:lnTo>
                  <a:lnTo>
                    <a:pt x="166277" y="160770"/>
                  </a:lnTo>
                  <a:lnTo>
                    <a:pt x="160180" y="157255"/>
                  </a:lnTo>
                  <a:lnTo>
                    <a:pt x="72771" y="157255"/>
                  </a:lnTo>
                  <a:lnTo>
                    <a:pt x="72645" y="132363"/>
                  </a:lnTo>
                  <a:lnTo>
                    <a:pt x="72642" y="131763"/>
                  </a:lnTo>
                  <a:lnTo>
                    <a:pt x="72517" y="106709"/>
                  </a:lnTo>
                  <a:lnTo>
                    <a:pt x="158425" y="106709"/>
                  </a:lnTo>
                  <a:lnTo>
                    <a:pt x="165810" y="102351"/>
                  </a:lnTo>
                  <a:close/>
                </a:path>
                <a:path w="3802379" h="262889">
                  <a:moveTo>
                    <a:pt x="166277" y="160770"/>
                  </a:moveTo>
                  <a:lnTo>
                    <a:pt x="58166" y="161319"/>
                  </a:lnTo>
                  <a:lnTo>
                    <a:pt x="167229" y="161319"/>
                  </a:lnTo>
                  <a:lnTo>
                    <a:pt x="166277" y="160770"/>
                  </a:lnTo>
                  <a:close/>
                </a:path>
                <a:path w="3802379" h="262889">
                  <a:moveTo>
                    <a:pt x="233045" y="102010"/>
                  </a:moveTo>
                  <a:lnTo>
                    <a:pt x="165810" y="102351"/>
                  </a:lnTo>
                  <a:lnTo>
                    <a:pt x="115969" y="131763"/>
                  </a:lnTo>
                  <a:lnTo>
                    <a:pt x="166277" y="160770"/>
                  </a:lnTo>
                  <a:lnTo>
                    <a:pt x="233299" y="160430"/>
                  </a:lnTo>
                  <a:lnTo>
                    <a:pt x="233174" y="131763"/>
                  </a:lnTo>
                  <a:lnTo>
                    <a:pt x="233048" y="102899"/>
                  </a:lnTo>
                  <a:lnTo>
                    <a:pt x="233045" y="102010"/>
                  </a:lnTo>
                  <a:close/>
                </a:path>
                <a:path w="3802379" h="262889">
                  <a:moveTo>
                    <a:pt x="72517" y="106709"/>
                  </a:moveTo>
                  <a:lnTo>
                    <a:pt x="72642" y="131763"/>
                  </a:lnTo>
                  <a:lnTo>
                    <a:pt x="72645" y="132363"/>
                  </a:lnTo>
                  <a:lnTo>
                    <a:pt x="72771" y="157255"/>
                  </a:lnTo>
                  <a:lnTo>
                    <a:pt x="115969" y="131763"/>
                  </a:lnTo>
                  <a:lnTo>
                    <a:pt x="72517" y="106709"/>
                  </a:lnTo>
                  <a:close/>
                </a:path>
                <a:path w="3802379" h="262889">
                  <a:moveTo>
                    <a:pt x="115969" y="131763"/>
                  </a:moveTo>
                  <a:lnTo>
                    <a:pt x="72771" y="157255"/>
                  </a:lnTo>
                  <a:lnTo>
                    <a:pt x="160180" y="157255"/>
                  </a:lnTo>
                  <a:lnTo>
                    <a:pt x="115969" y="131763"/>
                  </a:lnTo>
                  <a:close/>
                </a:path>
                <a:path w="3802379" h="262889">
                  <a:moveTo>
                    <a:pt x="158425" y="106709"/>
                  </a:moveTo>
                  <a:lnTo>
                    <a:pt x="72517" y="106709"/>
                  </a:lnTo>
                  <a:lnTo>
                    <a:pt x="115969" y="131763"/>
                  </a:lnTo>
                  <a:lnTo>
                    <a:pt x="158425" y="106709"/>
                  </a:lnTo>
                  <a:close/>
                </a:path>
                <a:path w="3802379" h="262889">
                  <a:moveTo>
                    <a:pt x="466725" y="100867"/>
                  </a:moveTo>
                  <a:lnTo>
                    <a:pt x="291464" y="101629"/>
                  </a:lnTo>
                  <a:lnTo>
                    <a:pt x="291715" y="159287"/>
                  </a:lnTo>
                  <a:lnTo>
                    <a:pt x="291719" y="160049"/>
                  </a:lnTo>
                  <a:lnTo>
                    <a:pt x="466979" y="159287"/>
                  </a:lnTo>
                  <a:lnTo>
                    <a:pt x="466728" y="101629"/>
                  </a:lnTo>
                  <a:lnTo>
                    <a:pt x="466725" y="100867"/>
                  </a:lnTo>
                  <a:close/>
                </a:path>
                <a:path w="3802379" h="262889">
                  <a:moveTo>
                    <a:pt x="700405" y="99597"/>
                  </a:moveTo>
                  <a:lnTo>
                    <a:pt x="525145" y="100486"/>
                  </a:lnTo>
                  <a:lnTo>
                    <a:pt x="525395" y="158017"/>
                  </a:lnTo>
                  <a:lnTo>
                    <a:pt x="525399" y="158906"/>
                  </a:lnTo>
                  <a:lnTo>
                    <a:pt x="700659" y="158017"/>
                  </a:lnTo>
                  <a:lnTo>
                    <a:pt x="700408" y="100486"/>
                  </a:lnTo>
                  <a:lnTo>
                    <a:pt x="700405" y="99597"/>
                  </a:lnTo>
                  <a:close/>
                </a:path>
                <a:path w="3802379" h="262889">
                  <a:moveTo>
                    <a:pt x="934085" y="98454"/>
                  </a:moveTo>
                  <a:lnTo>
                    <a:pt x="758825" y="99343"/>
                  </a:lnTo>
                  <a:lnTo>
                    <a:pt x="759075" y="156874"/>
                  </a:lnTo>
                  <a:lnTo>
                    <a:pt x="759079" y="157763"/>
                  </a:lnTo>
                  <a:lnTo>
                    <a:pt x="934338" y="156874"/>
                  </a:lnTo>
                  <a:lnTo>
                    <a:pt x="934088" y="99343"/>
                  </a:lnTo>
                  <a:lnTo>
                    <a:pt x="934085" y="98454"/>
                  </a:lnTo>
                  <a:close/>
                </a:path>
                <a:path w="3802379" h="262889">
                  <a:moveTo>
                    <a:pt x="1167764" y="97311"/>
                  </a:moveTo>
                  <a:lnTo>
                    <a:pt x="992505" y="98200"/>
                  </a:lnTo>
                  <a:lnTo>
                    <a:pt x="992755" y="155731"/>
                  </a:lnTo>
                  <a:lnTo>
                    <a:pt x="992759" y="156620"/>
                  </a:lnTo>
                  <a:lnTo>
                    <a:pt x="1168019" y="155731"/>
                  </a:lnTo>
                  <a:lnTo>
                    <a:pt x="1167768" y="98200"/>
                  </a:lnTo>
                  <a:lnTo>
                    <a:pt x="1167764" y="97311"/>
                  </a:lnTo>
                  <a:close/>
                </a:path>
                <a:path w="3802379" h="262889">
                  <a:moveTo>
                    <a:pt x="1401445" y="96168"/>
                  </a:moveTo>
                  <a:lnTo>
                    <a:pt x="1226185" y="97057"/>
                  </a:lnTo>
                  <a:lnTo>
                    <a:pt x="1226435" y="154588"/>
                  </a:lnTo>
                  <a:lnTo>
                    <a:pt x="1226439" y="155477"/>
                  </a:lnTo>
                  <a:lnTo>
                    <a:pt x="1401699" y="154588"/>
                  </a:lnTo>
                  <a:lnTo>
                    <a:pt x="1401448" y="97057"/>
                  </a:lnTo>
                  <a:lnTo>
                    <a:pt x="1401445" y="96168"/>
                  </a:lnTo>
                  <a:close/>
                </a:path>
                <a:path w="3802379" h="262889">
                  <a:moveTo>
                    <a:pt x="1635125" y="95025"/>
                  </a:moveTo>
                  <a:lnTo>
                    <a:pt x="1459864" y="95914"/>
                  </a:lnTo>
                  <a:lnTo>
                    <a:pt x="1460115" y="153445"/>
                  </a:lnTo>
                  <a:lnTo>
                    <a:pt x="1460119" y="154334"/>
                  </a:lnTo>
                  <a:lnTo>
                    <a:pt x="1635379" y="153445"/>
                  </a:lnTo>
                  <a:lnTo>
                    <a:pt x="1635128" y="95914"/>
                  </a:lnTo>
                  <a:lnTo>
                    <a:pt x="1635125" y="95025"/>
                  </a:lnTo>
                  <a:close/>
                </a:path>
                <a:path w="3802379" h="262889">
                  <a:moveTo>
                    <a:pt x="1868805" y="93882"/>
                  </a:moveTo>
                  <a:lnTo>
                    <a:pt x="1693545" y="94771"/>
                  </a:lnTo>
                  <a:lnTo>
                    <a:pt x="1693795" y="152302"/>
                  </a:lnTo>
                  <a:lnTo>
                    <a:pt x="1693799" y="153191"/>
                  </a:lnTo>
                  <a:lnTo>
                    <a:pt x="1869059" y="152302"/>
                  </a:lnTo>
                  <a:lnTo>
                    <a:pt x="1868808" y="94771"/>
                  </a:lnTo>
                  <a:lnTo>
                    <a:pt x="1868805" y="93882"/>
                  </a:lnTo>
                  <a:close/>
                </a:path>
                <a:path w="3802379" h="262889">
                  <a:moveTo>
                    <a:pt x="2102485" y="92739"/>
                  </a:moveTo>
                  <a:lnTo>
                    <a:pt x="1927225" y="93501"/>
                  </a:lnTo>
                  <a:lnTo>
                    <a:pt x="1927475" y="151159"/>
                  </a:lnTo>
                  <a:lnTo>
                    <a:pt x="1927479" y="151921"/>
                  </a:lnTo>
                  <a:lnTo>
                    <a:pt x="2102739" y="151159"/>
                  </a:lnTo>
                  <a:lnTo>
                    <a:pt x="2102488" y="93501"/>
                  </a:lnTo>
                  <a:lnTo>
                    <a:pt x="2102485" y="92739"/>
                  </a:lnTo>
                  <a:close/>
                </a:path>
                <a:path w="3802379" h="262889">
                  <a:moveTo>
                    <a:pt x="2336165" y="91469"/>
                  </a:moveTo>
                  <a:lnTo>
                    <a:pt x="2160905" y="92358"/>
                  </a:lnTo>
                  <a:lnTo>
                    <a:pt x="2161155" y="149889"/>
                  </a:lnTo>
                  <a:lnTo>
                    <a:pt x="2161159" y="150778"/>
                  </a:lnTo>
                  <a:lnTo>
                    <a:pt x="2336419" y="149889"/>
                  </a:lnTo>
                  <a:lnTo>
                    <a:pt x="2336168" y="92358"/>
                  </a:lnTo>
                  <a:lnTo>
                    <a:pt x="2336165" y="91469"/>
                  </a:lnTo>
                  <a:close/>
                </a:path>
                <a:path w="3802379" h="262889">
                  <a:moveTo>
                    <a:pt x="2569845" y="90326"/>
                  </a:moveTo>
                  <a:lnTo>
                    <a:pt x="2394585" y="91215"/>
                  </a:lnTo>
                  <a:lnTo>
                    <a:pt x="2394835" y="148746"/>
                  </a:lnTo>
                  <a:lnTo>
                    <a:pt x="2394839" y="149635"/>
                  </a:lnTo>
                  <a:lnTo>
                    <a:pt x="2570099" y="148746"/>
                  </a:lnTo>
                  <a:lnTo>
                    <a:pt x="2569848" y="91215"/>
                  </a:lnTo>
                  <a:lnTo>
                    <a:pt x="2569845" y="90326"/>
                  </a:lnTo>
                  <a:close/>
                </a:path>
                <a:path w="3802379" h="262889">
                  <a:moveTo>
                    <a:pt x="2803525" y="89183"/>
                  </a:moveTo>
                  <a:lnTo>
                    <a:pt x="2628265" y="90072"/>
                  </a:lnTo>
                  <a:lnTo>
                    <a:pt x="2628515" y="147603"/>
                  </a:lnTo>
                  <a:lnTo>
                    <a:pt x="2628519" y="148492"/>
                  </a:lnTo>
                  <a:lnTo>
                    <a:pt x="2803779" y="147603"/>
                  </a:lnTo>
                  <a:lnTo>
                    <a:pt x="2803528" y="90072"/>
                  </a:lnTo>
                  <a:lnTo>
                    <a:pt x="2803525" y="89183"/>
                  </a:lnTo>
                  <a:close/>
                </a:path>
                <a:path w="3802379" h="262889">
                  <a:moveTo>
                    <a:pt x="3037205" y="88040"/>
                  </a:moveTo>
                  <a:lnTo>
                    <a:pt x="2861945" y="88929"/>
                  </a:lnTo>
                  <a:lnTo>
                    <a:pt x="2862195" y="146460"/>
                  </a:lnTo>
                  <a:lnTo>
                    <a:pt x="2862199" y="147349"/>
                  </a:lnTo>
                  <a:lnTo>
                    <a:pt x="3037459" y="146460"/>
                  </a:lnTo>
                  <a:lnTo>
                    <a:pt x="3037208" y="88929"/>
                  </a:lnTo>
                  <a:lnTo>
                    <a:pt x="3037205" y="88040"/>
                  </a:lnTo>
                  <a:close/>
                </a:path>
                <a:path w="3802379" h="262889">
                  <a:moveTo>
                    <a:pt x="3270885" y="86897"/>
                  </a:moveTo>
                  <a:lnTo>
                    <a:pt x="3095625" y="87786"/>
                  </a:lnTo>
                  <a:lnTo>
                    <a:pt x="3095875" y="145317"/>
                  </a:lnTo>
                  <a:lnTo>
                    <a:pt x="3095879" y="146206"/>
                  </a:lnTo>
                  <a:lnTo>
                    <a:pt x="3271139" y="145317"/>
                  </a:lnTo>
                  <a:lnTo>
                    <a:pt x="3270888" y="87786"/>
                  </a:lnTo>
                  <a:lnTo>
                    <a:pt x="3270885" y="86897"/>
                  </a:lnTo>
                  <a:close/>
                </a:path>
                <a:path w="3802379" h="262889">
                  <a:moveTo>
                    <a:pt x="3504565" y="85754"/>
                  </a:moveTo>
                  <a:lnTo>
                    <a:pt x="3329305" y="86643"/>
                  </a:lnTo>
                  <a:lnTo>
                    <a:pt x="3329555" y="144174"/>
                  </a:lnTo>
                  <a:lnTo>
                    <a:pt x="3329559" y="145063"/>
                  </a:lnTo>
                  <a:lnTo>
                    <a:pt x="3504819" y="144174"/>
                  </a:lnTo>
                  <a:lnTo>
                    <a:pt x="3504568" y="86643"/>
                  </a:lnTo>
                  <a:lnTo>
                    <a:pt x="3504565" y="85754"/>
                  </a:lnTo>
                  <a:close/>
                </a:path>
                <a:path w="3802379" h="262889">
                  <a:moveTo>
                    <a:pt x="3738245" y="84611"/>
                  </a:moveTo>
                  <a:lnTo>
                    <a:pt x="3562985" y="85373"/>
                  </a:lnTo>
                  <a:lnTo>
                    <a:pt x="3563235" y="143031"/>
                  </a:lnTo>
                  <a:lnTo>
                    <a:pt x="3563239" y="143793"/>
                  </a:lnTo>
                  <a:lnTo>
                    <a:pt x="3738499" y="143031"/>
                  </a:lnTo>
                  <a:lnTo>
                    <a:pt x="3738248" y="85373"/>
                  </a:lnTo>
                  <a:lnTo>
                    <a:pt x="3738245" y="84611"/>
                  </a:lnTo>
                  <a:close/>
                </a:path>
                <a:path w="3802379" h="262889">
                  <a:moveTo>
                    <a:pt x="3801999" y="84230"/>
                  </a:moveTo>
                  <a:lnTo>
                    <a:pt x="3796665" y="84230"/>
                  </a:lnTo>
                  <a:lnTo>
                    <a:pt x="3796919" y="142650"/>
                  </a:lnTo>
                  <a:lnTo>
                    <a:pt x="3802379" y="142650"/>
                  </a:lnTo>
                  <a:lnTo>
                    <a:pt x="3801999" y="8423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96100" y="4386579"/>
              <a:ext cx="203200" cy="2032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458460" y="3080321"/>
            <a:ext cx="14865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Input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Parameters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13</a:t>
            </a:fld>
            <a:endParaRPr spc="-25" dirty="0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5384800" y="4680966"/>
            <a:ext cx="16357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Output</a:t>
            </a:r>
            <a:r>
              <a:rPr sz="1400" b="1" spc="-5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Parameters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78585" y="80562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Biz.</a:t>
            </a:r>
            <a:r>
              <a:rPr spc="-20" dirty="0"/>
              <a:t> </a:t>
            </a:r>
            <a:r>
              <a:rPr dirty="0"/>
              <a:t>Application</a:t>
            </a:r>
            <a:r>
              <a:rPr spc="-15" dirty="0"/>
              <a:t> </a:t>
            </a:r>
            <a:r>
              <a:rPr dirty="0"/>
              <a:t>이</a:t>
            </a:r>
            <a:r>
              <a:rPr spc="-25" dirty="0"/>
              <a:t> </a:t>
            </a:r>
            <a:r>
              <a:rPr dirty="0"/>
              <a:t>갖게</a:t>
            </a:r>
            <a:r>
              <a:rPr spc="-20" dirty="0"/>
              <a:t> </a:t>
            </a:r>
            <a:r>
              <a:rPr dirty="0"/>
              <a:t>될</a:t>
            </a:r>
            <a:r>
              <a:rPr spc="-25" dirty="0"/>
              <a:t> </a:t>
            </a:r>
            <a:r>
              <a:rPr spc="-10" dirty="0"/>
              <a:t>Benefit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5" y="590297"/>
            <a:ext cx="868362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선진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고도화된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SW PKG를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위한</a:t>
            </a:r>
            <a:r>
              <a:rPr sz="1700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제품화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지수들</a:t>
            </a:r>
            <a:endParaRPr sz="1700" dirty="0">
              <a:latin typeface="Malgun Gothic"/>
              <a:cs typeface="Malgun Gothic"/>
            </a:endParaRPr>
          </a:p>
          <a:p>
            <a:pPr marL="49530">
              <a:spcBef>
                <a:spcPts val="2660"/>
              </a:spcBef>
            </a:pP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글로벌</a:t>
            </a:r>
            <a:r>
              <a:rPr sz="1600" b="1" spc="-10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비즈니스를 해야</a:t>
            </a:r>
            <a:r>
              <a:rPr sz="1600" b="1" spc="-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할</a:t>
            </a:r>
            <a:r>
              <a:rPr sz="1600" b="1" spc="1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SW</a:t>
            </a:r>
            <a:r>
              <a:rPr sz="1600" b="1" spc="-2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패키지</a:t>
            </a:r>
            <a:r>
              <a:rPr sz="1600" b="1" spc="-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제품의</a:t>
            </a:r>
            <a:r>
              <a:rPr sz="1600" b="1" spc="1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78D35"/>
                </a:solidFill>
                <a:latin typeface="Malgun Gothic"/>
                <a:cs typeface="Malgun Gothic"/>
              </a:rPr>
              <a:t>품질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은</a:t>
            </a:r>
            <a:r>
              <a:rPr sz="1600" b="1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소스</a:t>
            </a:r>
            <a:r>
              <a:rPr sz="1600" b="1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품질,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안전성 검증</a:t>
            </a:r>
            <a:r>
              <a:rPr sz="1600" b="1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등만으로는</a:t>
            </a:r>
            <a:r>
              <a:rPr sz="1600" b="1" spc="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404040"/>
                </a:solidFill>
                <a:latin typeface="Malgun Gothic"/>
                <a:cs typeface="Malgun Gothic"/>
              </a:rPr>
              <a:t>한계</a:t>
            </a:r>
            <a:endParaRPr sz="1600" dirty="0">
              <a:latin typeface="Malgun Gothic"/>
              <a:cs typeface="Malgun Gothic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382712" y="1669034"/>
          <a:ext cx="9423400" cy="4863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2955">
                <a:tc>
                  <a:txBody>
                    <a:bodyPr/>
                    <a:lstStyle/>
                    <a:p>
                      <a:pPr marL="536575" marR="530860" indent="7366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Technical Categories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60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5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6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제품화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지수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항목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Agados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기반의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Application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pPr marL="271780" marR="687070">
                        <a:lnSpc>
                          <a:spcPct val="119600"/>
                        </a:lnSpc>
                        <a:spcBef>
                          <a:spcPts val="75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커스터마이징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시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(가장</a:t>
                      </a:r>
                      <a:r>
                        <a:rPr sz="1200" b="1" spc="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기본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요건)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52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22479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커스터마이징 경우</a:t>
                      </a:r>
                      <a:r>
                        <a:rPr sz="1200" b="1" spc="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패키지 본체에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재컴파일이</a:t>
                      </a:r>
                      <a:r>
                        <a:rPr sz="1200" b="1" spc="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발생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하지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않도록</a:t>
                      </a:r>
                      <a:r>
                        <a:rPr sz="1200" b="1" spc="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함.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654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Customizing</a:t>
                      </a:r>
                      <a:r>
                        <a:rPr sz="1200" b="1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방법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본체</a:t>
                      </a:r>
                      <a:r>
                        <a:rPr sz="1200" b="1" spc="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Configurable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Changing</a:t>
                      </a:r>
                      <a:r>
                        <a:rPr sz="1200" b="1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(재조정)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 marR="14351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Add-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: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①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3GL 코딩을</a:t>
                      </a:r>
                      <a:r>
                        <a:rPr sz="1200" b="1" spc="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패키지와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인터페이스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Biz.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API 제공하는가?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②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Coding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sz="1200" b="1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재컴파일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없이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사용자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추가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기능을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패키지에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탑재할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있는가?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266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5270" marR="638810" indent="-162560">
                        <a:lnSpc>
                          <a:spcPct val="119400"/>
                        </a:lnSpc>
                        <a:spcBef>
                          <a:spcPts val="30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①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Designed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BAPIs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for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Add-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On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(컨설팅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제공)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92710">
                        <a:lnSpc>
                          <a:spcPts val="1440"/>
                        </a:lnSpc>
                        <a:spcBef>
                          <a:spcPts val="30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②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Adding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Design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Rule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Definition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051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Agados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38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3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Customizing</a:t>
                      </a:r>
                      <a:r>
                        <a:rPr sz="1200" b="1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시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(Locale;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지역화)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162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Locale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Data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Setting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자동화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 통화,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Date-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Time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표기방식,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기타…)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543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62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다중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언어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자동화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 화면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문자, 메뉴, 메시지,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etc…)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 marR="778510">
                        <a:lnSpc>
                          <a:spcPct val="119400"/>
                        </a:lnSpc>
                      </a:pP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Customizing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(화면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UI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조정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501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화면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스타일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일괄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조정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지원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Configurable</a:t>
                      </a:r>
                      <a:r>
                        <a:rPr sz="1200" b="1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Changing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1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8909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커스터마이징을 위한</a:t>
                      </a:r>
                      <a:r>
                        <a:rPr sz="1200" b="1" spc="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화면 스타일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재조정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지원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(Configurable</a:t>
                      </a:r>
                      <a:r>
                        <a:rPr sz="1200" b="1" spc="-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Changing)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76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9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300" y="0"/>
            <a:ext cx="9646920" cy="363220"/>
            <a:chOff x="241300" y="0"/>
            <a:chExt cx="9646920" cy="363220"/>
          </a:xfrm>
        </p:grpSpPr>
        <p:sp>
          <p:nvSpPr>
            <p:cNvPr id="3" name="object 3"/>
            <p:cNvSpPr/>
            <p:nvPr/>
          </p:nvSpPr>
          <p:spPr>
            <a:xfrm>
              <a:off x="241300" y="0"/>
              <a:ext cx="9398000" cy="144780"/>
            </a:xfrm>
            <a:custGeom>
              <a:avLst/>
              <a:gdLst/>
              <a:ahLst/>
              <a:cxnLst/>
              <a:rect l="l" t="t" r="r" b="b"/>
              <a:pathLst>
                <a:path w="9398000" h="144780">
                  <a:moveTo>
                    <a:pt x="9398000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9398000" y="144779"/>
                  </a:lnTo>
                  <a:lnTo>
                    <a:pt x="9398000" y="0"/>
                  </a:lnTo>
                  <a:close/>
                </a:path>
              </a:pathLst>
            </a:custGeom>
            <a:solidFill>
              <a:srgbClr val="F78D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54159" y="48259"/>
              <a:ext cx="734059" cy="314959"/>
            </a:xfrm>
            <a:prstGeom prst="rect">
              <a:avLst/>
            </a:prstGeom>
          </p:spPr>
        </p:pic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82712" y="1263141"/>
          <a:ext cx="9423400" cy="557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510"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Technical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5365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Categories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435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55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6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제품화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지수</a:t>
                      </a:r>
                      <a:r>
                        <a:rPr sz="16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항목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Agados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기반의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Application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317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Customizing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 marR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 패키지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Source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유출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방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지)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커스터마이징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1200" b="1" spc="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소스가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오픈</a:t>
                      </a:r>
                      <a:r>
                        <a:rPr sz="1200" b="1" spc="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되지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않는가?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(SW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Package</a:t>
                      </a:r>
                      <a:r>
                        <a:rPr sz="1200" b="1" spc="-3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가치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보호)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5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 marR="582930">
                        <a:lnSpc>
                          <a:spcPct val="1202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Customizing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(Application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,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Handling</a:t>
                      </a:r>
                      <a:r>
                        <a:rPr sz="1200" b="1" spc="4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Package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Data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Model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유지성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 marR="17653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데이터의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추가에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Impact로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부터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제품이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받는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영향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도를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낮출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있는가)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451484" marR="4445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(Provide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Consulting,</a:t>
                      </a:r>
                      <a:r>
                        <a:rPr sz="1200" b="1" spc="-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Applied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Application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Model)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1514475">
                        <a:lnSpc>
                          <a:spcPct val="119400"/>
                        </a:lnSpc>
                        <a:spcBef>
                          <a:spcPts val="22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(Package)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Data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Model</a:t>
                      </a:r>
                      <a:r>
                        <a:rPr sz="1200" b="1" spc="3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확장성</a:t>
                      </a:r>
                      <a:r>
                        <a:rPr sz="1200" b="1" spc="50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Expansibility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for Base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on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Adding)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285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5740" indent="-205740" algn="ctr">
                        <a:lnSpc>
                          <a:spcPct val="100000"/>
                        </a:lnSpc>
                        <a:spcBef>
                          <a:spcPts val="650"/>
                        </a:spcBef>
                        <a:buChar char="○"/>
                        <a:tabLst>
                          <a:tab pos="205740" algn="l"/>
                        </a:tabLst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(Provide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Consulting,</a:t>
                      </a:r>
                      <a:r>
                        <a:rPr sz="1200" b="1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Applied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Application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Model)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Locking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방지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Prevent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Mistakes</a:t>
                      </a:r>
                      <a:r>
                        <a:rPr sz="1200" b="1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of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Customizer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5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(Agados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내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DB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Handling</a:t>
                      </a:r>
                      <a:r>
                        <a:rPr sz="1200" b="1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Locking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방지)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1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1587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개발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소스와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SQL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Statements,</a:t>
                      </a:r>
                      <a:r>
                        <a:rPr sz="1200" b="1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Procedures</a:t>
                      </a:r>
                      <a:r>
                        <a:rPr sz="1200" b="1" spc="3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등의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문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장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정보들의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분리성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(소스 내에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경우,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요구사항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변경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,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소스를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변경해야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함으로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Impact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커짐)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05765" marR="189865" indent="-20574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○"/>
                        <a:tabLst>
                          <a:tab pos="700405" algn="l"/>
                        </a:tabLst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(SQL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Statements,</a:t>
                      </a:r>
                      <a:r>
                        <a:rPr sz="1200" b="1" spc="-6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Procedures</a:t>
                      </a:r>
                      <a:r>
                        <a:rPr sz="1200" b="1" spc="-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are 	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managed</a:t>
                      </a:r>
                      <a:r>
                        <a:rPr sz="1200" b="1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Separately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 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704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Customizing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(다른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시스템과의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Interface)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9525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타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시스템(어플리케이션)과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간의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I/F를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위한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방법 제공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571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 I/F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방법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제공)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36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marL="271780" marR="920750">
                        <a:lnSpc>
                          <a:spcPct val="119400"/>
                        </a:lnSpc>
                        <a:spcBef>
                          <a:spcPts val="75"/>
                        </a:spcBef>
                      </a:pP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Customizing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방법론)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95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11811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제품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본체의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모델을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유지하며 커스터마이징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고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유의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방법론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63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(Consulting,</a:t>
                      </a:r>
                      <a:r>
                        <a:rPr sz="1200" b="1" spc="-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Methodology</a:t>
                      </a:r>
                      <a:r>
                        <a:rPr sz="1200" b="1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제공)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450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9191625" algn="l"/>
                        </a:tabLst>
                      </a:pP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S Mincho"/>
                          <a:cs typeface="MS Mincho"/>
                        </a:rPr>
                        <a:t>Ⓒ</a:t>
                      </a:r>
                      <a:r>
                        <a:rPr sz="1200" b="1" spc="-187" baseline="3472" dirty="0">
                          <a:solidFill>
                            <a:srgbClr val="FFFFFF"/>
                          </a:solidFill>
                          <a:latin typeface="MS Mincho"/>
                          <a:cs typeface="MS Mincho"/>
                        </a:rPr>
                        <a:t> </a:t>
                      </a: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2014</a:t>
                      </a:r>
                      <a:r>
                        <a:rPr sz="1200" b="1" spc="-52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agados</a:t>
                      </a:r>
                      <a:r>
                        <a:rPr sz="1200" b="1" spc="-30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All</a:t>
                      </a:r>
                      <a:r>
                        <a:rPr sz="1200" b="1" spc="-15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rights </a:t>
                      </a:r>
                      <a:r>
                        <a:rPr sz="1200" b="1" spc="-15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reserved.</a:t>
                      </a:r>
                      <a:r>
                        <a:rPr sz="1200" b="1" baseline="3472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	</a:t>
                      </a:r>
                      <a:r>
                        <a:rPr sz="1000" b="1" spc="-3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87</a:t>
                      </a:r>
                      <a:endParaRPr sz="1000">
                        <a:latin typeface="Malgun Gothic"/>
                        <a:cs typeface="Malgun Gothic"/>
                      </a:endParaRPr>
                    </a:p>
                  </a:txBody>
                  <a:tcPr marL="0" marR="0" marT="30480" marB="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63980" y="145759"/>
            <a:ext cx="5356225" cy="7296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b="1" dirty="0">
                <a:latin typeface="Malgun Gothic"/>
                <a:cs typeface="Malgun Gothic"/>
              </a:rPr>
              <a:t>Agados</a:t>
            </a:r>
            <a:r>
              <a:rPr b="1" spc="-1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based</a:t>
            </a:r>
            <a:r>
              <a:rPr b="1" spc="-3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Biz.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Application</a:t>
            </a:r>
            <a:r>
              <a:rPr b="1" spc="-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이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갖게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될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Benefit</a:t>
            </a:r>
            <a:endParaRPr>
              <a:latin typeface="Malgun Gothic"/>
              <a:cs typeface="Malgun Gothic"/>
            </a:endParaRPr>
          </a:p>
          <a:p>
            <a:pPr marL="27305">
              <a:spcBef>
                <a:spcPts val="65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선진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고도화된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SW PKG를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위한</a:t>
            </a:r>
            <a:r>
              <a:rPr sz="1700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제품화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지수들</a:t>
            </a:r>
            <a:endParaRPr sz="17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980" y="145759"/>
            <a:ext cx="5356225" cy="7296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b="1" dirty="0">
                <a:latin typeface="Malgun Gothic"/>
                <a:cs typeface="Malgun Gothic"/>
              </a:rPr>
              <a:t>Agados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based</a:t>
            </a:r>
            <a:r>
              <a:rPr b="1" spc="-3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Biz.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Application 이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갖게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될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Benefit</a:t>
            </a:r>
            <a:endParaRPr>
              <a:latin typeface="Malgun Gothic"/>
              <a:cs typeface="Malgun Gothic"/>
            </a:endParaRPr>
          </a:p>
          <a:p>
            <a:pPr marL="27305">
              <a:spcBef>
                <a:spcPts val="65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선진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고도화된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SW PKG를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위한</a:t>
            </a:r>
            <a:r>
              <a:rPr sz="1700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제품화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지수들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16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82712" y="1231519"/>
          <a:ext cx="9423400" cy="530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6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1023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Technical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  <a:p>
                      <a:pPr marL="53657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Categories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685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4013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Qualification</a:t>
                      </a:r>
                      <a:r>
                        <a:rPr sz="1600" b="1" spc="-8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Indicators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Malgun Gothic"/>
                          <a:cs typeface="Malgun Gothic"/>
                        </a:rPr>
                        <a:t>Agados</a:t>
                      </a:r>
                      <a:r>
                        <a:rPr sz="16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dirty="0">
                          <a:latin typeface="Malgun Gothic"/>
                          <a:cs typeface="Malgun Gothic"/>
                        </a:rPr>
                        <a:t>Based</a:t>
                      </a:r>
                      <a:r>
                        <a:rPr sz="16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600" b="1" spc="-10" dirty="0">
                          <a:latin typeface="Malgun Gothic"/>
                          <a:cs typeface="Malgun Gothic"/>
                        </a:rPr>
                        <a:t>Application</a:t>
                      </a:r>
                      <a:endParaRPr sz="1600">
                        <a:latin typeface="Malgun Gothic"/>
                        <a:cs typeface="Malgun Gothic"/>
                      </a:endParaRPr>
                    </a:p>
                  </a:txBody>
                  <a:tcPr marL="0" marR="0" marT="190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515"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Running</a:t>
                      </a:r>
                      <a:r>
                        <a:rPr sz="1200" b="1" spc="-5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Time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(변경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3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3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배포)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2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변경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시,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사용자의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별도</a:t>
                      </a:r>
                      <a:r>
                        <a:rPr sz="1200" b="1" spc="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액션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없이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자동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배포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774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(Smart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Client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Publishing)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28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Visibilities</a:t>
                      </a:r>
                      <a:endParaRPr sz="2000" dirty="0">
                        <a:latin typeface="Malgun Gothic"/>
                        <a:cs typeface="Malgun Gothic"/>
                      </a:endParaRPr>
                    </a:p>
                    <a:p>
                      <a:pPr marL="271780" marR="1530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(SW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PKG의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상태에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다양한</a:t>
                      </a:r>
                      <a:r>
                        <a:rPr sz="1200" b="1" spc="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가시성,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Monitoring,</a:t>
                      </a:r>
                      <a:r>
                        <a:rPr sz="1200" b="1" spc="-7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Tracing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 ,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etc…,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자체적으로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상태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뷰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제공,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Monitoring/Analysis</a:t>
                      </a:r>
                      <a:r>
                        <a:rPr sz="1200" b="1" spc="7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Features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984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실행중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혹은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커스터마이징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시 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Testing</a:t>
                      </a:r>
                      <a:r>
                        <a:rPr sz="1200" b="1" spc="-3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Features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60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요소간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상호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연결성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제공,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Relationship</a:t>
                      </a:r>
                      <a:r>
                        <a:rPr sz="1200" b="1" spc="-3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Matrix ,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etc…</a:t>
                      </a:r>
                      <a:r>
                        <a:rPr sz="1200" b="1" spc="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52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7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SW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PKG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실행중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혹은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커스터마이징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시,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Performance</a:t>
                      </a:r>
                      <a:r>
                        <a:rPr sz="1200" b="1" spc="-4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&amp;</a:t>
                      </a:r>
                      <a:r>
                        <a:rPr sz="1200" b="1" spc="-5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Tracing</a:t>
                      </a: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Features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  <a:p>
                      <a:pPr marL="2717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(</a:t>
                      </a:r>
                      <a:r>
                        <a:rPr sz="1200" b="1" spc="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업무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실행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1200" b="1" spc="1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,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구간별</a:t>
                      </a:r>
                      <a:r>
                        <a:rPr sz="1200" b="1" spc="2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반응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시간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등)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123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562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7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문장형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정보의</a:t>
                      </a:r>
                      <a:r>
                        <a:rPr sz="1200" b="1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별도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관리,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SQL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Statements,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etc…</a:t>
                      </a:r>
                      <a:r>
                        <a:rPr sz="1200" b="1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,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7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47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3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271780" marR="1457325">
                        <a:lnSpc>
                          <a:spcPct val="119400"/>
                        </a:lnSpc>
                        <a:spcBef>
                          <a:spcPts val="80"/>
                        </a:spcBef>
                      </a:pPr>
                      <a:r>
                        <a:rPr sz="1200" b="1" dirty="0">
                          <a:latin typeface="Malgun Gothic"/>
                          <a:cs typeface="Malgun Gothic"/>
                        </a:rPr>
                        <a:t>SERVER</a:t>
                      </a:r>
                      <a:r>
                        <a:rPr sz="1200" b="1" spc="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상의</a:t>
                      </a:r>
                      <a:r>
                        <a:rPr sz="1200" b="1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리소스</a:t>
                      </a:r>
                      <a:r>
                        <a:rPr sz="1200" b="1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라이프타임</a:t>
                      </a:r>
                      <a:r>
                        <a:rPr sz="1200" b="1" spc="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25" dirty="0">
                          <a:latin typeface="Malgun Gothic"/>
                          <a:cs typeface="Malgun Gothic"/>
                        </a:rPr>
                        <a:t>관리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(Database</a:t>
                      </a:r>
                      <a:r>
                        <a:rPr sz="1200" b="1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Resource</a:t>
                      </a:r>
                      <a:r>
                        <a:rPr sz="1200" b="1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dirty="0">
                          <a:latin typeface="Malgun Gothic"/>
                          <a:cs typeface="Malgun Gothic"/>
                        </a:rPr>
                        <a:t>등</a:t>
                      </a:r>
                      <a:r>
                        <a:rPr sz="1200" b="1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200" b="1" spc="-50" dirty="0">
                          <a:latin typeface="Malgun Gothic"/>
                          <a:cs typeface="Malgun Gothic"/>
                        </a:rPr>
                        <a:t>)</a:t>
                      </a:r>
                      <a:endParaRPr sz="1200">
                        <a:latin typeface="Malgun Gothic"/>
                        <a:cs typeface="Malgun Gothic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200" b="1" spc="-50" dirty="0">
                          <a:solidFill>
                            <a:srgbClr val="C00000"/>
                          </a:solidFill>
                          <a:latin typeface="Malgun Gothic"/>
                          <a:cs typeface="Malgun Gothic"/>
                        </a:rPr>
                        <a:t>○</a:t>
                      </a:r>
                      <a:endParaRPr sz="1200" dirty="0">
                        <a:latin typeface="Malgun Gothic"/>
                        <a:cs typeface="Malgun Gothic"/>
                      </a:endParaRPr>
                    </a:p>
                  </a:txBody>
                  <a:tcPr marL="0" marR="0" marT="1549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4300" y="1046480"/>
            <a:ext cx="9443720" cy="5811520"/>
            <a:chOff x="241300" y="1046480"/>
            <a:chExt cx="9443720" cy="5811520"/>
          </a:xfrm>
        </p:grpSpPr>
        <p:sp>
          <p:nvSpPr>
            <p:cNvPr id="3" name="object 3"/>
            <p:cNvSpPr/>
            <p:nvPr/>
          </p:nvSpPr>
          <p:spPr>
            <a:xfrm>
              <a:off x="251460" y="1051560"/>
              <a:ext cx="9414510" cy="0"/>
            </a:xfrm>
            <a:custGeom>
              <a:avLst/>
              <a:gdLst/>
              <a:ahLst/>
              <a:cxnLst/>
              <a:rect l="l" t="t" r="r" b="b"/>
              <a:pathLst>
                <a:path w="9414510">
                  <a:moveTo>
                    <a:pt x="0" y="0"/>
                  </a:moveTo>
                  <a:lnTo>
                    <a:pt x="9414129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3660" y="5245100"/>
              <a:ext cx="7106920" cy="14503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86839" y="5265420"/>
              <a:ext cx="7020559" cy="1363980"/>
            </a:xfrm>
            <a:custGeom>
              <a:avLst/>
              <a:gdLst/>
              <a:ahLst/>
              <a:cxnLst/>
              <a:rect l="l" t="t" r="r" b="b"/>
              <a:pathLst>
                <a:path w="7020559" h="1363979">
                  <a:moveTo>
                    <a:pt x="7020559" y="0"/>
                  </a:moveTo>
                  <a:lnTo>
                    <a:pt x="0" y="0"/>
                  </a:lnTo>
                  <a:lnTo>
                    <a:pt x="0" y="1363979"/>
                  </a:lnTo>
                  <a:lnTo>
                    <a:pt x="7020559" y="1363979"/>
                  </a:lnTo>
                  <a:lnTo>
                    <a:pt x="7020559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5560" y="5237480"/>
              <a:ext cx="7147559" cy="15011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3580" y="2092960"/>
              <a:ext cx="8567420" cy="2735580"/>
            </a:xfrm>
            <a:custGeom>
              <a:avLst/>
              <a:gdLst/>
              <a:ahLst/>
              <a:cxnLst/>
              <a:rect l="l" t="t" r="r" b="b"/>
              <a:pathLst>
                <a:path w="8567420" h="2735579">
                  <a:moveTo>
                    <a:pt x="8567420" y="0"/>
                  </a:moveTo>
                  <a:lnTo>
                    <a:pt x="0" y="0"/>
                  </a:lnTo>
                  <a:lnTo>
                    <a:pt x="0" y="2735580"/>
                  </a:lnTo>
                  <a:lnTo>
                    <a:pt x="8567420" y="2735580"/>
                  </a:lnTo>
                  <a:lnTo>
                    <a:pt x="8567420" y="0"/>
                  </a:lnTo>
                  <a:close/>
                </a:path>
              </a:pathLst>
            </a:custGeom>
            <a:solidFill>
              <a:srgbClr val="CCEBFF">
                <a:alpha val="4705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9340" y="2308860"/>
              <a:ext cx="4175760" cy="2374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79340" y="2308860"/>
              <a:ext cx="4175760" cy="2374900"/>
            </a:xfrm>
            <a:custGeom>
              <a:avLst/>
              <a:gdLst/>
              <a:ahLst/>
              <a:cxnLst/>
              <a:rect l="l" t="t" r="r" b="b"/>
              <a:pathLst>
                <a:path w="4175759" h="2374900">
                  <a:moveTo>
                    <a:pt x="0" y="148336"/>
                  </a:moveTo>
                  <a:lnTo>
                    <a:pt x="7563" y="101453"/>
                  </a:lnTo>
                  <a:lnTo>
                    <a:pt x="28622" y="60734"/>
                  </a:lnTo>
                  <a:lnTo>
                    <a:pt x="60734" y="28622"/>
                  </a:lnTo>
                  <a:lnTo>
                    <a:pt x="101453" y="7563"/>
                  </a:lnTo>
                  <a:lnTo>
                    <a:pt x="148336" y="0"/>
                  </a:lnTo>
                  <a:lnTo>
                    <a:pt x="4027424" y="0"/>
                  </a:lnTo>
                  <a:lnTo>
                    <a:pt x="4074306" y="7563"/>
                  </a:lnTo>
                  <a:lnTo>
                    <a:pt x="4115025" y="28622"/>
                  </a:lnTo>
                  <a:lnTo>
                    <a:pt x="4147137" y="60734"/>
                  </a:lnTo>
                  <a:lnTo>
                    <a:pt x="4168196" y="101453"/>
                  </a:lnTo>
                  <a:lnTo>
                    <a:pt x="4175760" y="148336"/>
                  </a:lnTo>
                  <a:lnTo>
                    <a:pt x="4175760" y="2226564"/>
                  </a:lnTo>
                  <a:lnTo>
                    <a:pt x="4168196" y="2273446"/>
                  </a:lnTo>
                  <a:lnTo>
                    <a:pt x="4147137" y="2314165"/>
                  </a:lnTo>
                  <a:lnTo>
                    <a:pt x="4115025" y="2346277"/>
                  </a:lnTo>
                  <a:lnTo>
                    <a:pt x="4074306" y="2367336"/>
                  </a:lnTo>
                  <a:lnTo>
                    <a:pt x="4027424" y="2374900"/>
                  </a:lnTo>
                  <a:lnTo>
                    <a:pt x="148336" y="2374900"/>
                  </a:lnTo>
                  <a:lnTo>
                    <a:pt x="101453" y="2367336"/>
                  </a:lnTo>
                  <a:lnTo>
                    <a:pt x="60734" y="2346277"/>
                  </a:lnTo>
                  <a:lnTo>
                    <a:pt x="28622" y="2314165"/>
                  </a:lnTo>
                  <a:lnTo>
                    <a:pt x="7563" y="2273446"/>
                  </a:lnTo>
                  <a:lnTo>
                    <a:pt x="0" y="2226564"/>
                  </a:lnTo>
                  <a:lnTo>
                    <a:pt x="0" y="148336"/>
                  </a:lnTo>
                  <a:close/>
                </a:path>
              </a:pathLst>
            </a:custGeom>
            <a:ln w="10160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394460" y="72477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Biz.</a:t>
            </a:r>
            <a:r>
              <a:rPr spc="-20" dirty="0"/>
              <a:t> </a:t>
            </a:r>
            <a:r>
              <a:rPr dirty="0"/>
              <a:t>Application 이</a:t>
            </a:r>
            <a:r>
              <a:rPr spc="-25" dirty="0"/>
              <a:t> </a:t>
            </a:r>
            <a:r>
              <a:rPr dirty="0"/>
              <a:t>갖게</a:t>
            </a:r>
            <a:r>
              <a:rPr spc="-20" dirty="0"/>
              <a:t> </a:t>
            </a:r>
            <a:r>
              <a:rPr dirty="0"/>
              <a:t>될</a:t>
            </a:r>
            <a:r>
              <a:rPr spc="-25" dirty="0"/>
              <a:t> </a:t>
            </a:r>
            <a:r>
              <a:rPr spc="-10" dirty="0"/>
              <a:t>Benefit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78585" y="590296"/>
            <a:ext cx="59378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3GL</a:t>
            </a:r>
            <a:r>
              <a:rPr sz="1700" spc="-6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r>
              <a:rPr sz="1700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Package에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비해</a:t>
            </a:r>
            <a:r>
              <a:rPr sz="1700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r>
              <a:rPr sz="1700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Package화의</a:t>
            </a:r>
            <a:r>
              <a:rPr sz="1700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다른</a:t>
            </a:r>
            <a:r>
              <a:rPr sz="1700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Malgun Gothic"/>
                <a:cs typeface="Malgun Gothic"/>
              </a:rPr>
              <a:t>점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2704" y="2380996"/>
            <a:ext cx="3420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42340">
              <a:spcBef>
                <a:spcPts val="100"/>
              </a:spcBef>
            </a:pPr>
            <a:r>
              <a:rPr sz="2000" b="1" dirty="0">
                <a:solidFill>
                  <a:srgbClr val="95001D"/>
                </a:solidFill>
                <a:latin typeface="Malgun Gothic"/>
                <a:cs typeface="Malgun Gothic"/>
              </a:rPr>
              <a:t>Agados</a:t>
            </a:r>
            <a:r>
              <a:rPr sz="2000" b="1" spc="-25" dirty="0">
                <a:solidFill>
                  <a:srgbClr val="95001D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기반 </a:t>
            </a:r>
            <a:r>
              <a:rPr sz="2000" b="1" dirty="0">
                <a:latin typeface="Malgun Gothic"/>
                <a:cs typeface="Malgun Gothic"/>
              </a:rPr>
              <a:t>SW(Package/서비스)</a:t>
            </a:r>
            <a:r>
              <a:rPr sz="2000" b="1" spc="-12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System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93901" y="2303779"/>
            <a:ext cx="3611879" cy="2385060"/>
            <a:chOff x="850900" y="2303779"/>
            <a:chExt cx="3611879" cy="238506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5980" y="2308859"/>
              <a:ext cx="3601720" cy="23749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55980" y="2308859"/>
              <a:ext cx="3601720" cy="2374900"/>
            </a:xfrm>
            <a:custGeom>
              <a:avLst/>
              <a:gdLst/>
              <a:ahLst/>
              <a:cxnLst/>
              <a:rect l="l" t="t" r="r" b="b"/>
              <a:pathLst>
                <a:path w="3601720" h="2374900">
                  <a:moveTo>
                    <a:pt x="0" y="148336"/>
                  </a:moveTo>
                  <a:lnTo>
                    <a:pt x="7561" y="101453"/>
                  </a:lnTo>
                  <a:lnTo>
                    <a:pt x="28619" y="60734"/>
                  </a:lnTo>
                  <a:lnTo>
                    <a:pt x="60728" y="28622"/>
                  </a:lnTo>
                  <a:lnTo>
                    <a:pt x="101448" y="7563"/>
                  </a:lnTo>
                  <a:lnTo>
                    <a:pt x="148335" y="0"/>
                  </a:lnTo>
                  <a:lnTo>
                    <a:pt x="3453383" y="0"/>
                  </a:lnTo>
                  <a:lnTo>
                    <a:pt x="3500266" y="7563"/>
                  </a:lnTo>
                  <a:lnTo>
                    <a:pt x="3540985" y="28622"/>
                  </a:lnTo>
                  <a:lnTo>
                    <a:pt x="3573097" y="60734"/>
                  </a:lnTo>
                  <a:lnTo>
                    <a:pt x="3594156" y="101453"/>
                  </a:lnTo>
                  <a:lnTo>
                    <a:pt x="3601720" y="148336"/>
                  </a:lnTo>
                  <a:lnTo>
                    <a:pt x="3601720" y="2226564"/>
                  </a:lnTo>
                  <a:lnTo>
                    <a:pt x="3594156" y="2273446"/>
                  </a:lnTo>
                  <a:lnTo>
                    <a:pt x="3573097" y="2314165"/>
                  </a:lnTo>
                  <a:lnTo>
                    <a:pt x="3540985" y="2346277"/>
                  </a:lnTo>
                  <a:lnTo>
                    <a:pt x="3500266" y="2367336"/>
                  </a:lnTo>
                  <a:lnTo>
                    <a:pt x="3453383" y="2374900"/>
                  </a:lnTo>
                  <a:lnTo>
                    <a:pt x="148335" y="2374900"/>
                  </a:lnTo>
                  <a:lnTo>
                    <a:pt x="101448" y="2367336"/>
                  </a:lnTo>
                  <a:lnTo>
                    <a:pt x="60728" y="2346277"/>
                  </a:lnTo>
                  <a:lnTo>
                    <a:pt x="28619" y="2314165"/>
                  </a:lnTo>
                  <a:lnTo>
                    <a:pt x="7561" y="2273446"/>
                  </a:lnTo>
                  <a:lnTo>
                    <a:pt x="0" y="2226564"/>
                  </a:lnTo>
                  <a:lnTo>
                    <a:pt x="0" y="148336"/>
                  </a:lnTo>
                  <a:close/>
                </a:path>
              </a:pathLst>
            </a:custGeom>
            <a:ln w="10160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26411" y="2380996"/>
            <a:ext cx="25450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1520"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3GL</a:t>
            </a:r>
            <a:r>
              <a:rPr sz="2000" b="1" spc="-40" dirty="0">
                <a:latin typeface="Malgun Gothic"/>
                <a:cs typeface="Malgun Gothic"/>
              </a:rPr>
              <a:t> </a:t>
            </a:r>
            <a:r>
              <a:rPr sz="2000" b="1" spc="-25" dirty="0">
                <a:latin typeface="Malgun Gothic"/>
                <a:cs typeface="Malgun Gothic"/>
              </a:rPr>
              <a:t>기반 </a:t>
            </a:r>
            <a:r>
              <a:rPr sz="2000" b="1" dirty="0">
                <a:latin typeface="Malgun Gothic"/>
                <a:cs typeface="Malgun Gothic"/>
              </a:rPr>
              <a:t>SW(Package)</a:t>
            </a:r>
            <a:r>
              <a:rPr sz="2000" b="1" spc="-13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System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410460" y="3190240"/>
            <a:ext cx="2834640" cy="871219"/>
            <a:chOff x="1267460" y="3190239"/>
            <a:chExt cx="2834640" cy="871219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6060" y="3616959"/>
              <a:ext cx="2593340" cy="431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96060" y="3616959"/>
              <a:ext cx="2593340" cy="431800"/>
            </a:xfrm>
            <a:custGeom>
              <a:avLst/>
              <a:gdLst/>
              <a:ahLst/>
              <a:cxnLst/>
              <a:rect l="l" t="t" r="r" b="b"/>
              <a:pathLst>
                <a:path w="2593340" h="431800">
                  <a:moveTo>
                    <a:pt x="0" y="7746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6" y="0"/>
                  </a:lnTo>
                  <a:lnTo>
                    <a:pt x="2585592" y="0"/>
                  </a:lnTo>
                  <a:lnTo>
                    <a:pt x="2589911" y="0"/>
                  </a:lnTo>
                  <a:lnTo>
                    <a:pt x="2593340" y="3428"/>
                  </a:lnTo>
                  <a:lnTo>
                    <a:pt x="2593340" y="7746"/>
                  </a:lnTo>
                  <a:lnTo>
                    <a:pt x="2593340" y="424052"/>
                  </a:lnTo>
                  <a:lnTo>
                    <a:pt x="2593340" y="428370"/>
                  </a:lnTo>
                  <a:lnTo>
                    <a:pt x="2589911" y="431800"/>
                  </a:lnTo>
                  <a:lnTo>
                    <a:pt x="2585592" y="431800"/>
                  </a:lnTo>
                  <a:lnTo>
                    <a:pt x="7746" y="431800"/>
                  </a:lnTo>
                  <a:lnTo>
                    <a:pt x="3428" y="431800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6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2400" y="3474719"/>
              <a:ext cx="2593340" cy="43179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22400" y="3474719"/>
              <a:ext cx="2593340" cy="431800"/>
            </a:xfrm>
            <a:custGeom>
              <a:avLst/>
              <a:gdLst/>
              <a:ahLst/>
              <a:cxnLst/>
              <a:rect l="l" t="t" r="r" b="b"/>
              <a:pathLst>
                <a:path w="2593340" h="431800">
                  <a:moveTo>
                    <a:pt x="0" y="7746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6" y="0"/>
                  </a:lnTo>
                  <a:lnTo>
                    <a:pt x="2585592" y="0"/>
                  </a:lnTo>
                  <a:lnTo>
                    <a:pt x="2589911" y="0"/>
                  </a:lnTo>
                  <a:lnTo>
                    <a:pt x="2593340" y="3428"/>
                  </a:lnTo>
                  <a:lnTo>
                    <a:pt x="2593340" y="7746"/>
                  </a:lnTo>
                  <a:lnTo>
                    <a:pt x="2593340" y="424052"/>
                  </a:lnTo>
                  <a:lnTo>
                    <a:pt x="2593340" y="428370"/>
                  </a:lnTo>
                  <a:lnTo>
                    <a:pt x="2589911" y="431799"/>
                  </a:lnTo>
                  <a:lnTo>
                    <a:pt x="2585592" y="431799"/>
                  </a:lnTo>
                  <a:lnTo>
                    <a:pt x="7746" y="431799"/>
                  </a:lnTo>
                  <a:lnTo>
                    <a:pt x="3428" y="431799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6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1280" y="3329939"/>
              <a:ext cx="2593340" cy="4318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51280" y="3329939"/>
              <a:ext cx="2593340" cy="431800"/>
            </a:xfrm>
            <a:custGeom>
              <a:avLst/>
              <a:gdLst/>
              <a:ahLst/>
              <a:cxnLst/>
              <a:rect l="l" t="t" r="r" b="b"/>
              <a:pathLst>
                <a:path w="2593340" h="431800">
                  <a:moveTo>
                    <a:pt x="0" y="7747"/>
                  </a:moveTo>
                  <a:lnTo>
                    <a:pt x="0" y="3429"/>
                  </a:lnTo>
                  <a:lnTo>
                    <a:pt x="3428" y="0"/>
                  </a:lnTo>
                  <a:lnTo>
                    <a:pt x="7746" y="0"/>
                  </a:lnTo>
                  <a:lnTo>
                    <a:pt x="2585593" y="0"/>
                  </a:lnTo>
                  <a:lnTo>
                    <a:pt x="2589910" y="0"/>
                  </a:lnTo>
                  <a:lnTo>
                    <a:pt x="2593340" y="3429"/>
                  </a:lnTo>
                  <a:lnTo>
                    <a:pt x="2593340" y="7747"/>
                  </a:lnTo>
                  <a:lnTo>
                    <a:pt x="2593340" y="424053"/>
                  </a:lnTo>
                  <a:lnTo>
                    <a:pt x="2593340" y="428371"/>
                  </a:lnTo>
                  <a:lnTo>
                    <a:pt x="2589910" y="431800"/>
                  </a:lnTo>
                  <a:lnTo>
                    <a:pt x="2585593" y="431800"/>
                  </a:lnTo>
                  <a:lnTo>
                    <a:pt x="7746" y="431800"/>
                  </a:lnTo>
                  <a:lnTo>
                    <a:pt x="3428" y="431800"/>
                  </a:lnTo>
                  <a:lnTo>
                    <a:pt x="0" y="428371"/>
                  </a:lnTo>
                  <a:lnTo>
                    <a:pt x="0" y="424053"/>
                  </a:lnTo>
                  <a:lnTo>
                    <a:pt x="0" y="7747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0160" y="3202939"/>
              <a:ext cx="2593340" cy="3962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80160" y="3202939"/>
              <a:ext cx="2593340" cy="396240"/>
            </a:xfrm>
            <a:custGeom>
              <a:avLst/>
              <a:gdLst/>
              <a:ahLst/>
              <a:cxnLst/>
              <a:rect l="l" t="t" r="r" b="b"/>
              <a:pathLst>
                <a:path w="2593340" h="396239">
                  <a:moveTo>
                    <a:pt x="0" y="7112"/>
                  </a:moveTo>
                  <a:lnTo>
                    <a:pt x="0" y="3175"/>
                  </a:lnTo>
                  <a:lnTo>
                    <a:pt x="3175" y="0"/>
                  </a:lnTo>
                  <a:lnTo>
                    <a:pt x="7112" y="0"/>
                  </a:lnTo>
                  <a:lnTo>
                    <a:pt x="2586228" y="0"/>
                  </a:lnTo>
                  <a:lnTo>
                    <a:pt x="2590165" y="0"/>
                  </a:lnTo>
                  <a:lnTo>
                    <a:pt x="2593340" y="3175"/>
                  </a:lnTo>
                  <a:lnTo>
                    <a:pt x="2593340" y="7112"/>
                  </a:lnTo>
                  <a:lnTo>
                    <a:pt x="2593340" y="389127"/>
                  </a:lnTo>
                  <a:lnTo>
                    <a:pt x="2593340" y="393064"/>
                  </a:lnTo>
                  <a:lnTo>
                    <a:pt x="2590165" y="396239"/>
                  </a:lnTo>
                  <a:lnTo>
                    <a:pt x="2586228" y="396239"/>
                  </a:lnTo>
                  <a:lnTo>
                    <a:pt x="7112" y="396239"/>
                  </a:lnTo>
                  <a:lnTo>
                    <a:pt x="3175" y="396239"/>
                  </a:lnTo>
                  <a:lnTo>
                    <a:pt x="0" y="393064"/>
                  </a:lnTo>
                  <a:lnTo>
                    <a:pt x="0" y="389127"/>
                  </a:lnTo>
                  <a:lnTo>
                    <a:pt x="0" y="7112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46376" y="3247771"/>
            <a:ext cx="194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Malgun Gothic"/>
                <a:cs typeface="Malgun Gothic"/>
              </a:rPr>
              <a:t>Language</a:t>
            </a:r>
            <a:r>
              <a:rPr b="1" spc="-55" dirty="0">
                <a:latin typeface="Malgun Gothic"/>
                <a:cs typeface="Malgun Gothic"/>
              </a:rPr>
              <a:t> </a:t>
            </a:r>
            <a:r>
              <a:rPr b="1" spc="-20" dirty="0">
                <a:latin typeface="Malgun Gothic"/>
                <a:cs typeface="Malgun Gothic"/>
              </a:rPr>
              <a:t>Code</a:t>
            </a:r>
            <a:r>
              <a:rPr b="1" spc="-20" dirty="0">
                <a:latin typeface="Arial"/>
                <a:cs typeface="Arial"/>
              </a:rPr>
              <a:t>…</a:t>
            </a:r>
            <a:endParaRPr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565400" y="4180840"/>
            <a:ext cx="2593340" cy="368300"/>
            <a:chOff x="1422400" y="4180840"/>
            <a:chExt cx="2593340" cy="36830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22400" y="4180840"/>
              <a:ext cx="2593340" cy="368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83360" y="4188460"/>
              <a:ext cx="2405379" cy="33273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079115" y="4242434"/>
            <a:ext cx="15284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변경/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추가된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Code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25540" y="3159760"/>
            <a:ext cx="1554480" cy="861060"/>
            <a:chOff x="5082540" y="3159760"/>
            <a:chExt cx="1554480" cy="861060"/>
          </a:xfrm>
        </p:grpSpPr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3680" y="3576320"/>
              <a:ext cx="1310640" cy="43179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313680" y="3576320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40" h="431800">
                  <a:moveTo>
                    <a:pt x="0" y="7746"/>
                  </a:moveTo>
                  <a:lnTo>
                    <a:pt x="0" y="3428"/>
                  </a:lnTo>
                  <a:lnTo>
                    <a:pt x="3429" y="0"/>
                  </a:lnTo>
                  <a:lnTo>
                    <a:pt x="7747" y="0"/>
                  </a:lnTo>
                  <a:lnTo>
                    <a:pt x="1302893" y="0"/>
                  </a:lnTo>
                  <a:lnTo>
                    <a:pt x="1307211" y="0"/>
                  </a:lnTo>
                  <a:lnTo>
                    <a:pt x="1310640" y="3428"/>
                  </a:lnTo>
                  <a:lnTo>
                    <a:pt x="1310640" y="7746"/>
                  </a:lnTo>
                  <a:lnTo>
                    <a:pt x="1310640" y="424052"/>
                  </a:lnTo>
                  <a:lnTo>
                    <a:pt x="1310640" y="428370"/>
                  </a:lnTo>
                  <a:lnTo>
                    <a:pt x="1307211" y="431799"/>
                  </a:lnTo>
                  <a:lnTo>
                    <a:pt x="1302893" y="431799"/>
                  </a:lnTo>
                  <a:lnTo>
                    <a:pt x="7747" y="431799"/>
                  </a:lnTo>
                  <a:lnTo>
                    <a:pt x="3429" y="431799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6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40020" y="3472180"/>
              <a:ext cx="1310639" cy="4318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240020" y="3472180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40" h="431800">
                  <a:moveTo>
                    <a:pt x="0" y="7747"/>
                  </a:moveTo>
                  <a:lnTo>
                    <a:pt x="0" y="3429"/>
                  </a:lnTo>
                  <a:lnTo>
                    <a:pt x="3428" y="0"/>
                  </a:lnTo>
                  <a:lnTo>
                    <a:pt x="7746" y="0"/>
                  </a:lnTo>
                  <a:lnTo>
                    <a:pt x="1302893" y="0"/>
                  </a:lnTo>
                  <a:lnTo>
                    <a:pt x="1307210" y="0"/>
                  </a:lnTo>
                  <a:lnTo>
                    <a:pt x="1310639" y="3429"/>
                  </a:lnTo>
                  <a:lnTo>
                    <a:pt x="1310639" y="7747"/>
                  </a:lnTo>
                  <a:lnTo>
                    <a:pt x="1310639" y="424053"/>
                  </a:lnTo>
                  <a:lnTo>
                    <a:pt x="1310639" y="428371"/>
                  </a:lnTo>
                  <a:lnTo>
                    <a:pt x="1307210" y="431800"/>
                  </a:lnTo>
                  <a:lnTo>
                    <a:pt x="1302893" y="431800"/>
                  </a:lnTo>
                  <a:lnTo>
                    <a:pt x="7746" y="431800"/>
                  </a:lnTo>
                  <a:lnTo>
                    <a:pt x="3428" y="431800"/>
                  </a:lnTo>
                  <a:lnTo>
                    <a:pt x="0" y="428371"/>
                  </a:lnTo>
                  <a:lnTo>
                    <a:pt x="0" y="424053"/>
                  </a:lnTo>
                  <a:lnTo>
                    <a:pt x="0" y="7747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68900" y="3375660"/>
              <a:ext cx="1310639" cy="43180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168900" y="3375660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39" h="431800">
                  <a:moveTo>
                    <a:pt x="0" y="7747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7" y="0"/>
                  </a:lnTo>
                  <a:lnTo>
                    <a:pt x="1302892" y="0"/>
                  </a:lnTo>
                  <a:lnTo>
                    <a:pt x="1307211" y="0"/>
                  </a:lnTo>
                  <a:lnTo>
                    <a:pt x="1310639" y="3428"/>
                  </a:lnTo>
                  <a:lnTo>
                    <a:pt x="1310639" y="7747"/>
                  </a:lnTo>
                  <a:lnTo>
                    <a:pt x="1310639" y="424052"/>
                  </a:lnTo>
                  <a:lnTo>
                    <a:pt x="1310639" y="428370"/>
                  </a:lnTo>
                  <a:lnTo>
                    <a:pt x="1307211" y="431800"/>
                  </a:lnTo>
                  <a:lnTo>
                    <a:pt x="1302892" y="431800"/>
                  </a:lnTo>
                  <a:lnTo>
                    <a:pt x="7747" y="431800"/>
                  </a:lnTo>
                  <a:lnTo>
                    <a:pt x="3428" y="431800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7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95240" y="3172460"/>
              <a:ext cx="1313180" cy="5461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095240" y="3172460"/>
              <a:ext cx="1313180" cy="546100"/>
            </a:xfrm>
            <a:custGeom>
              <a:avLst/>
              <a:gdLst/>
              <a:ahLst/>
              <a:cxnLst/>
              <a:rect l="l" t="t" r="r" b="b"/>
              <a:pathLst>
                <a:path w="1313179" h="546100">
                  <a:moveTo>
                    <a:pt x="0" y="9778"/>
                  </a:moveTo>
                  <a:lnTo>
                    <a:pt x="0" y="4444"/>
                  </a:lnTo>
                  <a:lnTo>
                    <a:pt x="4445" y="0"/>
                  </a:lnTo>
                  <a:lnTo>
                    <a:pt x="9779" y="0"/>
                  </a:lnTo>
                  <a:lnTo>
                    <a:pt x="1303401" y="0"/>
                  </a:lnTo>
                  <a:lnTo>
                    <a:pt x="1308735" y="0"/>
                  </a:lnTo>
                  <a:lnTo>
                    <a:pt x="1313180" y="4444"/>
                  </a:lnTo>
                  <a:lnTo>
                    <a:pt x="1313180" y="9778"/>
                  </a:lnTo>
                  <a:lnTo>
                    <a:pt x="1313180" y="536320"/>
                  </a:lnTo>
                  <a:lnTo>
                    <a:pt x="1313180" y="541654"/>
                  </a:lnTo>
                  <a:lnTo>
                    <a:pt x="1308735" y="546100"/>
                  </a:lnTo>
                  <a:lnTo>
                    <a:pt x="1303401" y="546100"/>
                  </a:lnTo>
                  <a:lnTo>
                    <a:pt x="9779" y="546100"/>
                  </a:lnTo>
                  <a:lnTo>
                    <a:pt x="4445" y="546100"/>
                  </a:lnTo>
                  <a:lnTo>
                    <a:pt x="0" y="541654"/>
                  </a:lnTo>
                  <a:lnTo>
                    <a:pt x="0" y="536320"/>
                  </a:lnTo>
                  <a:lnTo>
                    <a:pt x="0" y="9778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53163" y="3218560"/>
            <a:ext cx="12833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spcBef>
                <a:spcPts val="100"/>
              </a:spcBef>
            </a:pPr>
            <a:r>
              <a:rPr sz="1400" b="1" spc="-10" dirty="0">
                <a:latin typeface="Malgun Gothic"/>
                <a:cs typeface="Malgun Gothic"/>
              </a:rPr>
              <a:t>Language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577966" y="3428936"/>
            <a:ext cx="6356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latin typeface="Malgun Gothic"/>
                <a:cs typeface="Malgun Gothic"/>
              </a:rPr>
              <a:t>Code</a:t>
            </a:r>
            <a:r>
              <a:rPr sz="1400" b="1" spc="-10" dirty="0"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322060" y="4173221"/>
            <a:ext cx="1455419" cy="43941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689978" y="4175759"/>
            <a:ext cx="10464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marR="5080" indent="-300355"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변경/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추가된 </a:t>
            </a:r>
            <a:r>
              <a:rPr sz="1400" spc="-20" dirty="0">
                <a:latin typeface="Malgun Gothic"/>
                <a:cs typeface="Malgun Gothic"/>
              </a:rPr>
              <a:t>Code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242300" y="3261359"/>
            <a:ext cx="1485900" cy="1384300"/>
            <a:chOff x="7099300" y="3261359"/>
            <a:chExt cx="1485900" cy="1384300"/>
          </a:xfrm>
        </p:grpSpPr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56779" y="3477259"/>
              <a:ext cx="1310640" cy="43180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256779" y="3477259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40" h="431800">
                  <a:moveTo>
                    <a:pt x="0" y="7747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7" y="0"/>
                  </a:lnTo>
                  <a:lnTo>
                    <a:pt x="1302893" y="0"/>
                  </a:lnTo>
                  <a:lnTo>
                    <a:pt x="1307211" y="0"/>
                  </a:lnTo>
                  <a:lnTo>
                    <a:pt x="1310640" y="3428"/>
                  </a:lnTo>
                  <a:lnTo>
                    <a:pt x="1310640" y="7747"/>
                  </a:lnTo>
                  <a:lnTo>
                    <a:pt x="1310640" y="424052"/>
                  </a:lnTo>
                  <a:lnTo>
                    <a:pt x="1310640" y="428370"/>
                  </a:lnTo>
                  <a:lnTo>
                    <a:pt x="1307211" y="431800"/>
                  </a:lnTo>
                  <a:lnTo>
                    <a:pt x="1302893" y="431800"/>
                  </a:lnTo>
                  <a:lnTo>
                    <a:pt x="7747" y="431800"/>
                  </a:lnTo>
                  <a:lnTo>
                    <a:pt x="3428" y="431800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7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83119" y="3373119"/>
              <a:ext cx="1310639" cy="43179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183119" y="3373119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40" h="431800">
                  <a:moveTo>
                    <a:pt x="0" y="7746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7" y="0"/>
                  </a:lnTo>
                  <a:lnTo>
                    <a:pt x="1302893" y="0"/>
                  </a:lnTo>
                  <a:lnTo>
                    <a:pt x="1307210" y="0"/>
                  </a:lnTo>
                  <a:lnTo>
                    <a:pt x="1310639" y="3428"/>
                  </a:lnTo>
                  <a:lnTo>
                    <a:pt x="1310639" y="7746"/>
                  </a:lnTo>
                  <a:lnTo>
                    <a:pt x="1310639" y="424052"/>
                  </a:lnTo>
                  <a:lnTo>
                    <a:pt x="1310639" y="428370"/>
                  </a:lnTo>
                  <a:lnTo>
                    <a:pt x="1307210" y="431799"/>
                  </a:lnTo>
                  <a:lnTo>
                    <a:pt x="1302893" y="431799"/>
                  </a:lnTo>
                  <a:lnTo>
                    <a:pt x="7747" y="431799"/>
                  </a:lnTo>
                  <a:lnTo>
                    <a:pt x="3428" y="431799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6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0" y="3274059"/>
              <a:ext cx="1310640" cy="4318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112000" y="3274059"/>
              <a:ext cx="1310640" cy="431800"/>
            </a:xfrm>
            <a:custGeom>
              <a:avLst/>
              <a:gdLst/>
              <a:ahLst/>
              <a:cxnLst/>
              <a:rect l="l" t="t" r="r" b="b"/>
              <a:pathLst>
                <a:path w="1310640" h="431800">
                  <a:moveTo>
                    <a:pt x="0" y="7747"/>
                  </a:moveTo>
                  <a:lnTo>
                    <a:pt x="0" y="3428"/>
                  </a:lnTo>
                  <a:lnTo>
                    <a:pt x="3428" y="0"/>
                  </a:lnTo>
                  <a:lnTo>
                    <a:pt x="7747" y="0"/>
                  </a:lnTo>
                  <a:lnTo>
                    <a:pt x="1302893" y="0"/>
                  </a:lnTo>
                  <a:lnTo>
                    <a:pt x="1307210" y="0"/>
                  </a:lnTo>
                  <a:lnTo>
                    <a:pt x="1310640" y="3428"/>
                  </a:lnTo>
                  <a:lnTo>
                    <a:pt x="1310640" y="7747"/>
                  </a:lnTo>
                  <a:lnTo>
                    <a:pt x="1310640" y="424052"/>
                  </a:lnTo>
                  <a:lnTo>
                    <a:pt x="1310640" y="428370"/>
                  </a:lnTo>
                  <a:lnTo>
                    <a:pt x="1307210" y="431800"/>
                  </a:lnTo>
                  <a:lnTo>
                    <a:pt x="1302893" y="431800"/>
                  </a:lnTo>
                  <a:lnTo>
                    <a:pt x="7747" y="431800"/>
                  </a:lnTo>
                  <a:lnTo>
                    <a:pt x="3428" y="431800"/>
                  </a:lnTo>
                  <a:lnTo>
                    <a:pt x="0" y="428370"/>
                  </a:lnTo>
                  <a:lnTo>
                    <a:pt x="0" y="424052"/>
                  </a:lnTo>
                  <a:lnTo>
                    <a:pt x="0" y="7747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27240" y="4142739"/>
              <a:ext cx="1457959" cy="50292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8579484" y="4148835"/>
            <a:ext cx="7912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260"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변경/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추 </a:t>
            </a:r>
            <a:r>
              <a:rPr sz="1400" dirty="0">
                <a:latin typeface="Malgun Gothic"/>
                <a:cs typeface="Malgun Gothic"/>
              </a:rPr>
              <a:t>가된</a:t>
            </a:r>
            <a:r>
              <a:rPr sz="1400" spc="-20" dirty="0">
                <a:latin typeface="Malgun Gothic"/>
                <a:cs typeface="Malgun Gothic"/>
              </a:rPr>
              <a:t> Rule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145780" y="3177539"/>
            <a:ext cx="1338580" cy="419100"/>
            <a:chOff x="7002780" y="3177539"/>
            <a:chExt cx="1338580" cy="419100"/>
          </a:xfrm>
        </p:grpSpPr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15480" y="3190239"/>
              <a:ext cx="1313179" cy="3937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015480" y="3190239"/>
              <a:ext cx="1313180" cy="393700"/>
            </a:xfrm>
            <a:custGeom>
              <a:avLst/>
              <a:gdLst/>
              <a:ahLst/>
              <a:cxnLst/>
              <a:rect l="l" t="t" r="r" b="b"/>
              <a:pathLst>
                <a:path w="1313179" h="393700">
                  <a:moveTo>
                    <a:pt x="0" y="7112"/>
                  </a:moveTo>
                  <a:lnTo>
                    <a:pt x="0" y="3175"/>
                  </a:lnTo>
                  <a:lnTo>
                    <a:pt x="3175" y="0"/>
                  </a:lnTo>
                  <a:lnTo>
                    <a:pt x="7112" y="0"/>
                  </a:lnTo>
                  <a:lnTo>
                    <a:pt x="1306068" y="0"/>
                  </a:lnTo>
                  <a:lnTo>
                    <a:pt x="1310004" y="0"/>
                  </a:lnTo>
                  <a:lnTo>
                    <a:pt x="1313179" y="3175"/>
                  </a:lnTo>
                  <a:lnTo>
                    <a:pt x="1313179" y="7112"/>
                  </a:lnTo>
                  <a:lnTo>
                    <a:pt x="1313179" y="386588"/>
                  </a:lnTo>
                  <a:lnTo>
                    <a:pt x="1313179" y="390525"/>
                  </a:lnTo>
                  <a:lnTo>
                    <a:pt x="1310004" y="393700"/>
                  </a:lnTo>
                  <a:lnTo>
                    <a:pt x="1306068" y="393700"/>
                  </a:lnTo>
                  <a:lnTo>
                    <a:pt x="7112" y="393700"/>
                  </a:lnTo>
                  <a:lnTo>
                    <a:pt x="3175" y="393700"/>
                  </a:lnTo>
                  <a:lnTo>
                    <a:pt x="0" y="390525"/>
                  </a:lnTo>
                  <a:lnTo>
                    <a:pt x="0" y="386588"/>
                  </a:lnTo>
                  <a:lnTo>
                    <a:pt x="0" y="7112"/>
                  </a:lnTo>
                  <a:close/>
                </a:path>
              </a:pathLst>
            </a:custGeom>
            <a:ln w="25400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414767" y="3233420"/>
            <a:ext cx="803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Malgun Gothic"/>
                <a:cs typeface="Malgun Gothic"/>
              </a:rPr>
              <a:t>Rules</a:t>
            </a:r>
            <a:r>
              <a:rPr spc="-10" dirty="0">
                <a:latin typeface="Arial"/>
                <a:cs typeface="Arial"/>
              </a:rPr>
              <a:t>…</a:t>
            </a:r>
            <a:endParaRPr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920241" y="980439"/>
            <a:ext cx="3903979" cy="1511300"/>
          </a:xfrm>
          <a:custGeom>
            <a:avLst/>
            <a:gdLst/>
            <a:ahLst/>
            <a:cxnLst/>
            <a:rect l="l" t="t" r="r" b="b"/>
            <a:pathLst>
              <a:path w="3903979" h="1511300">
                <a:moveTo>
                  <a:pt x="2673096" y="0"/>
                </a:moveTo>
                <a:lnTo>
                  <a:pt x="2071624" y="303784"/>
                </a:lnTo>
                <a:lnTo>
                  <a:pt x="1757172" y="132080"/>
                </a:lnTo>
                <a:lnTo>
                  <a:pt x="1545336" y="446532"/>
                </a:lnTo>
                <a:lnTo>
                  <a:pt x="813688" y="253619"/>
                </a:lnTo>
                <a:lnTo>
                  <a:pt x="970915" y="546988"/>
                </a:lnTo>
                <a:lnTo>
                  <a:pt x="211823" y="578612"/>
                </a:lnTo>
                <a:lnTo>
                  <a:pt x="711200" y="811022"/>
                </a:lnTo>
                <a:lnTo>
                  <a:pt x="0" y="900938"/>
                </a:lnTo>
                <a:lnTo>
                  <a:pt x="601853" y="1075436"/>
                </a:lnTo>
                <a:lnTo>
                  <a:pt x="232244" y="1247139"/>
                </a:lnTo>
                <a:lnTo>
                  <a:pt x="868426" y="1276223"/>
                </a:lnTo>
                <a:lnTo>
                  <a:pt x="888746" y="1511300"/>
                </a:lnTo>
                <a:lnTo>
                  <a:pt x="1360423" y="1268222"/>
                </a:lnTo>
                <a:lnTo>
                  <a:pt x="1572386" y="1379220"/>
                </a:lnTo>
                <a:lnTo>
                  <a:pt x="1784223" y="1215389"/>
                </a:lnTo>
                <a:lnTo>
                  <a:pt x="2098802" y="1318387"/>
                </a:lnTo>
                <a:lnTo>
                  <a:pt x="2201417" y="1114933"/>
                </a:lnTo>
                <a:lnTo>
                  <a:pt x="2700655" y="1215389"/>
                </a:lnTo>
                <a:lnTo>
                  <a:pt x="2646045" y="1004062"/>
                </a:lnTo>
                <a:lnTo>
                  <a:pt x="3411855" y="1093724"/>
                </a:lnTo>
                <a:lnTo>
                  <a:pt x="2960497" y="861313"/>
                </a:lnTo>
                <a:lnTo>
                  <a:pt x="3302127" y="789939"/>
                </a:lnTo>
                <a:lnTo>
                  <a:pt x="3069844" y="657860"/>
                </a:lnTo>
                <a:lnTo>
                  <a:pt x="3903980" y="464947"/>
                </a:lnTo>
                <a:lnTo>
                  <a:pt x="2960497" y="457073"/>
                </a:lnTo>
                <a:lnTo>
                  <a:pt x="3254629" y="221996"/>
                </a:lnTo>
                <a:lnTo>
                  <a:pt x="2625217" y="404240"/>
                </a:lnTo>
                <a:lnTo>
                  <a:pt x="2673096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1791017" y="1607565"/>
            <a:ext cx="3877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Malgun Gothic"/>
                <a:cs typeface="Malgun Gothic"/>
              </a:rPr>
              <a:t>Code</a:t>
            </a:r>
            <a:r>
              <a:rPr b="1" spc="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자체는</a:t>
            </a:r>
            <a:r>
              <a:rPr b="1" spc="-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정보로서의</a:t>
            </a:r>
            <a:r>
              <a:rPr b="1" spc="-1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가치가</a:t>
            </a:r>
            <a:r>
              <a:rPr b="1" spc="-5" dirty="0">
                <a:latin typeface="Malgun Gothic"/>
                <a:cs typeface="Malgun Gothic"/>
              </a:rPr>
              <a:t> </a:t>
            </a:r>
            <a:r>
              <a:rPr b="1" spc="-25" dirty="0">
                <a:latin typeface="Malgun Gothic"/>
                <a:cs typeface="Malgun Gothic"/>
              </a:rPr>
              <a:t>없다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309359" y="909319"/>
            <a:ext cx="4320540" cy="1511300"/>
          </a:xfrm>
          <a:custGeom>
            <a:avLst/>
            <a:gdLst/>
            <a:ahLst/>
            <a:cxnLst/>
            <a:rect l="l" t="t" r="r" b="b"/>
            <a:pathLst>
              <a:path w="4320540" h="1511300">
                <a:moveTo>
                  <a:pt x="2958338" y="0"/>
                </a:moveTo>
                <a:lnTo>
                  <a:pt x="2292731" y="303783"/>
                </a:lnTo>
                <a:lnTo>
                  <a:pt x="1944623" y="132079"/>
                </a:lnTo>
                <a:lnTo>
                  <a:pt x="1710182" y="446531"/>
                </a:lnTo>
                <a:lnTo>
                  <a:pt x="900556" y="253618"/>
                </a:lnTo>
                <a:lnTo>
                  <a:pt x="1074547" y="546988"/>
                </a:lnTo>
                <a:lnTo>
                  <a:pt x="234441" y="578612"/>
                </a:lnTo>
                <a:lnTo>
                  <a:pt x="787145" y="811021"/>
                </a:lnTo>
                <a:lnTo>
                  <a:pt x="0" y="900938"/>
                </a:lnTo>
                <a:lnTo>
                  <a:pt x="666114" y="1075435"/>
                </a:lnTo>
                <a:lnTo>
                  <a:pt x="257048" y="1247139"/>
                </a:lnTo>
                <a:lnTo>
                  <a:pt x="961136" y="1276222"/>
                </a:lnTo>
                <a:lnTo>
                  <a:pt x="983488" y="1511300"/>
                </a:lnTo>
                <a:lnTo>
                  <a:pt x="1505585" y="1268221"/>
                </a:lnTo>
                <a:lnTo>
                  <a:pt x="1740154" y="1379219"/>
                </a:lnTo>
                <a:lnTo>
                  <a:pt x="1974595" y="1215389"/>
                </a:lnTo>
                <a:lnTo>
                  <a:pt x="2322703" y="1318387"/>
                </a:lnTo>
                <a:lnTo>
                  <a:pt x="2436367" y="1114932"/>
                </a:lnTo>
                <a:lnTo>
                  <a:pt x="2988817" y="1215389"/>
                </a:lnTo>
                <a:lnTo>
                  <a:pt x="2928366" y="1004062"/>
                </a:lnTo>
                <a:lnTo>
                  <a:pt x="3775837" y="1093724"/>
                </a:lnTo>
                <a:lnTo>
                  <a:pt x="3276345" y="861313"/>
                </a:lnTo>
                <a:lnTo>
                  <a:pt x="3654424" y="789939"/>
                </a:lnTo>
                <a:lnTo>
                  <a:pt x="3397376" y="657859"/>
                </a:lnTo>
                <a:lnTo>
                  <a:pt x="4320540" y="464946"/>
                </a:lnTo>
                <a:lnTo>
                  <a:pt x="3276345" y="457072"/>
                </a:lnTo>
                <a:lnTo>
                  <a:pt x="3601846" y="221995"/>
                </a:lnTo>
                <a:lnTo>
                  <a:pt x="2905379" y="404240"/>
                </a:lnTo>
                <a:lnTo>
                  <a:pt x="295833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6982840" y="1520825"/>
            <a:ext cx="26631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Malgun Gothic"/>
                <a:cs typeface="Malgun Gothic"/>
              </a:rPr>
              <a:t>Rule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은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그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자체가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정보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9113519" y="4508880"/>
            <a:ext cx="1739900" cy="1076960"/>
            <a:chOff x="7970519" y="4508880"/>
            <a:chExt cx="1739900" cy="1076960"/>
          </a:xfrm>
        </p:grpSpPr>
        <p:sp>
          <p:nvSpPr>
            <p:cNvPr id="63" name="object 63"/>
            <p:cNvSpPr/>
            <p:nvPr/>
          </p:nvSpPr>
          <p:spPr>
            <a:xfrm>
              <a:off x="7975599" y="4513960"/>
              <a:ext cx="1729739" cy="1066800"/>
            </a:xfrm>
            <a:custGeom>
              <a:avLst/>
              <a:gdLst/>
              <a:ahLst/>
              <a:cxnLst/>
              <a:rect l="l" t="t" r="r" b="b"/>
              <a:pathLst>
                <a:path w="1729740" h="1066800">
                  <a:moveTo>
                    <a:pt x="1592579" y="243458"/>
                  </a:moveTo>
                  <a:lnTo>
                    <a:pt x="137159" y="243458"/>
                  </a:lnTo>
                  <a:lnTo>
                    <a:pt x="93829" y="250457"/>
                  </a:lnTo>
                  <a:lnTo>
                    <a:pt x="56180" y="269940"/>
                  </a:lnTo>
                  <a:lnTo>
                    <a:pt x="26481" y="299639"/>
                  </a:lnTo>
                  <a:lnTo>
                    <a:pt x="6998" y="337288"/>
                  </a:lnTo>
                  <a:lnTo>
                    <a:pt x="0" y="380619"/>
                  </a:lnTo>
                  <a:lnTo>
                    <a:pt x="0" y="929258"/>
                  </a:lnTo>
                  <a:lnTo>
                    <a:pt x="6998" y="972589"/>
                  </a:lnTo>
                  <a:lnTo>
                    <a:pt x="26481" y="1010238"/>
                  </a:lnTo>
                  <a:lnTo>
                    <a:pt x="56180" y="1039937"/>
                  </a:lnTo>
                  <a:lnTo>
                    <a:pt x="93829" y="1059420"/>
                  </a:lnTo>
                  <a:lnTo>
                    <a:pt x="137159" y="1066419"/>
                  </a:lnTo>
                  <a:lnTo>
                    <a:pt x="1592579" y="1066419"/>
                  </a:lnTo>
                  <a:lnTo>
                    <a:pt x="1635910" y="1059420"/>
                  </a:lnTo>
                  <a:lnTo>
                    <a:pt x="1673559" y="1039937"/>
                  </a:lnTo>
                  <a:lnTo>
                    <a:pt x="1703258" y="1010238"/>
                  </a:lnTo>
                  <a:lnTo>
                    <a:pt x="1722741" y="972589"/>
                  </a:lnTo>
                  <a:lnTo>
                    <a:pt x="1729740" y="929258"/>
                  </a:lnTo>
                  <a:lnTo>
                    <a:pt x="1729740" y="380619"/>
                  </a:lnTo>
                  <a:lnTo>
                    <a:pt x="1722741" y="337288"/>
                  </a:lnTo>
                  <a:lnTo>
                    <a:pt x="1703258" y="299639"/>
                  </a:lnTo>
                  <a:lnTo>
                    <a:pt x="1673559" y="269940"/>
                  </a:lnTo>
                  <a:lnTo>
                    <a:pt x="1635910" y="250457"/>
                  </a:lnTo>
                  <a:lnTo>
                    <a:pt x="1592579" y="243458"/>
                  </a:lnTo>
                  <a:close/>
                </a:path>
                <a:path w="1729740" h="1066800">
                  <a:moveTo>
                    <a:pt x="238251" y="0"/>
                  </a:moveTo>
                  <a:lnTo>
                    <a:pt x="288290" y="243458"/>
                  </a:lnTo>
                  <a:lnTo>
                    <a:pt x="720725" y="243458"/>
                  </a:lnTo>
                  <a:lnTo>
                    <a:pt x="2382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975599" y="4513960"/>
              <a:ext cx="1729739" cy="1066800"/>
            </a:xfrm>
            <a:custGeom>
              <a:avLst/>
              <a:gdLst/>
              <a:ahLst/>
              <a:cxnLst/>
              <a:rect l="l" t="t" r="r" b="b"/>
              <a:pathLst>
                <a:path w="1729740" h="1066800">
                  <a:moveTo>
                    <a:pt x="0" y="380619"/>
                  </a:moveTo>
                  <a:lnTo>
                    <a:pt x="6998" y="337288"/>
                  </a:lnTo>
                  <a:lnTo>
                    <a:pt x="26481" y="299639"/>
                  </a:lnTo>
                  <a:lnTo>
                    <a:pt x="56180" y="269940"/>
                  </a:lnTo>
                  <a:lnTo>
                    <a:pt x="93829" y="250457"/>
                  </a:lnTo>
                  <a:lnTo>
                    <a:pt x="137159" y="243458"/>
                  </a:lnTo>
                  <a:lnTo>
                    <a:pt x="288290" y="243458"/>
                  </a:lnTo>
                  <a:lnTo>
                    <a:pt x="238251" y="0"/>
                  </a:lnTo>
                  <a:lnTo>
                    <a:pt x="720725" y="243458"/>
                  </a:lnTo>
                  <a:lnTo>
                    <a:pt x="1592579" y="243458"/>
                  </a:lnTo>
                  <a:lnTo>
                    <a:pt x="1635910" y="250457"/>
                  </a:lnTo>
                  <a:lnTo>
                    <a:pt x="1673559" y="269940"/>
                  </a:lnTo>
                  <a:lnTo>
                    <a:pt x="1703258" y="299639"/>
                  </a:lnTo>
                  <a:lnTo>
                    <a:pt x="1722741" y="337288"/>
                  </a:lnTo>
                  <a:lnTo>
                    <a:pt x="1729740" y="380619"/>
                  </a:lnTo>
                  <a:lnTo>
                    <a:pt x="1729740" y="586358"/>
                  </a:lnTo>
                  <a:lnTo>
                    <a:pt x="1729740" y="929258"/>
                  </a:lnTo>
                  <a:lnTo>
                    <a:pt x="1722741" y="972589"/>
                  </a:lnTo>
                  <a:lnTo>
                    <a:pt x="1703258" y="1010238"/>
                  </a:lnTo>
                  <a:lnTo>
                    <a:pt x="1673559" y="1039937"/>
                  </a:lnTo>
                  <a:lnTo>
                    <a:pt x="1635910" y="1059420"/>
                  </a:lnTo>
                  <a:lnTo>
                    <a:pt x="1592579" y="1066419"/>
                  </a:lnTo>
                  <a:lnTo>
                    <a:pt x="720725" y="1066419"/>
                  </a:lnTo>
                  <a:lnTo>
                    <a:pt x="288290" y="1066419"/>
                  </a:lnTo>
                  <a:lnTo>
                    <a:pt x="137159" y="1066419"/>
                  </a:lnTo>
                  <a:lnTo>
                    <a:pt x="93829" y="1059420"/>
                  </a:lnTo>
                  <a:lnTo>
                    <a:pt x="56180" y="1039937"/>
                  </a:lnTo>
                  <a:lnTo>
                    <a:pt x="26481" y="1010238"/>
                  </a:lnTo>
                  <a:lnTo>
                    <a:pt x="6998" y="972589"/>
                  </a:lnTo>
                  <a:lnTo>
                    <a:pt x="0" y="929258"/>
                  </a:lnTo>
                  <a:lnTo>
                    <a:pt x="0" y="586358"/>
                  </a:lnTo>
                  <a:lnTo>
                    <a:pt x="0" y="380619"/>
                  </a:lnTo>
                  <a:close/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9261093" y="4828794"/>
            <a:ext cx="14516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Rules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Repository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289034" y="5041836"/>
            <a:ext cx="13950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내에서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변경 </a:t>
            </a:r>
            <a:r>
              <a:rPr sz="1400" b="1" spc="-25" dirty="0">
                <a:latin typeface="Malgun Gothic"/>
                <a:cs typeface="Malgun Gothic"/>
              </a:rPr>
              <a:t>정보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794620" y="5255895"/>
            <a:ext cx="381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25" dirty="0">
                <a:latin typeface="Malgun Gothic"/>
                <a:cs typeface="Malgun Gothic"/>
              </a:rPr>
              <a:t>관리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5443220" y="4396486"/>
            <a:ext cx="2458720" cy="869315"/>
            <a:chOff x="4300220" y="4396485"/>
            <a:chExt cx="2458720" cy="869315"/>
          </a:xfrm>
        </p:grpSpPr>
        <p:sp>
          <p:nvSpPr>
            <p:cNvPr id="69" name="object 69"/>
            <p:cNvSpPr/>
            <p:nvPr/>
          </p:nvSpPr>
          <p:spPr>
            <a:xfrm>
              <a:off x="4305300" y="4401565"/>
              <a:ext cx="2448560" cy="859155"/>
            </a:xfrm>
            <a:custGeom>
              <a:avLst/>
              <a:gdLst/>
              <a:ahLst/>
              <a:cxnLst/>
              <a:rect l="l" t="t" r="r" b="b"/>
              <a:pathLst>
                <a:path w="2448559" h="859154">
                  <a:moveTo>
                    <a:pt x="2364740" y="355853"/>
                  </a:moveTo>
                  <a:lnTo>
                    <a:pt x="83820" y="355853"/>
                  </a:lnTo>
                  <a:lnTo>
                    <a:pt x="51220" y="362432"/>
                  </a:lnTo>
                  <a:lnTo>
                    <a:pt x="24574" y="380380"/>
                  </a:lnTo>
                  <a:lnTo>
                    <a:pt x="6596" y="407021"/>
                  </a:lnTo>
                  <a:lnTo>
                    <a:pt x="0" y="439673"/>
                  </a:lnTo>
                  <a:lnTo>
                    <a:pt x="0" y="774953"/>
                  </a:lnTo>
                  <a:lnTo>
                    <a:pt x="6596" y="807553"/>
                  </a:lnTo>
                  <a:lnTo>
                    <a:pt x="24574" y="834199"/>
                  </a:lnTo>
                  <a:lnTo>
                    <a:pt x="51220" y="852177"/>
                  </a:lnTo>
                  <a:lnTo>
                    <a:pt x="83820" y="858773"/>
                  </a:lnTo>
                  <a:lnTo>
                    <a:pt x="2364740" y="858773"/>
                  </a:lnTo>
                  <a:lnTo>
                    <a:pt x="2397339" y="852177"/>
                  </a:lnTo>
                  <a:lnTo>
                    <a:pt x="2423985" y="834199"/>
                  </a:lnTo>
                  <a:lnTo>
                    <a:pt x="2441963" y="807553"/>
                  </a:lnTo>
                  <a:lnTo>
                    <a:pt x="2448559" y="774953"/>
                  </a:lnTo>
                  <a:lnTo>
                    <a:pt x="2448559" y="439673"/>
                  </a:lnTo>
                  <a:lnTo>
                    <a:pt x="2441963" y="407021"/>
                  </a:lnTo>
                  <a:lnTo>
                    <a:pt x="2423985" y="380380"/>
                  </a:lnTo>
                  <a:lnTo>
                    <a:pt x="2397339" y="362432"/>
                  </a:lnTo>
                  <a:lnTo>
                    <a:pt x="2364740" y="355853"/>
                  </a:lnTo>
                  <a:close/>
                </a:path>
                <a:path w="2448559" h="859154">
                  <a:moveTo>
                    <a:pt x="1148969" y="0"/>
                  </a:moveTo>
                  <a:lnTo>
                    <a:pt x="408050" y="355853"/>
                  </a:lnTo>
                  <a:lnTo>
                    <a:pt x="1020190" y="355853"/>
                  </a:lnTo>
                  <a:lnTo>
                    <a:pt x="114896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305300" y="4401565"/>
              <a:ext cx="2448560" cy="859155"/>
            </a:xfrm>
            <a:custGeom>
              <a:avLst/>
              <a:gdLst/>
              <a:ahLst/>
              <a:cxnLst/>
              <a:rect l="l" t="t" r="r" b="b"/>
              <a:pathLst>
                <a:path w="2448559" h="859154">
                  <a:moveTo>
                    <a:pt x="0" y="439673"/>
                  </a:moveTo>
                  <a:lnTo>
                    <a:pt x="6596" y="407021"/>
                  </a:lnTo>
                  <a:lnTo>
                    <a:pt x="24574" y="380380"/>
                  </a:lnTo>
                  <a:lnTo>
                    <a:pt x="51220" y="362432"/>
                  </a:lnTo>
                  <a:lnTo>
                    <a:pt x="83820" y="355853"/>
                  </a:lnTo>
                  <a:lnTo>
                    <a:pt x="408050" y="355853"/>
                  </a:lnTo>
                  <a:lnTo>
                    <a:pt x="1148969" y="0"/>
                  </a:lnTo>
                  <a:lnTo>
                    <a:pt x="1020190" y="355853"/>
                  </a:lnTo>
                  <a:lnTo>
                    <a:pt x="2364740" y="355853"/>
                  </a:lnTo>
                  <a:lnTo>
                    <a:pt x="2397339" y="362432"/>
                  </a:lnTo>
                  <a:lnTo>
                    <a:pt x="2423985" y="380380"/>
                  </a:lnTo>
                  <a:lnTo>
                    <a:pt x="2441963" y="407021"/>
                  </a:lnTo>
                  <a:lnTo>
                    <a:pt x="2448559" y="439673"/>
                  </a:lnTo>
                  <a:lnTo>
                    <a:pt x="2448559" y="565403"/>
                  </a:lnTo>
                  <a:lnTo>
                    <a:pt x="2448559" y="774953"/>
                  </a:lnTo>
                  <a:lnTo>
                    <a:pt x="2441963" y="807553"/>
                  </a:lnTo>
                  <a:lnTo>
                    <a:pt x="2423985" y="834199"/>
                  </a:lnTo>
                  <a:lnTo>
                    <a:pt x="2397339" y="852177"/>
                  </a:lnTo>
                  <a:lnTo>
                    <a:pt x="2364740" y="858773"/>
                  </a:lnTo>
                  <a:lnTo>
                    <a:pt x="1020190" y="858773"/>
                  </a:lnTo>
                  <a:lnTo>
                    <a:pt x="408050" y="858773"/>
                  </a:lnTo>
                  <a:lnTo>
                    <a:pt x="83820" y="858773"/>
                  </a:lnTo>
                  <a:lnTo>
                    <a:pt x="51220" y="852177"/>
                  </a:lnTo>
                  <a:lnTo>
                    <a:pt x="24574" y="834199"/>
                  </a:lnTo>
                  <a:lnTo>
                    <a:pt x="6596" y="807553"/>
                  </a:lnTo>
                  <a:lnTo>
                    <a:pt x="0" y="774953"/>
                  </a:lnTo>
                  <a:lnTo>
                    <a:pt x="0" y="565403"/>
                  </a:lnTo>
                  <a:lnTo>
                    <a:pt x="0" y="439673"/>
                  </a:lnTo>
                  <a:close/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578476" y="4813300"/>
            <a:ext cx="2187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0"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Agados</a:t>
            </a:r>
            <a:r>
              <a:rPr sz="1400" b="1" spc="-6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상에서는</a:t>
            </a:r>
            <a:r>
              <a:rPr sz="1400" b="1" spc="-7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Codes </a:t>
            </a:r>
            <a:r>
              <a:rPr sz="1400" b="1" dirty="0">
                <a:latin typeface="Malgun Gothic"/>
                <a:cs typeface="Malgun Gothic"/>
              </a:rPr>
              <a:t>역시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하나의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Object로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관리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789679" y="4467859"/>
            <a:ext cx="4653280" cy="1765300"/>
            <a:chOff x="2646679" y="4467859"/>
            <a:chExt cx="4653280" cy="1765300"/>
          </a:xfrm>
        </p:grpSpPr>
        <p:pic>
          <p:nvPicPr>
            <p:cNvPr id="73" name="object 73" descr="그림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6679" y="4467859"/>
              <a:ext cx="612140" cy="1112520"/>
            </a:xfrm>
            <a:prstGeom prst="rect">
              <a:avLst/>
            </a:prstGeom>
          </p:spPr>
        </p:pic>
        <p:pic>
          <p:nvPicPr>
            <p:cNvPr id="74" name="object 74" descr="그림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09079" y="4467859"/>
              <a:ext cx="609600" cy="111252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16859" y="5714999"/>
              <a:ext cx="4483099" cy="518159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386327" y="5362576"/>
            <a:ext cx="3269615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10" dirty="0">
                <a:latin typeface="Malgun Gothic"/>
                <a:cs typeface="Malgun Gothic"/>
              </a:rPr>
              <a:t>Customizing/Changing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Needs</a:t>
            </a:r>
            <a:endParaRPr>
              <a:latin typeface="Malgun Gothic"/>
              <a:cs typeface="Malgun Gothic"/>
            </a:endParaRPr>
          </a:p>
          <a:p>
            <a:pPr marL="1040130">
              <a:spcBef>
                <a:spcPts val="1250"/>
              </a:spcBef>
            </a:pPr>
            <a:r>
              <a:rPr sz="1600" b="1" spc="110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변경된</a:t>
            </a:r>
            <a:r>
              <a:rPr sz="1600" b="1" spc="55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 </a:t>
            </a:r>
            <a:r>
              <a:rPr sz="1600" b="1" spc="114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요구</a:t>
            </a:r>
            <a:r>
              <a:rPr sz="1600" b="1" spc="100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 </a:t>
            </a:r>
            <a:r>
              <a:rPr sz="1600" b="1" spc="85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사항</a:t>
            </a:r>
            <a:endParaRPr sz="1600">
              <a:latin typeface="Adobe Clean Han ExtraBold"/>
              <a:cs typeface="Adobe Clean Han ExtraBold"/>
            </a:endParaRPr>
          </a:p>
        </p:txBody>
      </p:sp>
      <p:pic>
        <p:nvPicPr>
          <p:cNvPr id="77" name="object 7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59861" y="6134101"/>
            <a:ext cx="4483099" cy="518159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5414391" y="6215380"/>
            <a:ext cx="15754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114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추가된</a:t>
            </a:r>
            <a:r>
              <a:rPr sz="1600" b="1" spc="55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 </a:t>
            </a:r>
            <a:r>
              <a:rPr sz="1600" b="1" spc="114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요구</a:t>
            </a:r>
            <a:r>
              <a:rPr sz="1600" b="1" spc="100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 </a:t>
            </a:r>
            <a:r>
              <a:rPr sz="1600" b="1" spc="90" dirty="0">
                <a:solidFill>
                  <a:srgbClr val="FFFFFF"/>
                </a:solidFill>
                <a:latin typeface="Adobe Clean Han ExtraBold"/>
                <a:cs typeface="Adobe Clean Han ExtraBold"/>
              </a:rPr>
              <a:t>사항</a:t>
            </a:r>
            <a:endParaRPr sz="1600">
              <a:latin typeface="Adobe Clean Han ExtraBold"/>
              <a:cs typeface="Adobe Clean Han ExtraBold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17</a:t>
            </a:fld>
            <a:endParaRPr spc="-25" dirty="0"/>
          </a:p>
        </p:txBody>
      </p:sp>
      <p:sp>
        <p:nvSpPr>
          <p:cNvPr id="80" name="object 80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980" y="145759"/>
            <a:ext cx="8658225" cy="7296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b="1" dirty="0">
                <a:latin typeface="Malgun Gothic"/>
                <a:cs typeface="Malgun Gothic"/>
              </a:rPr>
              <a:t>Agados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based</a:t>
            </a:r>
            <a:r>
              <a:rPr b="1" spc="-3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Biz.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Application 이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갖게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될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Benefit</a:t>
            </a:r>
            <a:endParaRPr>
              <a:latin typeface="Malgun Gothic"/>
              <a:cs typeface="Malgun Gothic"/>
            </a:endParaRPr>
          </a:p>
          <a:p>
            <a:pPr marL="27305">
              <a:spcBef>
                <a:spcPts val="650"/>
              </a:spcBef>
              <a:tabLst>
                <a:tab pos="4375785" algn="l"/>
              </a:tabLst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Build(제작)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&amp;</a:t>
            </a:r>
            <a:r>
              <a:rPr sz="1700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Customization(커스터마이징)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	Lifecycle에</a:t>
            </a:r>
            <a:r>
              <a:rPr sz="1700" spc="-6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대한,</a:t>
            </a:r>
            <a:r>
              <a:rPr sz="17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고도화된</a:t>
            </a:r>
            <a:r>
              <a:rPr sz="1700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Governance</a:t>
            </a:r>
            <a:r>
              <a:rPr sz="1700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확보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88279" y="1521460"/>
            <a:ext cx="534035" cy="633730"/>
          </a:xfrm>
          <a:custGeom>
            <a:avLst/>
            <a:gdLst/>
            <a:ahLst/>
            <a:cxnLst/>
            <a:rect l="l" t="t" r="r" b="b"/>
            <a:pathLst>
              <a:path w="534035" h="633730">
                <a:moveTo>
                  <a:pt x="211634" y="447548"/>
                </a:moveTo>
                <a:lnTo>
                  <a:pt x="186182" y="447548"/>
                </a:lnTo>
                <a:lnTo>
                  <a:pt x="199771" y="447928"/>
                </a:lnTo>
                <a:lnTo>
                  <a:pt x="186119" y="448376"/>
                </a:lnTo>
                <a:lnTo>
                  <a:pt x="172212" y="633602"/>
                </a:lnTo>
                <a:lnTo>
                  <a:pt x="242212" y="576579"/>
                </a:lnTo>
                <a:lnTo>
                  <a:pt x="201930" y="576579"/>
                </a:lnTo>
                <a:lnTo>
                  <a:pt x="211548" y="448690"/>
                </a:lnTo>
                <a:lnTo>
                  <a:pt x="211634" y="447548"/>
                </a:lnTo>
                <a:close/>
              </a:path>
              <a:path w="534035" h="633730">
                <a:moveTo>
                  <a:pt x="275065" y="59943"/>
                </a:moveTo>
                <a:lnTo>
                  <a:pt x="240537" y="59943"/>
                </a:lnTo>
                <a:lnTo>
                  <a:pt x="496824" y="336295"/>
                </a:lnTo>
                <a:lnTo>
                  <a:pt x="201930" y="576579"/>
                </a:lnTo>
                <a:lnTo>
                  <a:pt x="242212" y="576579"/>
                </a:lnTo>
                <a:lnTo>
                  <a:pt x="533908" y="338963"/>
                </a:lnTo>
                <a:lnTo>
                  <a:pt x="275065" y="59943"/>
                </a:lnTo>
                <a:close/>
              </a:path>
              <a:path w="534035" h="633730">
                <a:moveTo>
                  <a:pt x="266368" y="397128"/>
                </a:moveTo>
                <a:lnTo>
                  <a:pt x="199771" y="397128"/>
                </a:lnTo>
                <a:lnTo>
                  <a:pt x="240792" y="398399"/>
                </a:lnTo>
                <a:lnTo>
                  <a:pt x="231775" y="519684"/>
                </a:lnTo>
                <a:lnTo>
                  <a:pt x="301690" y="462661"/>
                </a:lnTo>
                <a:lnTo>
                  <a:pt x="261493" y="462661"/>
                </a:lnTo>
                <a:lnTo>
                  <a:pt x="266273" y="398399"/>
                </a:lnTo>
                <a:lnTo>
                  <a:pt x="266368" y="397128"/>
                </a:lnTo>
                <a:close/>
              </a:path>
              <a:path w="534035" h="633730">
                <a:moveTo>
                  <a:pt x="219456" y="0"/>
                </a:moveTo>
                <a:lnTo>
                  <a:pt x="205612" y="187451"/>
                </a:lnTo>
                <a:lnTo>
                  <a:pt x="221615" y="188340"/>
                </a:lnTo>
                <a:lnTo>
                  <a:pt x="179450" y="188340"/>
                </a:lnTo>
                <a:lnTo>
                  <a:pt x="138684" y="190753"/>
                </a:lnTo>
                <a:lnTo>
                  <a:pt x="98171" y="195834"/>
                </a:lnTo>
                <a:lnTo>
                  <a:pt x="58166" y="203200"/>
                </a:lnTo>
                <a:lnTo>
                  <a:pt x="0" y="216915"/>
                </a:lnTo>
                <a:lnTo>
                  <a:pt x="71500" y="467105"/>
                </a:lnTo>
                <a:lnTo>
                  <a:pt x="130301" y="454405"/>
                </a:lnTo>
                <a:lnTo>
                  <a:pt x="153288" y="450850"/>
                </a:lnTo>
                <a:lnTo>
                  <a:pt x="176530" y="448690"/>
                </a:lnTo>
                <a:lnTo>
                  <a:pt x="186119" y="448376"/>
                </a:lnTo>
                <a:lnTo>
                  <a:pt x="186182" y="447548"/>
                </a:lnTo>
                <a:lnTo>
                  <a:pt x="211634" y="447548"/>
                </a:lnTo>
                <a:lnTo>
                  <a:pt x="212407" y="437261"/>
                </a:lnTo>
                <a:lnTo>
                  <a:pt x="89408" y="437261"/>
                </a:lnTo>
                <a:lnTo>
                  <a:pt x="31750" y="235585"/>
                </a:lnTo>
                <a:lnTo>
                  <a:pt x="82804" y="224154"/>
                </a:lnTo>
                <a:lnTo>
                  <a:pt x="121538" y="218186"/>
                </a:lnTo>
                <a:lnTo>
                  <a:pt x="160528" y="214502"/>
                </a:lnTo>
                <a:lnTo>
                  <a:pt x="199771" y="213360"/>
                </a:lnTo>
                <a:lnTo>
                  <a:pt x="229164" y="213360"/>
                </a:lnTo>
                <a:lnTo>
                  <a:pt x="230840" y="190753"/>
                </a:lnTo>
                <a:lnTo>
                  <a:pt x="230953" y="189229"/>
                </a:lnTo>
                <a:lnTo>
                  <a:pt x="231019" y="188340"/>
                </a:lnTo>
                <a:lnTo>
                  <a:pt x="221615" y="188340"/>
                </a:lnTo>
                <a:lnTo>
                  <a:pt x="199771" y="187960"/>
                </a:lnTo>
                <a:lnTo>
                  <a:pt x="231047" y="187960"/>
                </a:lnTo>
                <a:lnTo>
                  <a:pt x="240537" y="59943"/>
                </a:lnTo>
                <a:lnTo>
                  <a:pt x="275065" y="59943"/>
                </a:lnTo>
                <a:lnTo>
                  <a:pt x="219456" y="0"/>
                </a:lnTo>
                <a:close/>
              </a:path>
              <a:path w="534035" h="633730">
                <a:moveTo>
                  <a:pt x="317091" y="179959"/>
                </a:moveTo>
                <a:lnTo>
                  <a:pt x="282575" y="179959"/>
                </a:lnTo>
                <a:lnTo>
                  <a:pt x="422783" y="331215"/>
                </a:lnTo>
                <a:lnTo>
                  <a:pt x="261493" y="462661"/>
                </a:lnTo>
                <a:lnTo>
                  <a:pt x="301690" y="462661"/>
                </a:lnTo>
                <a:lnTo>
                  <a:pt x="459740" y="333755"/>
                </a:lnTo>
                <a:lnTo>
                  <a:pt x="317091" y="179959"/>
                </a:lnTo>
                <a:close/>
              </a:path>
              <a:path w="534035" h="633730">
                <a:moveTo>
                  <a:pt x="186182" y="447548"/>
                </a:moveTo>
                <a:lnTo>
                  <a:pt x="186119" y="448376"/>
                </a:lnTo>
                <a:lnTo>
                  <a:pt x="199771" y="447928"/>
                </a:lnTo>
                <a:lnTo>
                  <a:pt x="186182" y="447548"/>
                </a:lnTo>
                <a:close/>
              </a:path>
              <a:path w="534035" h="633730">
                <a:moveTo>
                  <a:pt x="199771" y="422528"/>
                </a:moveTo>
                <a:lnTo>
                  <a:pt x="175006" y="423290"/>
                </a:lnTo>
                <a:lnTo>
                  <a:pt x="150241" y="425576"/>
                </a:lnTo>
                <a:lnTo>
                  <a:pt x="125603" y="429387"/>
                </a:lnTo>
                <a:lnTo>
                  <a:pt x="89408" y="437261"/>
                </a:lnTo>
                <a:lnTo>
                  <a:pt x="212407" y="437261"/>
                </a:lnTo>
                <a:lnTo>
                  <a:pt x="213458" y="423290"/>
                </a:lnTo>
                <a:lnTo>
                  <a:pt x="213487" y="422910"/>
                </a:lnTo>
                <a:lnTo>
                  <a:pt x="199771" y="422528"/>
                </a:lnTo>
                <a:close/>
              </a:path>
              <a:path w="534035" h="633730">
                <a:moveTo>
                  <a:pt x="199771" y="238760"/>
                </a:moveTo>
                <a:lnTo>
                  <a:pt x="143383" y="241426"/>
                </a:lnTo>
                <a:lnTo>
                  <a:pt x="87503" y="249174"/>
                </a:lnTo>
                <a:lnTo>
                  <a:pt x="63500" y="254126"/>
                </a:lnTo>
                <a:lnTo>
                  <a:pt x="107315" y="407415"/>
                </a:lnTo>
                <a:lnTo>
                  <a:pt x="121031" y="404367"/>
                </a:lnTo>
                <a:lnTo>
                  <a:pt x="147066" y="400303"/>
                </a:lnTo>
                <a:lnTo>
                  <a:pt x="173355" y="397890"/>
                </a:lnTo>
                <a:lnTo>
                  <a:pt x="199771" y="397128"/>
                </a:lnTo>
                <a:lnTo>
                  <a:pt x="266368" y="397128"/>
                </a:lnTo>
                <a:lnTo>
                  <a:pt x="267690" y="379349"/>
                </a:lnTo>
                <a:lnTo>
                  <a:pt x="116332" y="379349"/>
                </a:lnTo>
                <a:lnTo>
                  <a:pt x="125222" y="377443"/>
                </a:lnTo>
                <a:lnTo>
                  <a:pt x="96668" y="277749"/>
                </a:lnTo>
                <a:lnTo>
                  <a:pt x="74422" y="277749"/>
                </a:lnTo>
                <a:lnTo>
                  <a:pt x="95250" y="272795"/>
                </a:lnTo>
                <a:lnTo>
                  <a:pt x="99483" y="272795"/>
                </a:lnTo>
                <a:lnTo>
                  <a:pt x="109855" y="271017"/>
                </a:lnTo>
                <a:lnTo>
                  <a:pt x="163703" y="265302"/>
                </a:lnTo>
                <a:lnTo>
                  <a:pt x="199771" y="264160"/>
                </a:lnTo>
                <a:lnTo>
                  <a:pt x="276333" y="264160"/>
                </a:lnTo>
                <a:lnTo>
                  <a:pt x="278018" y="241426"/>
                </a:lnTo>
                <a:lnTo>
                  <a:pt x="278065" y="240791"/>
                </a:lnTo>
                <a:lnTo>
                  <a:pt x="252603" y="240791"/>
                </a:lnTo>
                <a:lnTo>
                  <a:pt x="219963" y="239013"/>
                </a:lnTo>
                <a:lnTo>
                  <a:pt x="199771" y="238760"/>
                </a:lnTo>
                <a:close/>
              </a:path>
              <a:path w="534035" h="633730">
                <a:moveTo>
                  <a:pt x="199771" y="371728"/>
                </a:moveTo>
                <a:lnTo>
                  <a:pt x="171831" y="372490"/>
                </a:lnTo>
                <a:lnTo>
                  <a:pt x="144018" y="375157"/>
                </a:lnTo>
                <a:lnTo>
                  <a:pt x="116332" y="379349"/>
                </a:lnTo>
                <a:lnTo>
                  <a:pt x="267690" y="379349"/>
                </a:lnTo>
                <a:lnTo>
                  <a:pt x="268002" y="375157"/>
                </a:lnTo>
                <a:lnTo>
                  <a:pt x="268097" y="373888"/>
                </a:lnTo>
                <a:lnTo>
                  <a:pt x="199771" y="371728"/>
                </a:lnTo>
                <a:close/>
              </a:path>
              <a:path w="534035" h="633730">
                <a:moveTo>
                  <a:pt x="95250" y="272795"/>
                </a:moveTo>
                <a:lnTo>
                  <a:pt x="74422" y="277749"/>
                </a:lnTo>
                <a:lnTo>
                  <a:pt x="92075" y="274065"/>
                </a:lnTo>
                <a:lnTo>
                  <a:pt x="95448" y="273487"/>
                </a:lnTo>
                <a:lnTo>
                  <a:pt x="95250" y="272795"/>
                </a:lnTo>
                <a:close/>
              </a:path>
              <a:path w="534035" h="633730">
                <a:moveTo>
                  <a:pt x="95448" y="273487"/>
                </a:moveTo>
                <a:lnTo>
                  <a:pt x="92075" y="274065"/>
                </a:lnTo>
                <a:lnTo>
                  <a:pt x="74422" y="277749"/>
                </a:lnTo>
                <a:lnTo>
                  <a:pt x="96668" y="277749"/>
                </a:lnTo>
                <a:lnTo>
                  <a:pt x="95448" y="273487"/>
                </a:lnTo>
                <a:close/>
              </a:path>
              <a:path w="534035" h="633730">
                <a:moveTo>
                  <a:pt x="99483" y="272795"/>
                </a:moveTo>
                <a:lnTo>
                  <a:pt x="95250" y="272795"/>
                </a:lnTo>
                <a:lnTo>
                  <a:pt x="95448" y="273487"/>
                </a:lnTo>
                <a:lnTo>
                  <a:pt x="99483" y="272795"/>
                </a:lnTo>
                <a:close/>
              </a:path>
              <a:path w="534035" h="633730">
                <a:moveTo>
                  <a:pt x="276333" y="264160"/>
                </a:moveTo>
                <a:lnTo>
                  <a:pt x="199771" y="264160"/>
                </a:lnTo>
                <a:lnTo>
                  <a:pt x="219075" y="264413"/>
                </a:lnTo>
                <a:lnTo>
                  <a:pt x="276098" y="267335"/>
                </a:lnTo>
                <a:lnTo>
                  <a:pt x="276145" y="266700"/>
                </a:lnTo>
                <a:lnTo>
                  <a:pt x="276248" y="265302"/>
                </a:lnTo>
                <a:lnTo>
                  <a:pt x="276333" y="264160"/>
                </a:lnTo>
                <a:close/>
              </a:path>
              <a:path w="534035" h="633730">
                <a:moveTo>
                  <a:pt x="261493" y="120014"/>
                </a:moveTo>
                <a:lnTo>
                  <a:pt x="252752" y="238760"/>
                </a:lnTo>
                <a:lnTo>
                  <a:pt x="252668" y="239902"/>
                </a:lnTo>
                <a:lnTo>
                  <a:pt x="252603" y="240791"/>
                </a:lnTo>
                <a:lnTo>
                  <a:pt x="278065" y="240791"/>
                </a:lnTo>
                <a:lnTo>
                  <a:pt x="282575" y="179959"/>
                </a:lnTo>
                <a:lnTo>
                  <a:pt x="317091" y="179959"/>
                </a:lnTo>
                <a:lnTo>
                  <a:pt x="261493" y="120014"/>
                </a:lnTo>
                <a:close/>
              </a:path>
              <a:path w="534035" h="633730">
                <a:moveTo>
                  <a:pt x="229164" y="213360"/>
                </a:moveTo>
                <a:lnTo>
                  <a:pt x="199771" y="213360"/>
                </a:lnTo>
                <a:lnTo>
                  <a:pt x="220725" y="213740"/>
                </a:lnTo>
                <a:lnTo>
                  <a:pt x="229108" y="214122"/>
                </a:lnTo>
                <a:lnTo>
                  <a:pt x="229164" y="21336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15455" y="2007998"/>
            <a:ext cx="513715" cy="467995"/>
          </a:xfrm>
          <a:custGeom>
            <a:avLst/>
            <a:gdLst/>
            <a:ahLst/>
            <a:cxnLst/>
            <a:rect l="l" t="t" r="r" b="b"/>
            <a:pathLst>
              <a:path w="513714" h="467994">
                <a:moveTo>
                  <a:pt x="152249" y="316791"/>
                </a:moveTo>
                <a:lnTo>
                  <a:pt x="0" y="450341"/>
                </a:lnTo>
                <a:lnTo>
                  <a:pt x="465328" y="467487"/>
                </a:lnTo>
                <a:lnTo>
                  <a:pt x="468027" y="441198"/>
                </a:lnTo>
                <a:lnTo>
                  <a:pt x="442468" y="441198"/>
                </a:lnTo>
                <a:lnTo>
                  <a:pt x="64770" y="427354"/>
                </a:lnTo>
                <a:lnTo>
                  <a:pt x="178950" y="327025"/>
                </a:lnTo>
                <a:lnTo>
                  <a:pt x="163195" y="327025"/>
                </a:lnTo>
                <a:lnTo>
                  <a:pt x="152249" y="316791"/>
                </a:lnTo>
                <a:close/>
              </a:path>
              <a:path w="513714" h="467994">
                <a:moveTo>
                  <a:pt x="506995" y="61722"/>
                </a:moveTo>
                <a:lnTo>
                  <a:pt x="481457" y="61722"/>
                </a:lnTo>
                <a:lnTo>
                  <a:pt x="442468" y="441198"/>
                </a:lnTo>
                <a:lnTo>
                  <a:pt x="468027" y="441198"/>
                </a:lnTo>
                <a:lnTo>
                  <a:pt x="506995" y="61722"/>
                </a:lnTo>
                <a:close/>
              </a:path>
              <a:path w="513714" h="467994">
                <a:moveTo>
                  <a:pt x="218312" y="92328"/>
                </a:moveTo>
                <a:lnTo>
                  <a:pt x="130987" y="238125"/>
                </a:lnTo>
                <a:lnTo>
                  <a:pt x="131275" y="238125"/>
                </a:lnTo>
                <a:lnTo>
                  <a:pt x="141224" y="244093"/>
                </a:lnTo>
                <a:lnTo>
                  <a:pt x="161671" y="258444"/>
                </a:lnTo>
                <a:lnTo>
                  <a:pt x="180975" y="274192"/>
                </a:lnTo>
                <a:lnTo>
                  <a:pt x="199136" y="291083"/>
                </a:lnTo>
                <a:lnTo>
                  <a:pt x="225806" y="319786"/>
                </a:lnTo>
                <a:lnTo>
                  <a:pt x="129540" y="404367"/>
                </a:lnTo>
                <a:lnTo>
                  <a:pt x="419608" y="415036"/>
                </a:lnTo>
                <a:lnTo>
                  <a:pt x="422311" y="388747"/>
                </a:lnTo>
                <a:lnTo>
                  <a:pt x="396875" y="388747"/>
                </a:lnTo>
                <a:lnTo>
                  <a:pt x="194310" y="381253"/>
                </a:lnTo>
                <a:lnTo>
                  <a:pt x="262255" y="321690"/>
                </a:lnTo>
                <a:lnTo>
                  <a:pt x="217170" y="273176"/>
                </a:lnTo>
                <a:lnTo>
                  <a:pt x="197739" y="255015"/>
                </a:lnTo>
                <a:lnTo>
                  <a:pt x="176911" y="238125"/>
                </a:lnTo>
                <a:lnTo>
                  <a:pt x="155067" y="222757"/>
                </a:lnTo>
                <a:lnTo>
                  <a:pt x="169736" y="222757"/>
                </a:lnTo>
                <a:lnTo>
                  <a:pt x="226821" y="127340"/>
                </a:lnTo>
                <a:lnTo>
                  <a:pt x="224155" y="125475"/>
                </a:lnTo>
                <a:lnTo>
                  <a:pt x="268239" y="125475"/>
                </a:lnTo>
                <a:lnTo>
                  <a:pt x="266827" y="124332"/>
                </a:lnTo>
                <a:lnTo>
                  <a:pt x="237998" y="104139"/>
                </a:lnTo>
                <a:lnTo>
                  <a:pt x="218312" y="92328"/>
                </a:lnTo>
                <a:close/>
              </a:path>
              <a:path w="513714" h="467994">
                <a:moveTo>
                  <a:pt x="443232" y="185292"/>
                </a:moveTo>
                <a:lnTo>
                  <a:pt x="417703" y="185292"/>
                </a:lnTo>
                <a:lnTo>
                  <a:pt x="396875" y="388747"/>
                </a:lnTo>
                <a:lnTo>
                  <a:pt x="422311" y="388747"/>
                </a:lnTo>
                <a:lnTo>
                  <a:pt x="443232" y="185292"/>
                </a:lnTo>
                <a:close/>
              </a:path>
              <a:path w="513714" h="467994">
                <a:moveTo>
                  <a:pt x="153035" y="316102"/>
                </a:moveTo>
                <a:lnTo>
                  <a:pt x="152249" y="316791"/>
                </a:lnTo>
                <a:lnTo>
                  <a:pt x="163195" y="327025"/>
                </a:lnTo>
                <a:lnTo>
                  <a:pt x="153035" y="316102"/>
                </a:lnTo>
                <a:close/>
              </a:path>
              <a:path w="513714" h="467994">
                <a:moveTo>
                  <a:pt x="187707" y="316102"/>
                </a:moveTo>
                <a:lnTo>
                  <a:pt x="153035" y="316102"/>
                </a:lnTo>
                <a:lnTo>
                  <a:pt x="163195" y="327025"/>
                </a:lnTo>
                <a:lnTo>
                  <a:pt x="178950" y="327025"/>
                </a:lnTo>
                <a:lnTo>
                  <a:pt x="189357" y="317880"/>
                </a:lnTo>
                <a:lnTo>
                  <a:pt x="187707" y="316102"/>
                </a:lnTo>
                <a:close/>
              </a:path>
              <a:path w="513714" h="467994">
                <a:moveTo>
                  <a:pt x="200787" y="22478"/>
                </a:moveTo>
                <a:lnTo>
                  <a:pt x="61341" y="255524"/>
                </a:lnTo>
                <a:lnTo>
                  <a:pt x="113537" y="286765"/>
                </a:lnTo>
                <a:lnTo>
                  <a:pt x="131064" y="298957"/>
                </a:lnTo>
                <a:lnTo>
                  <a:pt x="147574" y="312419"/>
                </a:lnTo>
                <a:lnTo>
                  <a:pt x="152249" y="316791"/>
                </a:lnTo>
                <a:lnTo>
                  <a:pt x="153035" y="316102"/>
                </a:lnTo>
                <a:lnTo>
                  <a:pt x="187707" y="316102"/>
                </a:lnTo>
                <a:lnTo>
                  <a:pt x="181229" y="309117"/>
                </a:lnTo>
                <a:lnTo>
                  <a:pt x="164337" y="293242"/>
                </a:lnTo>
                <a:lnTo>
                  <a:pt x="146304" y="278764"/>
                </a:lnTo>
                <a:lnTo>
                  <a:pt x="127381" y="265429"/>
                </a:lnTo>
                <a:lnTo>
                  <a:pt x="96139" y="246761"/>
                </a:lnTo>
                <a:lnTo>
                  <a:pt x="209550" y="57403"/>
                </a:lnTo>
                <a:lnTo>
                  <a:pt x="258919" y="57403"/>
                </a:lnTo>
                <a:lnTo>
                  <a:pt x="200787" y="22478"/>
                </a:lnTo>
                <a:close/>
              </a:path>
              <a:path w="513714" h="467994">
                <a:moveTo>
                  <a:pt x="224155" y="125475"/>
                </a:moveTo>
                <a:lnTo>
                  <a:pt x="251587" y="144652"/>
                </a:lnTo>
                <a:lnTo>
                  <a:pt x="277495" y="165607"/>
                </a:lnTo>
                <a:lnTo>
                  <a:pt x="301879" y="188340"/>
                </a:lnTo>
                <a:lnTo>
                  <a:pt x="352298" y="242697"/>
                </a:lnTo>
                <a:lnTo>
                  <a:pt x="392669" y="207263"/>
                </a:lnTo>
                <a:lnTo>
                  <a:pt x="354203" y="207263"/>
                </a:lnTo>
                <a:lnTo>
                  <a:pt x="319913" y="170433"/>
                </a:lnTo>
                <a:lnTo>
                  <a:pt x="294132" y="146430"/>
                </a:lnTo>
                <a:lnTo>
                  <a:pt x="270542" y="127340"/>
                </a:lnTo>
                <a:lnTo>
                  <a:pt x="227309" y="127340"/>
                </a:lnTo>
                <a:lnTo>
                  <a:pt x="224155" y="125475"/>
                </a:lnTo>
                <a:close/>
              </a:path>
              <a:path w="513714" h="467994">
                <a:moveTo>
                  <a:pt x="169736" y="222757"/>
                </a:moveTo>
                <a:lnTo>
                  <a:pt x="155067" y="222757"/>
                </a:lnTo>
                <a:lnTo>
                  <a:pt x="165862" y="229235"/>
                </a:lnTo>
                <a:lnTo>
                  <a:pt x="169736" y="222757"/>
                </a:lnTo>
                <a:close/>
              </a:path>
              <a:path w="513714" h="467994">
                <a:moveTo>
                  <a:pt x="449580" y="123570"/>
                </a:moveTo>
                <a:lnTo>
                  <a:pt x="354203" y="207263"/>
                </a:lnTo>
                <a:lnTo>
                  <a:pt x="392669" y="207263"/>
                </a:lnTo>
                <a:lnTo>
                  <a:pt x="417703" y="185292"/>
                </a:lnTo>
                <a:lnTo>
                  <a:pt x="443232" y="185292"/>
                </a:lnTo>
                <a:lnTo>
                  <a:pt x="449384" y="125475"/>
                </a:lnTo>
                <a:lnTo>
                  <a:pt x="449501" y="124332"/>
                </a:lnTo>
                <a:lnTo>
                  <a:pt x="449580" y="123570"/>
                </a:lnTo>
                <a:close/>
              </a:path>
              <a:path w="513714" h="467994">
                <a:moveTo>
                  <a:pt x="258919" y="57403"/>
                </a:moveTo>
                <a:lnTo>
                  <a:pt x="209550" y="57403"/>
                </a:lnTo>
                <a:lnTo>
                  <a:pt x="251841" y="82803"/>
                </a:lnTo>
                <a:lnTo>
                  <a:pt x="282223" y="104139"/>
                </a:lnTo>
                <a:lnTo>
                  <a:pt x="310861" y="127340"/>
                </a:lnTo>
                <a:lnTo>
                  <a:pt x="337820" y="152400"/>
                </a:lnTo>
                <a:lnTo>
                  <a:pt x="355981" y="171957"/>
                </a:lnTo>
                <a:lnTo>
                  <a:pt x="396312" y="136525"/>
                </a:lnTo>
                <a:lnTo>
                  <a:pt x="357759" y="136525"/>
                </a:lnTo>
                <a:lnTo>
                  <a:pt x="355854" y="134492"/>
                </a:lnTo>
                <a:lnTo>
                  <a:pt x="327533" y="108076"/>
                </a:lnTo>
                <a:lnTo>
                  <a:pt x="297434" y="83692"/>
                </a:lnTo>
                <a:lnTo>
                  <a:pt x="265684" y="61467"/>
                </a:lnTo>
                <a:lnTo>
                  <a:pt x="258919" y="57403"/>
                </a:lnTo>
                <a:close/>
              </a:path>
              <a:path w="513714" h="467994">
                <a:moveTo>
                  <a:pt x="513334" y="0"/>
                </a:moveTo>
                <a:lnTo>
                  <a:pt x="357759" y="136525"/>
                </a:lnTo>
                <a:lnTo>
                  <a:pt x="396312" y="136525"/>
                </a:lnTo>
                <a:lnTo>
                  <a:pt x="481457" y="61722"/>
                </a:lnTo>
                <a:lnTo>
                  <a:pt x="506995" y="61722"/>
                </a:lnTo>
                <a:lnTo>
                  <a:pt x="513334" y="0"/>
                </a:lnTo>
                <a:close/>
              </a:path>
              <a:path w="513714" h="467994">
                <a:moveTo>
                  <a:pt x="268239" y="125475"/>
                </a:moveTo>
                <a:lnTo>
                  <a:pt x="224155" y="125475"/>
                </a:lnTo>
                <a:lnTo>
                  <a:pt x="227309" y="127340"/>
                </a:lnTo>
                <a:lnTo>
                  <a:pt x="270542" y="127340"/>
                </a:lnTo>
                <a:lnTo>
                  <a:pt x="268239" y="125475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7185787" y="1399539"/>
            <a:ext cx="3675379" cy="2245360"/>
            <a:chOff x="6042786" y="1399539"/>
            <a:chExt cx="3675379" cy="2245360"/>
          </a:xfrm>
        </p:grpSpPr>
        <p:sp>
          <p:nvSpPr>
            <p:cNvPr id="8" name="object 8"/>
            <p:cNvSpPr/>
            <p:nvPr/>
          </p:nvSpPr>
          <p:spPr>
            <a:xfrm>
              <a:off x="6042786" y="3089401"/>
              <a:ext cx="681355" cy="501650"/>
            </a:xfrm>
            <a:custGeom>
              <a:avLst/>
              <a:gdLst/>
              <a:ahLst/>
              <a:cxnLst/>
              <a:rect l="l" t="t" r="r" b="b"/>
              <a:pathLst>
                <a:path w="681354" h="501650">
                  <a:moveTo>
                    <a:pt x="0" y="160147"/>
                  </a:moveTo>
                  <a:lnTo>
                    <a:pt x="316991" y="501142"/>
                  </a:lnTo>
                  <a:lnTo>
                    <a:pt x="359766" y="466344"/>
                  </a:lnTo>
                  <a:lnTo>
                    <a:pt x="319404" y="466344"/>
                  </a:lnTo>
                  <a:lnTo>
                    <a:pt x="62102" y="189611"/>
                  </a:lnTo>
                  <a:lnTo>
                    <a:pt x="228055" y="189611"/>
                  </a:lnTo>
                  <a:lnTo>
                    <a:pt x="228087" y="188595"/>
                  </a:lnTo>
                  <a:lnTo>
                    <a:pt x="202696" y="188595"/>
                  </a:lnTo>
                  <a:lnTo>
                    <a:pt x="202156" y="173482"/>
                  </a:lnTo>
                  <a:lnTo>
                    <a:pt x="203200" y="173482"/>
                  </a:lnTo>
                  <a:lnTo>
                    <a:pt x="0" y="160147"/>
                  </a:lnTo>
                  <a:close/>
                </a:path>
                <a:path w="681354" h="501650">
                  <a:moveTo>
                    <a:pt x="452178" y="30734"/>
                  </a:moveTo>
                  <a:lnTo>
                    <a:pt x="425830" y="30734"/>
                  </a:lnTo>
                  <a:lnTo>
                    <a:pt x="433832" y="60578"/>
                  </a:lnTo>
                  <a:lnTo>
                    <a:pt x="438023" y="78486"/>
                  </a:lnTo>
                  <a:lnTo>
                    <a:pt x="446659" y="133350"/>
                  </a:lnTo>
                  <a:lnTo>
                    <a:pt x="448652" y="160147"/>
                  </a:lnTo>
                  <a:lnTo>
                    <a:pt x="448750" y="161925"/>
                  </a:lnTo>
                  <a:lnTo>
                    <a:pt x="448848" y="163702"/>
                  </a:lnTo>
                  <a:lnTo>
                    <a:pt x="448939" y="165353"/>
                  </a:lnTo>
                  <a:lnTo>
                    <a:pt x="449037" y="167132"/>
                  </a:lnTo>
                  <a:lnTo>
                    <a:pt x="449149" y="169163"/>
                  </a:lnTo>
                  <a:lnTo>
                    <a:pt x="449246" y="173482"/>
                  </a:lnTo>
                  <a:lnTo>
                    <a:pt x="449451" y="188595"/>
                  </a:lnTo>
                  <a:lnTo>
                    <a:pt x="449416" y="191262"/>
                  </a:lnTo>
                  <a:lnTo>
                    <a:pt x="449297" y="200533"/>
                  </a:lnTo>
                  <a:lnTo>
                    <a:pt x="449243" y="204724"/>
                  </a:lnTo>
                  <a:lnTo>
                    <a:pt x="449149" y="209042"/>
                  </a:lnTo>
                  <a:lnTo>
                    <a:pt x="448817" y="215011"/>
                  </a:lnTo>
                  <a:lnTo>
                    <a:pt x="615188" y="225933"/>
                  </a:lnTo>
                  <a:lnTo>
                    <a:pt x="319404" y="466344"/>
                  </a:lnTo>
                  <a:lnTo>
                    <a:pt x="359766" y="466344"/>
                  </a:lnTo>
                  <a:lnTo>
                    <a:pt x="676047" y="209042"/>
                  </a:lnTo>
                  <a:lnTo>
                    <a:pt x="474598" y="209042"/>
                  </a:lnTo>
                  <a:lnTo>
                    <a:pt x="474704" y="200533"/>
                  </a:lnTo>
                  <a:lnTo>
                    <a:pt x="474818" y="191262"/>
                  </a:lnTo>
                  <a:lnTo>
                    <a:pt x="474851" y="188595"/>
                  </a:lnTo>
                  <a:lnTo>
                    <a:pt x="474655" y="173482"/>
                  </a:lnTo>
                  <a:lnTo>
                    <a:pt x="474598" y="169163"/>
                  </a:lnTo>
                  <a:lnTo>
                    <a:pt x="473863" y="155194"/>
                  </a:lnTo>
                  <a:lnTo>
                    <a:pt x="473770" y="153415"/>
                  </a:lnTo>
                  <a:lnTo>
                    <a:pt x="473676" y="151637"/>
                  </a:lnTo>
                  <a:lnTo>
                    <a:pt x="469518" y="111378"/>
                  </a:lnTo>
                  <a:lnTo>
                    <a:pt x="462788" y="73278"/>
                  </a:lnTo>
                  <a:lnTo>
                    <a:pt x="458470" y="54356"/>
                  </a:lnTo>
                  <a:lnTo>
                    <a:pt x="452178" y="30734"/>
                  </a:lnTo>
                  <a:close/>
                </a:path>
                <a:path w="681354" h="501650">
                  <a:moveTo>
                    <a:pt x="124333" y="219201"/>
                  </a:moveTo>
                  <a:lnTo>
                    <a:pt x="321817" y="431673"/>
                  </a:lnTo>
                  <a:lnTo>
                    <a:pt x="364453" y="397001"/>
                  </a:lnTo>
                  <a:lnTo>
                    <a:pt x="324230" y="397001"/>
                  </a:lnTo>
                  <a:lnTo>
                    <a:pt x="186436" y="248793"/>
                  </a:lnTo>
                  <a:lnTo>
                    <a:pt x="276808" y="248793"/>
                  </a:lnTo>
                  <a:lnTo>
                    <a:pt x="277542" y="227584"/>
                  </a:lnTo>
                  <a:lnTo>
                    <a:pt x="252095" y="227584"/>
                  </a:lnTo>
                  <a:lnTo>
                    <a:pt x="124333" y="219201"/>
                  </a:lnTo>
                  <a:close/>
                </a:path>
                <a:path w="681354" h="501650">
                  <a:moveTo>
                    <a:pt x="410542" y="72898"/>
                  </a:moveTo>
                  <a:lnTo>
                    <a:pt x="384428" y="72898"/>
                  </a:lnTo>
                  <a:lnTo>
                    <a:pt x="389636" y="92201"/>
                  </a:lnTo>
                  <a:lnTo>
                    <a:pt x="388867" y="92394"/>
                  </a:lnTo>
                  <a:lnTo>
                    <a:pt x="391413" y="105537"/>
                  </a:lnTo>
                  <a:lnTo>
                    <a:pt x="393957" y="121285"/>
                  </a:lnTo>
                  <a:lnTo>
                    <a:pt x="394080" y="122047"/>
                  </a:lnTo>
                  <a:lnTo>
                    <a:pt x="396113" y="138557"/>
                  </a:lnTo>
                  <a:lnTo>
                    <a:pt x="397510" y="155194"/>
                  </a:lnTo>
                  <a:lnTo>
                    <a:pt x="397774" y="160147"/>
                  </a:lnTo>
                  <a:lnTo>
                    <a:pt x="397869" y="161925"/>
                  </a:lnTo>
                  <a:lnTo>
                    <a:pt x="397964" y="163702"/>
                  </a:lnTo>
                  <a:lnTo>
                    <a:pt x="398052" y="165353"/>
                  </a:lnTo>
                  <a:lnTo>
                    <a:pt x="398147" y="167132"/>
                  </a:lnTo>
                  <a:lnTo>
                    <a:pt x="398256" y="169163"/>
                  </a:lnTo>
                  <a:lnTo>
                    <a:pt x="398303" y="170052"/>
                  </a:lnTo>
                  <a:lnTo>
                    <a:pt x="398424" y="173482"/>
                  </a:lnTo>
                  <a:lnTo>
                    <a:pt x="398652" y="188595"/>
                  </a:lnTo>
                  <a:lnTo>
                    <a:pt x="398481" y="200533"/>
                  </a:lnTo>
                  <a:lnTo>
                    <a:pt x="398420" y="204724"/>
                  </a:lnTo>
                  <a:lnTo>
                    <a:pt x="398339" y="207263"/>
                  </a:lnTo>
                  <a:lnTo>
                    <a:pt x="395097" y="262382"/>
                  </a:lnTo>
                  <a:lnTo>
                    <a:pt x="482727" y="268097"/>
                  </a:lnTo>
                  <a:lnTo>
                    <a:pt x="324230" y="397001"/>
                  </a:lnTo>
                  <a:lnTo>
                    <a:pt x="364453" y="397001"/>
                  </a:lnTo>
                  <a:lnTo>
                    <a:pt x="548893" y="247014"/>
                  </a:lnTo>
                  <a:lnTo>
                    <a:pt x="421893" y="238633"/>
                  </a:lnTo>
                  <a:lnTo>
                    <a:pt x="423691" y="209042"/>
                  </a:lnTo>
                  <a:lnTo>
                    <a:pt x="423812" y="206248"/>
                  </a:lnTo>
                  <a:lnTo>
                    <a:pt x="423890" y="200533"/>
                  </a:lnTo>
                  <a:lnTo>
                    <a:pt x="424016" y="191262"/>
                  </a:lnTo>
                  <a:lnTo>
                    <a:pt x="424052" y="188595"/>
                  </a:lnTo>
                  <a:lnTo>
                    <a:pt x="423835" y="173482"/>
                  </a:lnTo>
                  <a:lnTo>
                    <a:pt x="423708" y="169163"/>
                  </a:lnTo>
                  <a:lnTo>
                    <a:pt x="423000" y="155194"/>
                  </a:lnTo>
                  <a:lnTo>
                    <a:pt x="422910" y="153415"/>
                  </a:lnTo>
                  <a:lnTo>
                    <a:pt x="421386" y="135889"/>
                  </a:lnTo>
                  <a:lnTo>
                    <a:pt x="419226" y="118490"/>
                  </a:lnTo>
                  <a:lnTo>
                    <a:pt x="416433" y="101092"/>
                  </a:lnTo>
                  <a:lnTo>
                    <a:pt x="413228" y="84327"/>
                  </a:lnTo>
                  <a:lnTo>
                    <a:pt x="413130" y="83820"/>
                  </a:lnTo>
                  <a:lnTo>
                    <a:pt x="410632" y="73278"/>
                  </a:lnTo>
                  <a:lnTo>
                    <a:pt x="410542" y="72898"/>
                  </a:lnTo>
                  <a:close/>
                </a:path>
                <a:path w="681354" h="501650">
                  <a:moveTo>
                    <a:pt x="276808" y="248793"/>
                  </a:moveTo>
                  <a:lnTo>
                    <a:pt x="186436" y="248793"/>
                  </a:lnTo>
                  <a:lnTo>
                    <a:pt x="276605" y="254635"/>
                  </a:lnTo>
                  <a:lnTo>
                    <a:pt x="276808" y="248793"/>
                  </a:lnTo>
                  <a:close/>
                </a:path>
                <a:path w="681354" h="501650">
                  <a:moveTo>
                    <a:pt x="407670" y="61468"/>
                  </a:moveTo>
                  <a:lnTo>
                    <a:pt x="242824" y="102870"/>
                  </a:lnTo>
                  <a:lnTo>
                    <a:pt x="245617" y="114300"/>
                  </a:lnTo>
                  <a:lnTo>
                    <a:pt x="250016" y="138557"/>
                  </a:lnTo>
                  <a:lnTo>
                    <a:pt x="250062" y="138811"/>
                  </a:lnTo>
                  <a:lnTo>
                    <a:pt x="252729" y="163702"/>
                  </a:lnTo>
                  <a:lnTo>
                    <a:pt x="253491" y="188595"/>
                  </a:lnTo>
                  <a:lnTo>
                    <a:pt x="252154" y="225933"/>
                  </a:lnTo>
                  <a:lnTo>
                    <a:pt x="252095" y="227584"/>
                  </a:lnTo>
                  <a:lnTo>
                    <a:pt x="277542" y="227584"/>
                  </a:lnTo>
                  <a:lnTo>
                    <a:pt x="278799" y="191262"/>
                  </a:lnTo>
                  <a:lnTo>
                    <a:pt x="278891" y="188595"/>
                  </a:lnTo>
                  <a:lnTo>
                    <a:pt x="278388" y="173482"/>
                  </a:lnTo>
                  <a:lnTo>
                    <a:pt x="278273" y="170052"/>
                  </a:lnTo>
                  <a:lnTo>
                    <a:pt x="278176" y="167132"/>
                  </a:lnTo>
                  <a:lnTo>
                    <a:pt x="278062" y="163702"/>
                  </a:lnTo>
                  <a:lnTo>
                    <a:pt x="278002" y="161925"/>
                  </a:lnTo>
                  <a:lnTo>
                    <a:pt x="275275" y="135889"/>
                  </a:lnTo>
                  <a:lnTo>
                    <a:pt x="275209" y="135255"/>
                  </a:lnTo>
                  <a:lnTo>
                    <a:pt x="270510" y="109093"/>
                  </a:lnTo>
                  <a:lnTo>
                    <a:pt x="322219" y="109093"/>
                  </a:lnTo>
                  <a:lnTo>
                    <a:pt x="388867" y="92394"/>
                  </a:lnTo>
                  <a:lnTo>
                    <a:pt x="388238" y="89153"/>
                  </a:lnTo>
                  <a:lnTo>
                    <a:pt x="384518" y="73278"/>
                  </a:lnTo>
                  <a:lnTo>
                    <a:pt x="384428" y="72898"/>
                  </a:lnTo>
                  <a:lnTo>
                    <a:pt x="410542" y="72898"/>
                  </a:lnTo>
                  <a:lnTo>
                    <a:pt x="409066" y="66675"/>
                  </a:lnTo>
                  <a:lnTo>
                    <a:pt x="407670" y="61468"/>
                  </a:lnTo>
                  <a:close/>
                </a:path>
                <a:path w="681354" h="501650">
                  <a:moveTo>
                    <a:pt x="475614" y="191262"/>
                  </a:moveTo>
                  <a:lnTo>
                    <a:pt x="474845" y="204724"/>
                  </a:lnTo>
                  <a:lnTo>
                    <a:pt x="474758" y="206248"/>
                  </a:lnTo>
                  <a:lnTo>
                    <a:pt x="474700" y="207263"/>
                  </a:lnTo>
                  <a:lnTo>
                    <a:pt x="474598" y="209042"/>
                  </a:lnTo>
                  <a:lnTo>
                    <a:pt x="676047" y="209042"/>
                  </a:lnTo>
                  <a:lnTo>
                    <a:pt x="681355" y="204724"/>
                  </a:lnTo>
                  <a:lnTo>
                    <a:pt x="475614" y="191262"/>
                  </a:lnTo>
                  <a:close/>
                </a:path>
                <a:path w="681354" h="501650">
                  <a:moveTo>
                    <a:pt x="228055" y="189611"/>
                  </a:moveTo>
                  <a:lnTo>
                    <a:pt x="62102" y="189611"/>
                  </a:lnTo>
                  <a:lnTo>
                    <a:pt x="227711" y="200533"/>
                  </a:lnTo>
                  <a:lnTo>
                    <a:pt x="228003" y="191262"/>
                  </a:lnTo>
                  <a:lnTo>
                    <a:pt x="228055" y="189611"/>
                  </a:lnTo>
                  <a:close/>
                </a:path>
                <a:path w="681354" h="501650">
                  <a:moveTo>
                    <a:pt x="443991" y="0"/>
                  </a:moveTo>
                  <a:lnTo>
                    <a:pt x="181355" y="65786"/>
                  </a:lnTo>
                  <a:lnTo>
                    <a:pt x="195961" y="124968"/>
                  </a:lnTo>
                  <a:lnTo>
                    <a:pt x="199643" y="146050"/>
                  </a:lnTo>
                  <a:lnTo>
                    <a:pt x="201929" y="167132"/>
                  </a:lnTo>
                  <a:lnTo>
                    <a:pt x="202696" y="188595"/>
                  </a:lnTo>
                  <a:lnTo>
                    <a:pt x="203200" y="173482"/>
                  </a:lnTo>
                  <a:lnTo>
                    <a:pt x="227597" y="173482"/>
                  </a:lnTo>
                  <a:lnTo>
                    <a:pt x="227484" y="170052"/>
                  </a:lnTo>
                  <a:lnTo>
                    <a:pt x="227388" y="167132"/>
                  </a:lnTo>
                  <a:lnTo>
                    <a:pt x="227329" y="165353"/>
                  </a:lnTo>
                  <a:lnTo>
                    <a:pt x="224789" y="142367"/>
                  </a:lnTo>
                  <a:lnTo>
                    <a:pt x="220852" y="119634"/>
                  </a:lnTo>
                  <a:lnTo>
                    <a:pt x="212089" y="84327"/>
                  </a:lnTo>
                  <a:lnTo>
                    <a:pt x="425830" y="30734"/>
                  </a:lnTo>
                  <a:lnTo>
                    <a:pt x="452178" y="30734"/>
                  </a:lnTo>
                  <a:lnTo>
                    <a:pt x="443991" y="0"/>
                  </a:lnTo>
                  <a:close/>
                </a:path>
                <a:path w="681354" h="501650">
                  <a:moveTo>
                    <a:pt x="227597" y="173482"/>
                  </a:moveTo>
                  <a:lnTo>
                    <a:pt x="203200" y="173482"/>
                  </a:lnTo>
                  <a:lnTo>
                    <a:pt x="202687" y="188595"/>
                  </a:lnTo>
                  <a:lnTo>
                    <a:pt x="228096" y="188595"/>
                  </a:lnTo>
                  <a:lnTo>
                    <a:pt x="227597" y="173482"/>
                  </a:lnTo>
                  <a:close/>
                </a:path>
                <a:path w="681354" h="501650">
                  <a:moveTo>
                    <a:pt x="322219" y="109093"/>
                  </a:moveTo>
                  <a:lnTo>
                    <a:pt x="270510" y="109093"/>
                  </a:lnTo>
                  <a:lnTo>
                    <a:pt x="273558" y="121285"/>
                  </a:lnTo>
                  <a:lnTo>
                    <a:pt x="322219" y="109093"/>
                  </a:lnTo>
                  <a:close/>
                </a:path>
                <a:path w="681354" h="501650">
                  <a:moveTo>
                    <a:pt x="384531" y="73278"/>
                  </a:moveTo>
                  <a:lnTo>
                    <a:pt x="388238" y="89153"/>
                  </a:lnTo>
                  <a:lnTo>
                    <a:pt x="388829" y="92201"/>
                  </a:lnTo>
                  <a:lnTo>
                    <a:pt x="388867" y="92394"/>
                  </a:lnTo>
                  <a:lnTo>
                    <a:pt x="389636" y="92201"/>
                  </a:lnTo>
                  <a:lnTo>
                    <a:pt x="384531" y="73278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78879" y="1412239"/>
              <a:ext cx="3426460" cy="2219960"/>
            </a:xfrm>
            <a:custGeom>
              <a:avLst/>
              <a:gdLst/>
              <a:ahLst/>
              <a:cxnLst/>
              <a:rect l="l" t="t" r="r" b="b"/>
              <a:pathLst>
                <a:path w="3426459" h="2219960">
                  <a:moveTo>
                    <a:pt x="3299079" y="0"/>
                  </a:moveTo>
                  <a:lnTo>
                    <a:pt x="127381" y="0"/>
                  </a:lnTo>
                  <a:lnTo>
                    <a:pt x="77795" y="10009"/>
                  </a:lnTo>
                  <a:lnTo>
                    <a:pt x="37306" y="37306"/>
                  </a:lnTo>
                  <a:lnTo>
                    <a:pt x="10009" y="77795"/>
                  </a:lnTo>
                  <a:lnTo>
                    <a:pt x="0" y="127381"/>
                  </a:lnTo>
                  <a:lnTo>
                    <a:pt x="0" y="2092579"/>
                  </a:lnTo>
                  <a:lnTo>
                    <a:pt x="10009" y="2142164"/>
                  </a:lnTo>
                  <a:lnTo>
                    <a:pt x="37306" y="2182653"/>
                  </a:lnTo>
                  <a:lnTo>
                    <a:pt x="77795" y="2209950"/>
                  </a:lnTo>
                  <a:lnTo>
                    <a:pt x="127381" y="2219960"/>
                  </a:lnTo>
                  <a:lnTo>
                    <a:pt x="3299079" y="2219960"/>
                  </a:lnTo>
                  <a:lnTo>
                    <a:pt x="3348664" y="2209950"/>
                  </a:lnTo>
                  <a:lnTo>
                    <a:pt x="3389153" y="2182653"/>
                  </a:lnTo>
                  <a:lnTo>
                    <a:pt x="3416450" y="2142164"/>
                  </a:lnTo>
                  <a:lnTo>
                    <a:pt x="3426460" y="2092579"/>
                  </a:lnTo>
                  <a:lnTo>
                    <a:pt x="3426460" y="127381"/>
                  </a:lnTo>
                  <a:lnTo>
                    <a:pt x="3416450" y="77795"/>
                  </a:lnTo>
                  <a:lnTo>
                    <a:pt x="3389153" y="37306"/>
                  </a:lnTo>
                  <a:lnTo>
                    <a:pt x="3348664" y="10009"/>
                  </a:lnTo>
                  <a:lnTo>
                    <a:pt x="329907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78879" y="1412239"/>
              <a:ext cx="3426460" cy="2219960"/>
            </a:xfrm>
            <a:custGeom>
              <a:avLst/>
              <a:gdLst/>
              <a:ahLst/>
              <a:cxnLst/>
              <a:rect l="l" t="t" r="r" b="b"/>
              <a:pathLst>
                <a:path w="3426459" h="2219960">
                  <a:moveTo>
                    <a:pt x="0" y="127381"/>
                  </a:moveTo>
                  <a:lnTo>
                    <a:pt x="10009" y="77795"/>
                  </a:lnTo>
                  <a:lnTo>
                    <a:pt x="37306" y="37306"/>
                  </a:lnTo>
                  <a:lnTo>
                    <a:pt x="77795" y="10009"/>
                  </a:lnTo>
                  <a:lnTo>
                    <a:pt x="127381" y="0"/>
                  </a:lnTo>
                  <a:lnTo>
                    <a:pt x="3299079" y="0"/>
                  </a:lnTo>
                  <a:lnTo>
                    <a:pt x="3348664" y="10009"/>
                  </a:lnTo>
                  <a:lnTo>
                    <a:pt x="3389153" y="37306"/>
                  </a:lnTo>
                  <a:lnTo>
                    <a:pt x="3416450" y="77795"/>
                  </a:lnTo>
                  <a:lnTo>
                    <a:pt x="3426460" y="127381"/>
                  </a:lnTo>
                  <a:lnTo>
                    <a:pt x="3426460" y="2092579"/>
                  </a:lnTo>
                  <a:lnTo>
                    <a:pt x="3416450" y="2142164"/>
                  </a:lnTo>
                  <a:lnTo>
                    <a:pt x="3389153" y="2182653"/>
                  </a:lnTo>
                  <a:lnTo>
                    <a:pt x="3348664" y="2209950"/>
                  </a:lnTo>
                  <a:lnTo>
                    <a:pt x="3299079" y="2219960"/>
                  </a:lnTo>
                  <a:lnTo>
                    <a:pt x="127381" y="2219960"/>
                  </a:lnTo>
                  <a:lnTo>
                    <a:pt x="77795" y="2209950"/>
                  </a:lnTo>
                  <a:lnTo>
                    <a:pt x="37306" y="2182653"/>
                  </a:lnTo>
                  <a:lnTo>
                    <a:pt x="10009" y="2142164"/>
                  </a:lnTo>
                  <a:lnTo>
                    <a:pt x="0" y="2092579"/>
                  </a:lnTo>
                  <a:lnTo>
                    <a:pt x="0" y="127381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8879" y="141477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79" h="647700">
                  <a:moveTo>
                    <a:pt x="2011679" y="0"/>
                  </a:moveTo>
                  <a:lnTo>
                    <a:pt x="76200" y="0"/>
                  </a:lnTo>
                  <a:lnTo>
                    <a:pt x="46505" y="5976"/>
                  </a:lnTo>
                  <a:lnTo>
                    <a:pt x="22288" y="22288"/>
                  </a:lnTo>
                  <a:lnTo>
                    <a:pt x="5976" y="46505"/>
                  </a:lnTo>
                  <a:lnTo>
                    <a:pt x="0" y="76200"/>
                  </a:lnTo>
                  <a:lnTo>
                    <a:pt x="0" y="571500"/>
                  </a:lnTo>
                  <a:lnTo>
                    <a:pt x="5976" y="601194"/>
                  </a:lnTo>
                  <a:lnTo>
                    <a:pt x="22288" y="625411"/>
                  </a:lnTo>
                  <a:lnTo>
                    <a:pt x="46505" y="641723"/>
                  </a:lnTo>
                  <a:lnTo>
                    <a:pt x="76200" y="647700"/>
                  </a:lnTo>
                  <a:lnTo>
                    <a:pt x="2011679" y="647700"/>
                  </a:lnTo>
                  <a:lnTo>
                    <a:pt x="2041374" y="641723"/>
                  </a:lnTo>
                  <a:lnTo>
                    <a:pt x="2065591" y="625411"/>
                  </a:lnTo>
                  <a:lnTo>
                    <a:pt x="2081903" y="601194"/>
                  </a:lnTo>
                  <a:lnTo>
                    <a:pt x="2087879" y="571500"/>
                  </a:lnTo>
                  <a:lnTo>
                    <a:pt x="2087879" y="76200"/>
                  </a:lnTo>
                  <a:lnTo>
                    <a:pt x="2081903" y="46505"/>
                  </a:lnTo>
                  <a:lnTo>
                    <a:pt x="2065591" y="22288"/>
                  </a:lnTo>
                  <a:lnTo>
                    <a:pt x="2041374" y="5976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78879" y="141477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79" h="647700">
                  <a:moveTo>
                    <a:pt x="0" y="76200"/>
                  </a:moveTo>
                  <a:lnTo>
                    <a:pt x="5976" y="46505"/>
                  </a:lnTo>
                  <a:lnTo>
                    <a:pt x="22288" y="22288"/>
                  </a:lnTo>
                  <a:lnTo>
                    <a:pt x="46505" y="5976"/>
                  </a:lnTo>
                  <a:lnTo>
                    <a:pt x="76200" y="0"/>
                  </a:lnTo>
                  <a:lnTo>
                    <a:pt x="2011679" y="0"/>
                  </a:lnTo>
                  <a:lnTo>
                    <a:pt x="2041374" y="5976"/>
                  </a:lnTo>
                  <a:lnTo>
                    <a:pt x="2065591" y="22288"/>
                  </a:lnTo>
                  <a:lnTo>
                    <a:pt x="2081903" y="46505"/>
                  </a:lnTo>
                  <a:lnTo>
                    <a:pt x="2087879" y="76200"/>
                  </a:lnTo>
                  <a:lnTo>
                    <a:pt x="2087879" y="571500"/>
                  </a:lnTo>
                  <a:lnTo>
                    <a:pt x="2081903" y="601194"/>
                  </a:lnTo>
                  <a:lnTo>
                    <a:pt x="2065591" y="625411"/>
                  </a:lnTo>
                  <a:lnTo>
                    <a:pt x="2041374" y="641723"/>
                  </a:lnTo>
                  <a:lnTo>
                    <a:pt x="2011679" y="647700"/>
                  </a:lnTo>
                  <a:lnTo>
                    <a:pt x="76200" y="647700"/>
                  </a:lnTo>
                  <a:lnTo>
                    <a:pt x="46505" y="641723"/>
                  </a:lnTo>
                  <a:lnTo>
                    <a:pt x="22288" y="625411"/>
                  </a:lnTo>
                  <a:lnTo>
                    <a:pt x="5976" y="601194"/>
                  </a:lnTo>
                  <a:lnTo>
                    <a:pt x="0" y="5715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108957" y="2022220"/>
            <a:ext cx="3157220" cy="3012440"/>
            <a:chOff x="2965957" y="2022220"/>
            <a:chExt cx="3157220" cy="3012440"/>
          </a:xfrm>
        </p:grpSpPr>
        <p:sp>
          <p:nvSpPr>
            <p:cNvPr id="14" name="object 14"/>
            <p:cNvSpPr/>
            <p:nvPr/>
          </p:nvSpPr>
          <p:spPr>
            <a:xfrm>
              <a:off x="5658611" y="4052061"/>
              <a:ext cx="464820" cy="481330"/>
            </a:xfrm>
            <a:custGeom>
              <a:avLst/>
              <a:gdLst/>
              <a:ahLst/>
              <a:cxnLst/>
              <a:rect l="l" t="t" r="r" b="b"/>
              <a:pathLst>
                <a:path w="464820" h="481329">
                  <a:moveTo>
                    <a:pt x="47751" y="0"/>
                  </a:moveTo>
                  <a:lnTo>
                    <a:pt x="0" y="464057"/>
                  </a:lnTo>
                  <a:lnTo>
                    <a:pt x="461899" y="481202"/>
                  </a:lnTo>
                  <a:lnTo>
                    <a:pt x="438161" y="453644"/>
                  </a:lnTo>
                  <a:lnTo>
                    <a:pt x="404622" y="453644"/>
                  </a:lnTo>
                  <a:lnTo>
                    <a:pt x="28066" y="439674"/>
                  </a:lnTo>
                  <a:lnTo>
                    <a:pt x="66928" y="61340"/>
                  </a:lnTo>
                  <a:lnTo>
                    <a:pt x="100495" y="61340"/>
                  </a:lnTo>
                  <a:lnTo>
                    <a:pt x="47751" y="0"/>
                  </a:lnTo>
                  <a:close/>
                </a:path>
                <a:path w="464820" h="481329">
                  <a:moveTo>
                    <a:pt x="297390" y="80137"/>
                  </a:moveTo>
                  <a:lnTo>
                    <a:pt x="244983" y="80137"/>
                  </a:lnTo>
                  <a:lnTo>
                    <a:pt x="428498" y="181863"/>
                  </a:lnTo>
                  <a:lnTo>
                    <a:pt x="400303" y="226060"/>
                  </a:lnTo>
                  <a:lnTo>
                    <a:pt x="377063" y="257682"/>
                  </a:lnTo>
                  <a:lnTo>
                    <a:pt x="352043" y="287908"/>
                  </a:lnTo>
                  <a:lnTo>
                    <a:pt x="325120" y="316483"/>
                  </a:lnTo>
                  <a:lnTo>
                    <a:pt x="303784" y="336423"/>
                  </a:lnTo>
                  <a:lnTo>
                    <a:pt x="404622" y="453644"/>
                  </a:lnTo>
                  <a:lnTo>
                    <a:pt x="438161" y="453644"/>
                  </a:lnTo>
                  <a:lnTo>
                    <a:pt x="338836" y="338327"/>
                  </a:lnTo>
                  <a:lnTo>
                    <a:pt x="343026" y="334390"/>
                  </a:lnTo>
                  <a:lnTo>
                    <a:pt x="371093" y="304673"/>
                  </a:lnTo>
                  <a:lnTo>
                    <a:pt x="397128" y="273304"/>
                  </a:lnTo>
                  <a:lnTo>
                    <a:pt x="421259" y="240411"/>
                  </a:lnTo>
                  <a:lnTo>
                    <a:pt x="464565" y="172846"/>
                  </a:lnTo>
                  <a:lnTo>
                    <a:pt x="297390" y="80137"/>
                  </a:lnTo>
                  <a:close/>
                </a:path>
                <a:path w="464820" h="481329">
                  <a:moveTo>
                    <a:pt x="86233" y="122681"/>
                  </a:moveTo>
                  <a:lnTo>
                    <a:pt x="56134" y="415417"/>
                  </a:lnTo>
                  <a:lnTo>
                    <a:pt x="347472" y="426212"/>
                  </a:lnTo>
                  <a:lnTo>
                    <a:pt x="323773" y="398652"/>
                  </a:lnTo>
                  <a:lnTo>
                    <a:pt x="290195" y="398652"/>
                  </a:lnTo>
                  <a:lnTo>
                    <a:pt x="84200" y="391032"/>
                  </a:lnTo>
                  <a:lnTo>
                    <a:pt x="105383" y="184150"/>
                  </a:lnTo>
                  <a:lnTo>
                    <a:pt x="105410" y="183895"/>
                  </a:lnTo>
                  <a:lnTo>
                    <a:pt x="138919" y="183895"/>
                  </a:lnTo>
                  <a:lnTo>
                    <a:pt x="86233" y="122681"/>
                  </a:lnTo>
                  <a:close/>
                </a:path>
                <a:path w="464820" h="481329">
                  <a:moveTo>
                    <a:pt x="358266" y="197357"/>
                  </a:moveTo>
                  <a:lnTo>
                    <a:pt x="337058" y="226313"/>
                  </a:lnTo>
                  <a:lnTo>
                    <a:pt x="313943" y="254126"/>
                  </a:lnTo>
                  <a:lnTo>
                    <a:pt x="289178" y="280415"/>
                  </a:lnTo>
                  <a:lnTo>
                    <a:pt x="233552" y="332739"/>
                  </a:lnTo>
                  <a:lnTo>
                    <a:pt x="290195" y="398652"/>
                  </a:lnTo>
                  <a:lnTo>
                    <a:pt x="323773" y="398652"/>
                  </a:lnTo>
                  <a:lnTo>
                    <a:pt x="268732" y="334644"/>
                  </a:lnTo>
                  <a:lnTo>
                    <a:pt x="307213" y="298450"/>
                  </a:lnTo>
                  <a:lnTo>
                    <a:pt x="332993" y="271018"/>
                  </a:lnTo>
                  <a:lnTo>
                    <a:pt x="357124" y="241935"/>
                  </a:lnTo>
                  <a:lnTo>
                    <a:pt x="379222" y="211708"/>
                  </a:lnTo>
                  <a:lnTo>
                    <a:pt x="386666" y="200151"/>
                  </a:lnTo>
                  <a:lnTo>
                    <a:pt x="356488" y="200151"/>
                  </a:lnTo>
                  <a:lnTo>
                    <a:pt x="358266" y="197357"/>
                  </a:lnTo>
                  <a:close/>
                </a:path>
                <a:path w="464820" h="481329">
                  <a:moveTo>
                    <a:pt x="138919" y="183895"/>
                  </a:moveTo>
                  <a:lnTo>
                    <a:pt x="105410" y="183895"/>
                  </a:lnTo>
                  <a:lnTo>
                    <a:pt x="163449" y="251332"/>
                  </a:lnTo>
                  <a:lnTo>
                    <a:pt x="202516" y="214756"/>
                  </a:lnTo>
                  <a:lnTo>
                    <a:pt x="165480" y="214756"/>
                  </a:lnTo>
                  <a:lnTo>
                    <a:pt x="138919" y="183895"/>
                  </a:lnTo>
                  <a:close/>
                </a:path>
                <a:path w="464820" h="481329">
                  <a:moveTo>
                    <a:pt x="253491" y="113918"/>
                  </a:moveTo>
                  <a:lnTo>
                    <a:pt x="230377" y="147065"/>
                  </a:lnTo>
                  <a:lnTo>
                    <a:pt x="195325" y="186689"/>
                  </a:lnTo>
                  <a:lnTo>
                    <a:pt x="165480" y="214756"/>
                  </a:lnTo>
                  <a:lnTo>
                    <a:pt x="202516" y="214756"/>
                  </a:lnTo>
                  <a:lnTo>
                    <a:pt x="213233" y="204724"/>
                  </a:lnTo>
                  <a:lnTo>
                    <a:pt x="232537" y="184150"/>
                  </a:lnTo>
                  <a:lnTo>
                    <a:pt x="250316" y="162687"/>
                  </a:lnTo>
                  <a:lnTo>
                    <a:pt x="266826" y="140081"/>
                  </a:lnTo>
                  <a:lnTo>
                    <a:pt x="300687" y="140081"/>
                  </a:lnTo>
                  <a:lnTo>
                    <a:pt x="253491" y="113918"/>
                  </a:lnTo>
                  <a:close/>
                </a:path>
                <a:path w="464820" h="481329">
                  <a:moveTo>
                    <a:pt x="300687" y="140081"/>
                  </a:moveTo>
                  <a:lnTo>
                    <a:pt x="266826" y="140081"/>
                  </a:lnTo>
                  <a:lnTo>
                    <a:pt x="262000" y="147700"/>
                  </a:lnTo>
                  <a:lnTo>
                    <a:pt x="356488" y="200151"/>
                  </a:lnTo>
                  <a:lnTo>
                    <a:pt x="356220" y="200151"/>
                  </a:lnTo>
                  <a:lnTo>
                    <a:pt x="358266" y="197357"/>
                  </a:lnTo>
                  <a:lnTo>
                    <a:pt x="388466" y="197357"/>
                  </a:lnTo>
                  <a:lnTo>
                    <a:pt x="392557" y="191007"/>
                  </a:lnTo>
                  <a:lnTo>
                    <a:pt x="300687" y="140081"/>
                  </a:lnTo>
                  <a:close/>
                </a:path>
                <a:path w="464820" h="481329">
                  <a:moveTo>
                    <a:pt x="388466" y="197357"/>
                  </a:moveTo>
                  <a:lnTo>
                    <a:pt x="358266" y="197357"/>
                  </a:lnTo>
                  <a:lnTo>
                    <a:pt x="356488" y="200151"/>
                  </a:lnTo>
                  <a:lnTo>
                    <a:pt x="386666" y="200151"/>
                  </a:lnTo>
                  <a:lnTo>
                    <a:pt x="388466" y="197357"/>
                  </a:lnTo>
                  <a:close/>
                </a:path>
                <a:path w="464820" h="481329">
                  <a:moveTo>
                    <a:pt x="100495" y="61340"/>
                  </a:moveTo>
                  <a:lnTo>
                    <a:pt x="66928" y="61340"/>
                  </a:lnTo>
                  <a:lnTo>
                    <a:pt x="167386" y="178054"/>
                  </a:lnTo>
                  <a:lnTo>
                    <a:pt x="177291" y="168656"/>
                  </a:lnTo>
                  <a:lnTo>
                    <a:pt x="194197" y="150749"/>
                  </a:lnTo>
                  <a:lnTo>
                    <a:pt x="159385" y="150749"/>
                  </a:lnTo>
                  <a:lnTo>
                    <a:pt x="159652" y="150494"/>
                  </a:lnTo>
                  <a:lnTo>
                    <a:pt x="162251" y="147700"/>
                  </a:lnTo>
                  <a:lnTo>
                    <a:pt x="168780" y="140757"/>
                  </a:lnTo>
                  <a:lnTo>
                    <a:pt x="100495" y="61340"/>
                  </a:lnTo>
                  <a:close/>
                </a:path>
                <a:path w="464820" h="481329">
                  <a:moveTo>
                    <a:pt x="236474" y="46355"/>
                  </a:moveTo>
                  <a:lnTo>
                    <a:pt x="204088" y="97027"/>
                  </a:lnTo>
                  <a:lnTo>
                    <a:pt x="190246" y="115824"/>
                  </a:lnTo>
                  <a:lnTo>
                    <a:pt x="175387" y="133731"/>
                  </a:lnTo>
                  <a:lnTo>
                    <a:pt x="168780" y="140757"/>
                  </a:lnTo>
                  <a:lnTo>
                    <a:pt x="169290" y="141350"/>
                  </a:lnTo>
                  <a:lnTo>
                    <a:pt x="159623" y="150494"/>
                  </a:lnTo>
                  <a:lnTo>
                    <a:pt x="159385" y="150749"/>
                  </a:lnTo>
                  <a:lnTo>
                    <a:pt x="194197" y="150749"/>
                  </a:lnTo>
                  <a:lnTo>
                    <a:pt x="194437" y="150494"/>
                  </a:lnTo>
                  <a:lnTo>
                    <a:pt x="210312" y="131444"/>
                  </a:lnTo>
                  <a:lnTo>
                    <a:pt x="225043" y="111379"/>
                  </a:lnTo>
                  <a:lnTo>
                    <a:pt x="244983" y="80137"/>
                  </a:lnTo>
                  <a:lnTo>
                    <a:pt x="297390" y="80137"/>
                  </a:lnTo>
                  <a:lnTo>
                    <a:pt x="236474" y="46355"/>
                  </a:lnTo>
                  <a:close/>
                </a:path>
                <a:path w="464820" h="481329">
                  <a:moveTo>
                    <a:pt x="168780" y="140757"/>
                  </a:moveTo>
                  <a:lnTo>
                    <a:pt x="159623" y="150494"/>
                  </a:lnTo>
                  <a:lnTo>
                    <a:pt x="169290" y="141350"/>
                  </a:lnTo>
                  <a:lnTo>
                    <a:pt x="168780" y="140757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11039" y="4400803"/>
              <a:ext cx="534035" cy="633730"/>
            </a:xfrm>
            <a:custGeom>
              <a:avLst/>
              <a:gdLst/>
              <a:ahLst/>
              <a:cxnLst/>
              <a:rect l="l" t="t" r="r" b="b"/>
              <a:pathLst>
                <a:path w="534035" h="633729">
                  <a:moveTo>
                    <a:pt x="361569" y="0"/>
                  </a:moveTo>
                  <a:lnTo>
                    <a:pt x="0" y="294640"/>
                  </a:lnTo>
                  <a:lnTo>
                    <a:pt x="314325" y="633603"/>
                  </a:lnTo>
                  <a:lnTo>
                    <a:pt x="318786" y="573659"/>
                  </a:lnTo>
                  <a:lnTo>
                    <a:pt x="293243" y="573659"/>
                  </a:lnTo>
                  <a:lnTo>
                    <a:pt x="36957" y="297307"/>
                  </a:lnTo>
                  <a:lnTo>
                    <a:pt x="331850" y="57023"/>
                  </a:lnTo>
                  <a:lnTo>
                    <a:pt x="357290" y="57023"/>
                  </a:lnTo>
                  <a:lnTo>
                    <a:pt x="361569" y="0"/>
                  </a:lnTo>
                  <a:close/>
                </a:path>
                <a:path w="534035" h="633729">
                  <a:moveTo>
                    <a:pt x="304800" y="419481"/>
                  </a:moveTo>
                  <a:lnTo>
                    <a:pt x="293243" y="573659"/>
                  </a:lnTo>
                  <a:lnTo>
                    <a:pt x="318786" y="573659"/>
                  </a:lnTo>
                  <a:lnTo>
                    <a:pt x="328295" y="445897"/>
                  </a:lnTo>
                  <a:lnTo>
                    <a:pt x="312420" y="445262"/>
                  </a:lnTo>
                  <a:lnTo>
                    <a:pt x="354457" y="445262"/>
                  </a:lnTo>
                  <a:lnTo>
                    <a:pt x="395224" y="442849"/>
                  </a:lnTo>
                  <a:lnTo>
                    <a:pt x="435610" y="437896"/>
                  </a:lnTo>
                  <a:lnTo>
                    <a:pt x="475742" y="430276"/>
                  </a:lnTo>
                  <a:lnTo>
                    <a:pt x="518827" y="420116"/>
                  </a:lnTo>
                  <a:lnTo>
                    <a:pt x="334010" y="420116"/>
                  </a:lnTo>
                  <a:lnTo>
                    <a:pt x="313182" y="419862"/>
                  </a:lnTo>
                  <a:lnTo>
                    <a:pt x="304800" y="419481"/>
                  </a:lnTo>
                  <a:close/>
                </a:path>
                <a:path w="534035" h="633729">
                  <a:moveTo>
                    <a:pt x="302133" y="113919"/>
                  </a:moveTo>
                  <a:lnTo>
                    <a:pt x="74040" y="299847"/>
                  </a:lnTo>
                  <a:lnTo>
                    <a:pt x="272288" y="513588"/>
                  </a:lnTo>
                  <a:lnTo>
                    <a:pt x="276768" y="453644"/>
                  </a:lnTo>
                  <a:lnTo>
                    <a:pt x="251333" y="453644"/>
                  </a:lnTo>
                  <a:lnTo>
                    <a:pt x="111125" y="302387"/>
                  </a:lnTo>
                  <a:lnTo>
                    <a:pt x="272414" y="170942"/>
                  </a:lnTo>
                  <a:lnTo>
                    <a:pt x="297889" y="170942"/>
                  </a:lnTo>
                  <a:lnTo>
                    <a:pt x="302133" y="113919"/>
                  </a:lnTo>
                  <a:close/>
                </a:path>
                <a:path w="534035" h="633729">
                  <a:moveTo>
                    <a:pt x="257810" y="366395"/>
                  </a:moveTo>
                  <a:lnTo>
                    <a:pt x="251333" y="453644"/>
                  </a:lnTo>
                  <a:lnTo>
                    <a:pt x="276768" y="453644"/>
                  </a:lnTo>
                  <a:lnTo>
                    <a:pt x="281172" y="394716"/>
                  </a:lnTo>
                  <a:lnTo>
                    <a:pt x="281257" y="393573"/>
                  </a:lnTo>
                  <a:lnTo>
                    <a:pt x="281305" y="392938"/>
                  </a:lnTo>
                  <a:lnTo>
                    <a:pt x="380330" y="392938"/>
                  </a:lnTo>
                  <a:lnTo>
                    <a:pt x="390651" y="392176"/>
                  </a:lnTo>
                  <a:lnTo>
                    <a:pt x="446405" y="384429"/>
                  </a:lnTo>
                  <a:lnTo>
                    <a:pt x="470408" y="379349"/>
                  </a:lnTo>
                  <a:lnTo>
                    <a:pt x="467537" y="369316"/>
                  </a:lnTo>
                  <a:lnTo>
                    <a:pt x="334010" y="369316"/>
                  </a:lnTo>
                  <a:lnTo>
                    <a:pt x="314706" y="369062"/>
                  </a:lnTo>
                  <a:lnTo>
                    <a:pt x="257810" y="366395"/>
                  </a:lnTo>
                  <a:close/>
                </a:path>
                <a:path w="534035" h="633729">
                  <a:moveTo>
                    <a:pt x="354457" y="445262"/>
                  </a:moveTo>
                  <a:lnTo>
                    <a:pt x="312420" y="445262"/>
                  </a:lnTo>
                  <a:lnTo>
                    <a:pt x="334010" y="445516"/>
                  </a:lnTo>
                  <a:lnTo>
                    <a:pt x="354457" y="445262"/>
                  </a:lnTo>
                  <a:close/>
                </a:path>
                <a:path w="534035" h="633729">
                  <a:moveTo>
                    <a:pt x="470968" y="196215"/>
                  </a:moveTo>
                  <a:lnTo>
                    <a:pt x="444500" y="196215"/>
                  </a:lnTo>
                  <a:lnTo>
                    <a:pt x="502158" y="398018"/>
                  </a:lnTo>
                  <a:lnTo>
                    <a:pt x="470281" y="405384"/>
                  </a:lnTo>
                  <a:lnTo>
                    <a:pt x="431800" y="412750"/>
                  </a:lnTo>
                  <a:lnTo>
                    <a:pt x="392938" y="417449"/>
                  </a:lnTo>
                  <a:lnTo>
                    <a:pt x="353695" y="419862"/>
                  </a:lnTo>
                  <a:lnTo>
                    <a:pt x="334010" y="420116"/>
                  </a:lnTo>
                  <a:lnTo>
                    <a:pt x="518827" y="420116"/>
                  </a:lnTo>
                  <a:lnTo>
                    <a:pt x="533908" y="416560"/>
                  </a:lnTo>
                  <a:lnTo>
                    <a:pt x="470968" y="196215"/>
                  </a:lnTo>
                  <a:close/>
                </a:path>
                <a:path w="534035" h="633729">
                  <a:moveTo>
                    <a:pt x="380330" y="392938"/>
                  </a:moveTo>
                  <a:lnTo>
                    <a:pt x="281305" y="392938"/>
                  </a:lnTo>
                  <a:lnTo>
                    <a:pt x="313944" y="394462"/>
                  </a:lnTo>
                  <a:lnTo>
                    <a:pt x="334010" y="394716"/>
                  </a:lnTo>
                  <a:lnTo>
                    <a:pt x="352933" y="394462"/>
                  </a:lnTo>
                  <a:lnTo>
                    <a:pt x="371729" y="393573"/>
                  </a:lnTo>
                  <a:lnTo>
                    <a:pt x="380330" y="392938"/>
                  </a:lnTo>
                  <a:close/>
                </a:path>
                <a:path w="534035" h="633729">
                  <a:moveTo>
                    <a:pt x="438479" y="360053"/>
                  </a:moveTo>
                  <a:lnTo>
                    <a:pt x="388238" y="366903"/>
                  </a:lnTo>
                  <a:lnTo>
                    <a:pt x="334010" y="369316"/>
                  </a:lnTo>
                  <a:lnTo>
                    <a:pt x="467537" y="369316"/>
                  </a:lnTo>
                  <a:lnTo>
                    <a:pt x="465067" y="360680"/>
                  </a:lnTo>
                  <a:lnTo>
                    <a:pt x="438658" y="360680"/>
                  </a:lnTo>
                  <a:lnTo>
                    <a:pt x="438479" y="360053"/>
                  </a:lnTo>
                  <a:close/>
                </a:path>
                <a:path w="534035" h="633729">
                  <a:moveTo>
                    <a:pt x="459359" y="355854"/>
                  </a:moveTo>
                  <a:lnTo>
                    <a:pt x="441579" y="359537"/>
                  </a:lnTo>
                  <a:lnTo>
                    <a:pt x="438479" y="360053"/>
                  </a:lnTo>
                  <a:lnTo>
                    <a:pt x="438658" y="360680"/>
                  </a:lnTo>
                  <a:lnTo>
                    <a:pt x="459359" y="355854"/>
                  </a:lnTo>
                  <a:close/>
                </a:path>
                <a:path w="534035" h="633729">
                  <a:moveTo>
                    <a:pt x="463686" y="355854"/>
                  </a:moveTo>
                  <a:lnTo>
                    <a:pt x="459359" y="355854"/>
                  </a:lnTo>
                  <a:lnTo>
                    <a:pt x="438658" y="360680"/>
                  </a:lnTo>
                  <a:lnTo>
                    <a:pt x="465067" y="360680"/>
                  </a:lnTo>
                  <a:lnTo>
                    <a:pt x="463686" y="355854"/>
                  </a:lnTo>
                  <a:close/>
                </a:path>
                <a:path w="534035" h="633729">
                  <a:moveTo>
                    <a:pt x="434622" y="254254"/>
                  </a:moveTo>
                  <a:lnTo>
                    <a:pt x="417575" y="254254"/>
                  </a:lnTo>
                  <a:lnTo>
                    <a:pt x="408813" y="256159"/>
                  </a:lnTo>
                  <a:lnTo>
                    <a:pt x="438479" y="360053"/>
                  </a:lnTo>
                  <a:lnTo>
                    <a:pt x="441579" y="359537"/>
                  </a:lnTo>
                  <a:lnTo>
                    <a:pt x="459359" y="355854"/>
                  </a:lnTo>
                  <a:lnTo>
                    <a:pt x="463686" y="355854"/>
                  </a:lnTo>
                  <a:lnTo>
                    <a:pt x="434622" y="254254"/>
                  </a:lnTo>
                  <a:close/>
                </a:path>
                <a:path w="534035" h="633729">
                  <a:moveTo>
                    <a:pt x="297889" y="170942"/>
                  </a:moveTo>
                  <a:lnTo>
                    <a:pt x="272414" y="170942"/>
                  </a:lnTo>
                  <a:lnTo>
                    <a:pt x="265886" y="258445"/>
                  </a:lnTo>
                  <a:lnTo>
                    <a:pt x="265811" y="259461"/>
                  </a:lnTo>
                  <a:lnTo>
                    <a:pt x="333883" y="261874"/>
                  </a:lnTo>
                  <a:lnTo>
                    <a:pt x="362076" y="261112"/>
                  </a:lnTo>
                  <a:lnTo>
                    <a:pt x="390017" y="258445"/>
                  </a:lnTo>
                  <a:lnTo>
                    <a:pt x="417575" y="254254"/>
                  </a:lnTo>
                  <a:lnTo>
                    <a:pt x="434622" y="254254"/>
                  </a:lnTo>
                  <a:lnTo>
                    <a:pt x="429535" y="236474"/>
                  </a:lnTo>
                  <a:lnTo>
                    <a:pt x="334010" y="236474"/>
                  </a:lnTo>
                  <a:lnTo>
                    <a:pt x="293115" y="235077"/>
                  </a:lnTo>
                  <a:lnTo>
                    <a:pt x="297889" y="170942"/>
                  </a:lnTo>
                  <a:close/>
                </a:path>
                <a:path w="534035" h="633729">
                  <a:moveTo>
                    <a:pt x="426593" y="226187"/>
                  </a:moveTo>
                  <a:lnTo>
                    <a:pt x="412876" y="229235"/>
                  </a:lnTo>
                  <a:lnTo>
                    <a:pt x="386842" y="233299"/>
                  </a:lnTo>
                  <a:lnTo>
                    <a:pt x="360552" y="235712"/>
                  </a:lnTo>
                  <a:lnTo>
                    <a:pt x="334010" y="236474"/>
                  </a:lnTo>
                  <a:lnTo>
                    <a:pt x="429535" y="236474"/>
                  </a:lnTo>
                  <a:lnTo>
                    <a:pt x="426593" y="226187"/>
                  </a:lnTo>
                  <a:close/>
                </a:path>
                <a:path w="534035" h="633729">
                  <a:moveTo>
                    <a:pt x="357290" y="57023"/>
                  </a:moveTo>
                  <a:lnTo>
                    <a:pt x="331850" y="57023"/>
                  </a:lnTo>
                  <a:lnTo>
                    <a:pt x="320313" y="210312"/>
                  </a:lnTo>
                  <a:lnTo>
                    <a:pt x="320294" y="210566"/>
                  </a:lnTo>
                  <a:lnTo>
                    <a:pt x="359029" y="210312"/>
                  </a:lnTo>
                  <a:lnTo>
                    <a:pt x="408177" y="204216"/>
                  </a:lnTo>
                  <a:lnTo>
                    <a:pt x="444500" y="196215"/>
                  </a:lnTo>
                  <a:lnTo>
                    <a:pt x="470968" y="196215"/>
                  </a:lnTo>
                  <a:lnTo>
                    <a:pt x="468102" y="186182"/>
                  </a:lnTo>
                  <a:lnTo>
                    <a:pt x="347599" y="186182"/>
                  </a:lnTo>
                  <a:lnTo>
                    <a:pt x="334137" y="185674"/>
                  </a:lnTo>
                  <a:lnTo>
                    <a:pt x="347670" y="185230"/>
                  </a:lnTo>
                  <a:lnTo>
                    <a:pt x="357290" y="57023"/>
                  </a:lnTo>
                  <a:close/>
                </a:path>
                <a:path w="534035" h="633729">
                  <a:moveTo>
                    <a:pt x="347670" y="185230"/>
                  </a:moveTo>
                  <a:lnTo>
                    <a:pt x="334137" y="185674"/>
                  </a:lnTo>
                  <a:lnTo>
                    <a:pt x="347599" y="186182"/>
                  </a:lnTo>
                  <a:lnTo>
                    <a:pt x="347670" y="185230"/>
                  </a:lnTo>
                  <a:close/>
                </a:path>
                <a:path w="534035" h="633729">
                  <a:moveTo>
                    <a:pt x="462407" y="166243"/>
                  </a:moveTo>
                  <a:lnTo>
                    <a:pt x="403479" y="179197"/>
                  </a:lnTo>
                  <a:lnTo>
                    <a:pt x="380619" y="182753"/>
                  </a:lnTo>
                  <a:lnTo>
                    <a:pt x="357377" y="184912"/>
                  </a:lnTo>
                  <a:lnTo>
                    <a:pt x="347670" y="185230"/>
                  </a:lnTo>
                  <a:lnTo>
                    <a:pt x="347599" y="186182"/>
                  </a:lnTo>
                  <a:lnTo>
                    <a:pt x="468102" y="186182"/>
                  </a:lnTo>
                  <a:lnTo>
                    <a:pt x="462407" y="166243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05580" y="4080001"/>
              <a:ext cx="513715" cy="467995"/>
            </a:xfrm>
            <a:custGeom>
              <a:avLst/>
              <a:gdLst/>
              <a:ahLst/>
              <a:cxnLst/>
              <a:rect l="l" t="t" r="r" b="b"/>
              <a:pathLst>
                <a:path w="513714" h="467995">
                  <a:moveTo>
                    <a:pt x="48006" y="0"/>
                  </a:moveTo>
                  <a:lnTo>
                    <a:pt x="0" y="467614"/>
                  </a:lnTo>
                  <a:lnTo>
                    <a:pt x="70479" y="405765"/>
                  </a:lnTo>
                  <a:lnTo>
                    <a:pt x="31877" y="405765"/>
                  </a:lnTo>
                  <a:lnTo>
                    <a:pt x="70866" y="26289"/>
                  </a:lnTo>
                  <a:lnTo>
                    <a:pt x="503054" y="26289"/>
                  </a:lnTo>
                  <a:lnTo>
                    <a:pt x="513334" y="17272"/>
                  </a:lnTo>
                  <a:lnTo>
                    <a:pt x="48006" y="0"/>
                  </a:lnTo>
                  <a:close/>
                </a:path>
                <a:path w="513714" h="467995">
                  <a:moveTo>
                    <a:pt x="192641" y="331089"/>
                  </a:moveTo>
                  <a:lnTo>
                    <a:pt x="155575" y="331089"/>
                  </a:lnTo>
                  <a:lnTo>
                    <a:pt x="157480" y="333121"/>
                  </a:lnTo>
                  <a:lnTo>
                    <a:pt x="185928" y="359537"/>
                  </a:lnTo>
                  <a:lnTo>
                    <a:pt x="215900" y="383921"/>
                  </a:lnTo>
                  <a:lnTo>
                    <a:pt x="247650" y="406019"/>
                  </a:lnTo>
                  <a:lnTo>
                    <a:pt x="312547" y="445008"/>
                  </a:lnTo>
                  <a:lnTo>
                    <a:pt x="333380" y="410210"/>
                  </a:lnTo>
                  <a:lnTo>
                    <a:pt x="303784" y="410210"/>
                  </a:lnTo>
                  <a:lnTo>
                    <a:pt x="261493" y="384683"/>
                  </a:lnTo>
                  <a:lnTo>
                    <a:pt x="231267" y="363600"/>
                  </a:lnTo>
                  <a:lnTo>
                    <a:pt x="202721" y="340487"/>
                  </a:lnTo>
                  <a:lnTo>
                    <a:pt x="192641" y="331089"/>
                  </a:lnTo>
                  <a:close/>
                </a:path>
                <a:path w="513714" h="467995">
                  <a:moveTo>
                    <a:pt x="503054" y="26289"/>
                  </a:moveTo>
                  <a:lnTo>
                    <a:pt x="70866" y="26289"/>
                  </a:lnTo>
                  <a:lnTo>
                    <a:pt x="448564" y="40259"/>
                  </a:lnTo>
                  <a:lnTo>
                    <a:pt x="323977" y="149606"/>
                  </a:lnTo>
                  <a:lnTo>
                    <a:pt x="367030" y="188849"/>
                  </a:lnTo>
                  <a:lnTo>
                    <a:pt x="417195" y="220853"/>
                  </a:lnTo>
                  <a:lnTo>
                    <a:pt x="303784" y="410210"/>
                  </a:lnTo>
                  <a:lnTo>
                    <a:pt x="333380" y="410210"/>
                  </a:lnTo>
                  <a:lnTo>
                    <a:pt x="451993" y="212090"/>
                  </a:lnTo>
                  <a:lnTo>
                    <a:pt x="399796" y="180848"/>
                  </a:lnTo>
                  <a:lnTo>
                    <a:pt x="382397" y="168529"/>
                  </a:lnTo>
                  <a:lnTo>
                    <a:pt x="365760" y="155067"/>
                  </a:lnTo>
                  <a:lnTo>
                    <a:pt x="361923" y="151511"/>
                  </a:lnTo>
                  <a:lnTo>
                    <a:pt x="360299" y="151511"/>
                  </a:lnTo>
                  <a:lnTo>
                    <a:pt x="350139" y="140589"/>
                  </a:lnTo>
                  <a:lnTo>
                    <a:pt x="372750" y="140589"/>
                  </a:lnTo>
                  <a:lnTo>
                    <a:pt x="503054" y="26289"/>
                  </a:lnTo>
                  <a:close/>
                </a:path>
                <a:path w="513714" h="467995">
                  <a:moveTo>
                    <a:pt x="157353" y="295656"/>
                  </a:moveTo>
                  <a:lnTo>
                    <a:pt x="31877" y="405765"/>
                  </a:lnTo>
                  <a:lnTo>
                    <a:pt x="70479" y="405765"/>
                  </a:lnTo>
                  <a:lnTo>
                    <a:pt x="155575" y="331089"/>
                  </a:lnTo>
                  <a:lnTo>
                    <a:pt x="192641" y="331089"/>
                  </a:lnTo>
                  <a:lnTo>
                    <a:pt x="175514" y="315087"/>
                  </a:lnTo>
                  <a:lnTo>
                    <a:pt x="157353" y="295656"/>
                  </a:lnTo>
                  <a:close/>
                </a:path>
                <a:path w="513714" h="467995">
                  <a:moveTo>
                    <a:pt x="193784" y="260223"/>
                  </a:moveTo>
                  <a:lnTo>
                    <a:pt x="159258" y="260223"/>
                  </a:lnTo>
                  <a:lnTo>
                    <a:pt x="193548" y="297180"/>
                  </a:lnTo>
                  <a:lnTo>
                    <a:pt x="219202" y="321183"/>
                  </a:lnTo>
                  <a:lnTo>
                    <a:pt x="246507" y="343281"/>
                  </a:lnTo>
                  <a:lnTo>
                    <a:pt x="275549" y="363600"/>
                  </a:lnTo>
                  <a:lnTo>
                    <a:pt x="295148" y="375285"/>
                  </a:lnTo>
                  <a:lnTo>
                    <a:pt x="315001" y="342138"/>
                  </a:lnTo>
                  <a:lnTo>
                    <a:pt x="289179" y="342138"/>
                  </a:lnTo>
                  <a:lnTo>
                    <a:pt x="286385" y="340487"/>
                  </a:lnTo>
                  <a:lnTo>
                    <a:pt x="286828" y="340487"/>
                  </a:lnTo>
                  <a:lnTo>
                    <a:pt x="261874" y="322961"/>
                  </a:lnTo>
                  <a:lnTo>
                    <a:pt x="235839" y="302006"/>
                  </a:lnTo>
                  <a:lnTo>
                    <a:pt x="211455" y="279273"/>
                  </a:lnTo>
                  <a:lnTo>
                    <a:pt x="193784" y="260223"/>
                  </a:lnTo>
                  <a:close/>
                </a:path>
                <a:path w="513714" h="467995">
                  <a:moveTo>
                    <a:pt x="93726" y="52450"/>
                  </a:moveTo>
                  <a:lnTo>
                    <a:pt x="63949" y="342138"/>
                  </a:lnTo>
                  <a:lnTo>
                    <a:pt x="63832" y="343281"/>
                  </a:lnTo>
                  <a:lnTo>
                    <a:pt x="63754" y="344043"/>
                  </a:lnTo>
                  <a:lnTo>
                    <a:pt x="134079" y="282321"/>
                  </a:lnTo>
                  <a:lnTo>
                    <a:pt x="95631" y="282321"/>
                  </a:lnTo>
                  <a:lnTo>
                    <a:pt x="116586" y="78740"/>
                  </a:lnTo>
                  <a:lnTo>
                    <a:pt x="366263" y="78740"/>
                  </a:lnTo>
                  <a:lnTo>
                    <a:pt x="383921" y="63246"/>
                  </a:lnTo>
                  <a:lnTo>
                    <a:pt x="93726" y="52450"/>
                  </a:lnTo>
                  <a:close/>
                </a:path>
                <a:path w="513714" h="467995">
                  <a:moveTo>
                    <a:pt x="347472" y="238252"/>
                  </a:moveTo>
                  <a:lnTo>
                    <a:pt x="286385" y="340487"/>
                  </a:lnTo>
                  <a:lnTo>
                    <a:pt x="289179" y="342138"/>
                  </a:lnTo>
                  <a:lnTo>
                    <a:pt x="286828" y="340487"/>
                  </a:lnTo>
                  <a:lnTo>
                    <a:pt x="315990" y="340487"/>
                  </a:lnTo>
                  <a:lnTo>
                    <a:pt x="373268" y="244856"/>
                  </a:lnTo>
                  <a:lnTo>
                    <a:pt x="358394" y="244856"/>
                  </a:lnTo>
                  <a:lnTo>
                    <a:pt x="347472" y="238252"/>
                  </a:lnTo>
                  <a:close/>
                </a:path>
                <a:path w="513714" h="467995">
                  <a:moveTo>
                    <a:pt x="315990" y="340487"/>
                  </a:moveTo>
                  <a:lnTo>
                    <a:pt x="286828" y="340487"/>
                  </a:lnTo>
                  <a:lnTo>
                    <a:pt x="289179" y="342138"/>
                  </a:lnTo>
                  <a:lnTo>
                    <a:pt x="315001" y="342138"/>
                  </a:lnTo>
                  <a:lnTo>
                    <a:pt x="315990" y="340487"/>
                  </a:lnTo>
                  <a:close/>
                </a:path>
                <a:path w="513714" h="467995">
                  <a:moveTo>
                    <a:pt x="161036" y="224917"/>
                  </a:moveTo>
                  <a:lnTo>
                    <a:pt x="95631" y="282321"/>
                  </a:lnTo>
                  <a:lnTo>
                    <a:pt x="134079" y="282321"/>
                  </a:lnTo>
                  <a:lnTo>
                    <a:pt x="159258" y="260223"/>
                  </a:lnTo>
                  <a:lnTo>
                    <a:pt x="193784" y="260223"/>
                  </a:lnTo>
                  <a:lnTo>
                    <a:pt x="161036" y="224917"/>
                  </a:lnTo>
                  <a:close/>
                </a:path>
                <a:path w="513714" h="467995">
                  <a:moveTo>
                    <a:pt x="366263" y="78740"/>
                  </a:moveTo>
                  <a:lnTo>
                    <a:pt x="116586" y="78740"/>
                  </a:lnTo>
                  <a:lnTo>
                    <a:pt x="319151" y="86233"/>
                  </a:lnTo>
                  <a:lnTo>
                    <a:pt x="251206" y="145923"/>
                  </a:lnTo>
                  <a:lnTo>
                    <a:pt x="296164" y="194437"/>
                  </a:lnTo>
                  <a:lnTo>
                    <a:pt x="315722" y="212598"/>
                  </a:lnTo>
                  <a:lnTo>
                    <a:pt x="336604" y="229616"/>
                  </a:lnTo>
                  <a:lnTo>
                    <a:pt x="358394" y="244856"/>
                  </a:lnTo>
                  <a:lnTo>
                    <a:pt x="373268" y="244856"/>
                  </a:lnTo>
                  <a:lnTo>
                    <a:pt x="382397" y="229616"/>
                  </a:lnTo>
                  <a:lnTo>
                    <a:pt x="372237" y="223520"/>
                  </a:lnTo>
                  <a:lnTo>
                    <a:pt x="351663" y="209169"/>
                  </a:lnTo>
                  <a:lnTo>
                    <a:pt x="332359" y="193421"/>
                  </a:lnTo>
                  <a:lnTo>
                    <a:pt x="314198" y="176403"/>
                  </a:lnTo>
                  <a:lnTo>
                    <a:pt x="287528" y="147828"/>
                  </a:lnTo>
                  <a:lnTo>
                    <a:pt x="366263" y="78740"/>
                  </a:lnTo>
                  <a:close/>
                </a:path>
                <a:path w="513714" h="467995">
                  <a:moveTo>
                    <a:pt x="350139" y="140589"/>
                  </a:moveTo>
                  <a:lnTo>
                    <a:pt x="360299" y="151511"/>
                  </a:lnTo>
                  <a:lnTo>
                    <a:pt x="361133" y="150779"/>
                  </a:lnTo>
                  <a:lnTo>
                    <a:pt x="350139" y="140589"/>
                  </a:lnTo>
                  <a:close/>
                </a:path>
                <a:path w="513714" h="467995">
                  <a:moveTo>
                    <a:pt x="361133" y="150779"/>
                  </a:moveTo>
                  <a:lnTo>
                    <a:pt x="360299" y="151511"/>
                  </a:lnTo>
                  <a:lnTo>
                    <a:pt x="361923" y="151511"/>
                  </a:lnTo>
                  <a:lnTo>
                    <a:pt x="361133" y="150779"/>
                  </a:lnTo>
                  <a:close/>
                </a:path>
                <a:path w="513714" h="467995">
                  <a:moveTo>
                    <a:pt x="372750" y="140589"/>
                  </a:moveTo>
                  <a:lnTo>
                    <a:pt x="350139" y="140589"/>
                  </a:lnTo>
                  <a:lnTo>
                    <a:pt x="361133" y="150779"/>
                  </a:lnTo>
                  <a:lnTo>
                    <a:pt x="372750" y="14058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65957" y="2965322"/>
              <a:ext cx="681355" cy="501015"/>
            </a:xfrm>
            <a:custGeom>
              <a:avLst/>
              <a:gdLst/>
              <a:ahLst/>
              <a:cxnLst/>
              <a:rect l="l" t="t" r="r" b="b"/>
              <a:pathLst>
                <a:path w="681354" h="501014">
                  <a:moveTo>
                    <a:pt x="232332" y="292100"/>
                  </a:moveTo>
                  <a:lnTo>
                    <a:pt x="206883" y="292100"/>
                  </a:lnTo>
                  <a:lnTo>
                    <a:pt x="206554" y="309752"/>
                  </a:lnTo>
                  <a:lnTo>
                    <a:pt x="206504" y="312674"/>
                  </a:lnTo>
                  <a:lnTo>
                    <a:pt x="206797" y="327595"/>
                  </a:lnTo>
                  <a:lnTo>
                    <a:pt x="206865" y="331088"/>
                  </a:lnTo>
                  <a:lnTo>
                    <a:pt x="206989" y="334010"/>
                  </a:lnTo>
                  <a:lnTo>
                    <a:pt x="207618" y="345948"/>
                  </a:lnTo>
                  <a:lnTo>
                    <a:pt x="207711" y="347725"/>
                  </a:lnTo>
                  <a:lnTo>
                    <a:pt x="207805" y="349503"/>
                  </a:lnTo>
                  <a:lnTo>
                    <a:pt x="211962" y="389636"/>
                  </a:lnTo>
                  <a:lnTo>
                    <a:pt x="218567" y="427736"/>
                  </a:lnTo>
                  <a:lnTo>
                    <a:pt x="237490" y="501014"/>
                  </a:lnTo>
                  <a:lnTo>
                    <a:pt x="360188" y="470280"/>
                  </a:lnTo>
                  <a:lnTo>
                    <a:pt x="255650" y="470280"/>
                  </a:lnTo>
                  <a:lnTo>
                    <a:pt x="247650" y="440563"/>
                  </a:lnTo>
                  <a:lnTo>
                    <a:pt x="237225" y="386841"/>
                  </a:lnTo>
                  <a:lnTo>
                    <a:pt x="232755" y="340867"/>
                  </a:lnTo>
                  <a:lnTo>
                    <a:pt x="232675" y="339216"/>
                  </a:lnTo>
                  <a:lnTo>
                    <a:pt x="232589" y="337438"/>
                  </a:lnTo>
                  <a:lnTo>
                    <a:pt x="232509" y="335788"/>
                  </a:lnTo>
                  <a:lnTo>
                    <a:pt x="232424" y="334010"/>
                  </a:lnTo>
                  <a:lnTo>
                    <a:pt x="232325" y="331977"/>
                  </a:lnTo>
                  <a:lnTo>
                    <a:pt x="232211" y="327595"/>
                  </a:lnTo>
                  <a:lnTo>
                    <a:pt x="231904" y="312674"/>
                  </a:lnTo>
                  <a:lnTo>
                    <a:pt x="232137" y="300481"/>
                  </a:lnTo>
                  <a:lnTo>
                    <a:pt x="232245" y="294893"/>
                  </a:lnTo>
                  <a:lnTo>
                    <a:pt x="232332" y="292100"/>
                  </a:lnTo>
                  <a:close/>
                </a:path>
                <a:path w="681354" h="501014">
                  <a:moveTo>
                    <a:pt x="453770" y="300481"/>
                  </a:moveTo>
                  <a:lnTo>
                    <a:pt x="453481" y="309752"/>
                  </a:lnTo>
                  <a:lnTo>
                    <a:pt x="453390" y="312674"/>
                  </a:lnTo>
                  <a:lnTo>
                    <a:pt x="453881" y="327595"/>
                  </a:lnTo>
                  <a:lnTo>
                    <a:pt x="453938" y="329311"/>
                  </a:lnTo>
                  <a:lnTo>
                    <a:pt x="454026" y="331977"/>
                  </a:lnTo>
                  <a:lnTo>
                    <a:pt x="454152" y="335788"/>
                  </a:lnTo>
                  <a:lnTo>
                    <a:pt x="456565" y="358775"/>
                  </a:lnTo>
                  <a:lnTo>
                    <a:pt x="460629" y="381507"/>
                  </a:lnTo>
                  <a:lnTo>
                    <a:pt x="469392" y="416687"/>
                  </a:lnTo>
                  <a:lnTo>
                    <a:pt x="255650" y="470280"/>
                  </a:lnTo>
                  <a:lnTo>
                    <a:pt x="360188" y="470280"/>
                  </a:lnTo>
                  <a:lnTo>
                    <a:pt x="500126" y="435228"/>
                  </a:lnTo>
                  <a:lnTo>
                    <a:pt x="485520" y="376174"/>
                  </a:lnTo>
                  <a:lnTo>
                    <a:pt x="481711" y="355091"/>
                  </a:lnTo>
                  <a:lnTo>
                    <a:pt x="479425" y="334010"/>
                  </a:lnTo>
                  <a:lnTo>
                    <a:pt x="479311" y="330200"/>
                  </a:lnTo>
                  <a:lnTo>
                    <a:pt x="479234" y="327595"/>
                  </a:lnTo>
                  <a:lnTo>
                    <a:pt x="478279" y="327595"/>
                  </a:lnTo>
                  <a:lnTo>
                    <a:pt x="478790" y="312674"/>
                  </a:lnTo>
                  <a:lnTo>
                    <a:pt x="655156" y="312674"/>
                  </a:lnTo>
                  <a:lnTo>
                    <a:pt x="653976" y="311403"/>
                  </a:lnTo>
                  <a:lnTo>
                    <a:pt x="619252" y="311403"/>
                  </a:lnTo>
                  <a:lnTo>
                    <a:pt x="453770" y="300481"/>
                  </a:lnTo>
                  <a:close/>
                </a:path>
                <a:path w="681354" h="501014">
                  <a:moveTo>
                    <a:pt x="359664" y="69468"/>
                  </a:moveTo>
                  <a:lnTo>
                    <a:pt x="132461" y="254126"/>
                  </a:lnTo>
                  <a:lnTo>
                    <a:pt x="259461" y="262381"/>
                  </a:lnTo>
                  <a:lnTo>
                    <a:pt x="257783" y="292100"/>
                  </a:lnTo>
                  <a:lnTo>
                    <a:pt x="257662" y="294893"/>
                  </a:lnTo>
                  <a:lnTo>
                    <a:pt x="257361" y="309752"/>
                  </a:lnTo>
                  <a:lnTo>
                    <a:pt x="257302" y="312674"/>
                  </a:lnTo>
                  <a:lnTo>
                    <a:pt x="257518" y="327595"/>
                  </a:lnTo>
                  <a:lnTo>
                    <a:pt x="257543" y="329311"/>
                  </a:lnTo>
                  <a:lnTo>
                    <a:pt x="257659" y="331977"/>
                  </a:lnTo>
                  <a:lnTo>
                    <a:pt x="258468" y="345948"/>
                  </a:lnTo>
                  <a:lnTo>
                    <a:pt x="258572" y="347725"/>
                  </a:lnTo>
                  <a:lnTo>
                    <a:pt x="260096" y="365125"/>
                  </a:lnTo>
                  <a:lnTo>
                    <a:pt x="262128" y="381507"/>
                  </a:lnTo>
                  <a:lnTo>
                    <a:pt x="262255" y="382524"/>
                  </a:lnTo>
                  <a:lnTo>
                    <a:pt x="272288" y="434339"/>
                  </a:lnTo>
                  <a:lnTo>
                    <a:pt x="273685" y="439547"/>
                  </a:lnTo>
                  <a:lnTo>
                    <a:pt x="318862" y="428243"/>
                  </a:lnTo>
                  <a:lnTo>
                    <a:pt x="296926" y="428243"/>
                  </a:lnTo>
                  <a:lnTo>
                    <a:pt x="296806" y="427736"/>
                  </a:lnTo>
                  <a:lnTo>
                    <a:pt x="291719" y="408813"/>
                  </a:lnTo>
                  <a:lnTo>
                    <a:pt x="292500" y="408813"/>
                  </a:lnTo>
                  <a:lnTo>
                    <a:pt x="289941" y="395604"/>
                  </a:lnTo>
                  <a:lnTo>
                    <a:pt x="287498" y="379729"/>
                  </a:lnTo>
                  <a:lnTo>
                    <a:pt x="287401" y="379094"/>
                  </a:lnTo>
                  <a:lnTo>
                    <a:pt x="285369" y="362457"/>
                  </a:lnTo>
                  <a:lnTo>
                    <a:pt x="283844" y="345948"/>
                  </a:lnTo>
                  <a:lnTo>
                    <a:pt x="283573" y="340867"/>
                  </a:lnTo>
                  <a:lnTo>
                    <a:pt x="283485" y="339216"/>
                  </a:lnTo>
                  <a:lnTo>
                    <a:pt x="283390" y="337438"/>
                  </a:lnTo>
                  <a:lnTo>
                    <a:pt x="283302" y="335788"/>
                  </a:lnTo>
                  <a:lnTo>
                    <a:pt x="283207" y="334010"/>
                  </a:lnTo>
                  <a:lnTo>
                    <a:pt x="283098" y="331977"/>
                  </a:lnTo>
                  <a:lnTo>
                    <a:pt x="283003" y="330200"/>
                  </a:lnTo>
                  <a:lnTo>
                    <a:pt x="282929" y="327595"/>
                  </a:lnTo>
                  <a:lnTo>
                    <a:pt x="282702" y="312674"/>
                  </a:lnTo>
                  <a:lnTo>
                    <a:pt x="282963" y="300481"/>
                  </a:lnTo>
                  <a:lnTo>
                    <a:pt x="283083" y="294893"/>
                  </a:lnTo>
                  <a:lnTo>
                    <a:pt x="286131" y="238632"/>
                  </a:lnTo>
                  <a:lnTo>
                    <a:pt x="198755" y="232917"/>
                  </a:lnTo>
                  <a:lnTo>
                    <a:pt x="357251" y="104139"/>
                  </a:lnTo>
                  <a:lnTo>
                    <a:pt x="391908" y="104139"/>
                  </a:lnTo>
                  <a:lnTo>
                    <a:pt x="359664" y="69468"/>
                  </a:lnTo>
                  <a:close/>
                </a:path>
                <a:path w="681354" h="501014">
                  <a:moveTo>
                    <a:pt x="396526" y="408813"/>
                  </a:moveTo>
                  <a:lnTo>
                    <a:pt x="292500" y="408813"/>
                  </a:lnTo>
                  <a:lnTo>
                    <a:pt x="293116" y="411988"/>
                  </a:lnTo>
                  <a:lnTo>
                    <a:pt x="296789" y="427736"/>
                  </a:lnTo>
                  <a:lnTo>
                    <a:pt x="296926" y="428243"/>
                  </a:lnTo>
                  <a:lnTo>
                    <a:pt x="318862" y="428243"/>
                  </a:lnTo>
                  <a:lnTo>
                    <a:pt x="396526" y="408813"/>
                  </a:lnTo>
                  <a:close/>
                </a:path>
                <a:path w="681354" h="501014">
                  <a:moveTo>
                    <a:pt x="407796" y="379729"/>
                  </a:moveTo>
                  <a:lnTo>
                    <a:pt x="291719" y="408813"/>
                  </a:lnTo>
                  <a:lnTo>
                    <a:pt x="296789" y="427736"/>
                  </a:lnTo>
                  <a:lnTo>
                    <a:pt x="293116" y="411988"/>
                  </a:lnTo>
                  <a:lnTo>
                    <a:pt x="292500" y="408813"/>
                  </a:lnTo>
                  <a:lnTo>
                    <a:pt x="396526" y="408813"/>
                  </a:lnTo>
                  <a:lnTo>
                    <a:pt x="438657" y="398272"/>
                  </a:lnTo>
                  <a:lnTo>
                    <a:pt x="437067" y="392049"/>
                  </a:lnTo>
                  <a:lnTo>
                    <a:pt x="410844" y="392049"/>
                  </a:lnTo>
                  <a:lnTo>
                    <a:pt x="407796" y="379729"/>
                  </a:lnTo>
                  <a:close/>
                </a:path>
                <a:path w="681354" h="501014">
                  <a:moveTo>
                    <a:pt x="391908" y="104139"/>
                  </a:moveTo>
                  <a:lnTo>
                    <a:pt x="357251" y="104139"/>
                  </a:lnTo>
                  <a:lnTo>
                    <a:pt x="495045" y="252349"/>
                  </a:lnTo>
                  <a:lnTo>
                    <a:pt x="404785" y="252349"/>
                  </a:lnTo>
                  <a:lnTo>
                    <a:pt x="402691" y="309752"/>
                  </a:lnTo>
                  <a:lnTo>
                    <a:pt x="402593" y="312674"/>
                  </a:lnTo>
                  <a:lnTo>
                    <a:pt x="403019" y="327595"/>
                  </a:lnTo>
                  <a:lnTo>
                    <a:pt x="403145" y="331977"/>
                  </a:lnTo>
                  <a:lnTo>
                    <a:pt x="403254" y="335788"/>
                  </a:lnTo>
                  <a:lnTo>
                    <a:pt x="403352" y="339216"/>
                  </a:lnTo>
                  <a:lnTo>
                    <a:pt x="406189" y="365125"/>
                  </a:lnTo>
                  <a:lnTo>
                    <a:pt x="406272" y="365887"/>
                  </a:lnTo>
                  <a:lnTo>
                    <a:pt x="410844" y="392049"/>
                  </a:lnTo>
                  <a:lnTo>
                    <a:pt x="437067" y="392049"/>
                  </a:lnTo>
                  <a:lnTo>
                    <a:pt x="435737" y="386841"/>
                  </a:lnTo>
                  <a:lnTo>
                    <a:pt x="431441" y="362457"/>
                  </a:lnTo>
                  <a:lnTo>
                    <a:pt x="428752" y="337438"/>
                  </a:lnTo>
                  <a:lnTo>
                    <a:pt x="427993" y="312674"/>
                  </a:lnTo>
                  <a:lnTo>
                    <a:pt x="429318" y="275336"/>
                  </a:lnTo>
                  <a:lnTo>
                    <a:pt x="429387" y="273430"/>
                  </a:lnTo>
                  <a:lnTo>
                    <a:pt x="549353" y="273430"/>
                  </a:lnTo>
                  <a:lnTo>
                    <a:pt x="529746" y="252349"/>
                  </a:lnTo>
                  <a:lnTo>
                    <a:pt x="495045" y="252349"/>
                  </a:lnTo>
                  <a:lnTo>
                    <a:pt x="405003" y="246379"/>
                  </a:lnTo>
                  <a:lnTo>
                    <a:pt x="524195" y="246379"/>
                  </a:lnTo>
                  <a:lnTo>
                    <a:pt x="391908" y="104139"/>
                  </a:lnTo>
                  <a:close/>
                </a:path>
                <a:path w="681354" h="501014">
                  <a:moveTo>
                    <a:pt x="655156" y="312674"/>
                  </a:moveTo>
                  <a:lnTo>
                    <a:pt x="478790" y="312674"/>
                  </a:lnTo>
                  <a:lnTo>
                    <a:pt x="479234" y="327595"/>
                  </a:lnTo>
                  <a:lnTo>
                    <a:pt x="681355" y="340867"/>
                  </a:lnTo>
                  <a:lnTo>
                    <a:pt x="655156" y="312674"/>
                  </a:lnTo>
                  <a:close/>
                </a:path>
                <a:path w="681354" h="501014">
                  <a:moveTo>
                    <a:pt x="478790" y="312674"/>
                  </a:moveTo>
                  <a:lnTo>
                    <a:pt x="478279" y="327595"/>
                  </a:lnTo>
                  <a:lnTo>
                    <a:pt x="479234" y="327595"/>
                  </a:lnTo>
                  <a:lnTo>
                    <a:pt x="478790" y="312674"/>
                  </a:lnTo>
                  <a:close/>
                </a:path>
                <a:path w="681354" h="501014">
                  <a:moveTo>
                    <a:pt x="396951" y="34798"/>
                  </a:moveTo>
                  <a:lnTo>
                    <a:pt x="362204" y="34798"/>
                  </a:lnTo>
                  <a:lnTo>
                    <a:pt x="619252" y="311403"/>
                  </a:lnTo>
                  <a:lnTo>
                    <a:pt x="653976" y="311403"/>
                  </a:lnTo>
                  <a:lnTo>
                    <a:pt x="396951" y="34798"/>
                  </a:lnTo>
                  <a:close/>
                </a:path>
                <a:path w="681354" h="501014">
                  <a:moveTo>
                    <a:pt x="364617" y="0"/>
                  </a:moveTo>
                  <a:lnTo>
                    <a:pt x="0" y="296417"/>
                  </a:lnTo>
                  <a:lnTo>
                    <a:pt x="205994" y="309752"/>
                  </a:lnTo>
                  <a:lnTo>
                    <a:pt x="206665" y="296417"/>
                  </a:lnTo>
                  <a:lnTo>
                    <a:pt x="206742" y="294893"/>
                  </a:lnTo>
                  <a:lnTo>
                    <a:pt x="206838" y="292988"/>
                  </a:lnTo>
                  <a:lnTo>
                    <a:pt x="206883" y="292100"/>
                  </a:lnTo>
                  <a:lnTo>
                    <a:pt x="232332" y="292100"/>
                  </a:lnTo>
                  <a:lnTo>
                    <a:pt x="232664" y="286130"/>
                  </a:lnTo>
                  <a:lnTo>
                    <a:pt x="66293" y="275336"/>
                  </a:lnTo>
                  <a:lnTo>
                    <a:pt x="362204" y="34798"/>
                  </a:lnTo>
                  <a:lnTo>
                    <a:pt x="396951" y="34798"/>
                  </a:lnTo>
                  <a:lnTo>
                    <a:pt x="364617" y="0"/>
                  </a:lnTo>
                  <a:close/>
                </a:path>
                <a:path w="681354" h="501014">
                  <a:moveTo>
                    <a:pt x="549353" y="273430"/>
                  </a:moveTo>
                  <a:lnTo>
                    <a:pt x="429387" y="273430"/>
                  </a:lnTo>
                  <a:lnTo>
                    <a:pt x="557149" y="281813"/>
                  </a:lnTo>
                  <a:lnTo>
                    <a:pt x="549353" y="27343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68318" y="2022220"/>
              <a:ext cx="464820" cy="481330"/>
            </a:xfrm>
            <a:custGeom>
              <a:avLst/>
              <a:gdLst/>
              <a:ahLst/>
              <a:cxnLst/>
              <a:rect l="l" t="t" r="r" b="b"/>
              <a:pathLst>
                <a:path w="464820" h="481330">
                  <a:moveTo>
                    <a:pt x="320664" y="330707"/>
                  </a:moveTo>
                  <a:lnTo>
                    <a:pt x="304934" y="330707"/>
                  </a:lnTo>
                  <a:lnTo>
                    <a:pt x="295658" y="340572"/>
                  </a:lnTo>
                  <a:lnTo>
                    <a:pt x="416686" y="481329"/>
                  </a:lnTo>
                  <a:lnTo>
                    <a:pt x="422997" y="419988"/>
                  </a:lnTo>
                  <a:lnTo>
                    <a:pt x="397509" y="419988"/>
                  </a:lnTo>
                  <a:lnTo>
                    <a:pt x="320664" y="330707"/>
                  </a:lnTo>
                  <a:close/>
                </a:path>
                <a:path w="464820" h="481330">
                  <a:moveTo>
                    <a:pt x="149608" y="131825"/>
                  </a:moveTo>
                  <a:lnTo>
                    <a:pt x="137032" y="131825"/>
                  </a:lnTo>
                  <a:lnTo>
                    <a:pt x="121157" y="147065"/>
                  </a:lnTo>
                  <a:lnTo>
                    <a:pt x="93344" y="176656"/>
                  </a:lnTo>
                  <a:lnTo>
                    <a:pt x="67309" y="208025"/>
                  </a:lnTo>
                  <a:lnTo>
                    <a:pt x="43306" y="240918"/>
                  </a:lnTo>
                  <a:lnTo>
                    <a:pt x="0" y="308482"/>
                  </a:lnTo>
                  <a:lnTo>
                    <a:pt x="227964" y="434975"/>
                  </a:lnTo>
                  <a:lnTo>
                    <a:pt x="249639" y="401192"/>
                  </a:lnTo>
                  <a:lnTo>
                    <a:pt x="219455" y="401192"/>
                  </a:lnTo>
                  <a:lnTo>
                    <a:pt x="35940" y="299338"/>
                  </a:lnTo>
                  <a:lnTo>
                    <a:pt x="64261" y="255269"/>
                  </a:lnTo>
                  <a:lnTo>
                    <a:pt x="87375" y="223646"/>
                  </a:lnTo>
                  <a:lnTo>
                    <a:pt x="112394" y="193420"/>
                  </a:lnTo>
                  <a:lnTo>
                    <a:pt x="139318" y="164973"/>
                  </a:lnTo>
                  <a:lnTo>
                    <a:pt x="160654" y="144652"/>
                  </a:lnTo>
                  <a:lnTo>
                    <a:pt x="149608" y="131825"/>
                  </a:lnTo>
                  <a:close/>
                </a:path>
                <a:path w="464820" h="481330">
                  <a:moveTo>
                    <a:pt x="463367" y="27558"/>
                  </a:moveTo>
                  <a:lnTo>
                    <a:pt x="59816" y="27558"/>
                  </a:lnTo>
                  <a:lnTo>
                    <a:pt x="436371" y="41528"/>
                  </a:lnTo>
                  <a:lnTo>
                    <a:pt x="397509" y="419988"/>
                  </a:lnTo>
                  <a:lnTo>
                    <a:pt x="422997" y="419988"/>
                  </a:lnTo>
                  <a:lnTo>
                    <a:pt x="463367" y="27558"/>
                  </a:lnTo>
                  <a:close/>
                </a:path>
                <a:path w="464820" h="481330">
                  <a:moveTo>
                    <a:pt x="297052" y="303275"/>
                  </a:moveTo>
                  <a:lnTo>
                    <a:pt x="270001" y="330707"/>
                  </a:lnTo>
                  <a:lnTo>
                    <a:pt x="239521" y="369950"/>
                  </a:lnTo>
                  <a:lnTo>
                    <a:pt x="219455" y="401192"/>
                  </a:lnTo>
                  <a:lnTo>
                    <a:pt x="249639" y="401192"/>
                  </a:lnTo>
                  <a:lnTo>
                    <a:pt x="260476" y="384301"/>
                  </a:lnTo>
                  <a:lnTo>
                    <a:pt x="274192" y="365505"/>
                  </a:lnTo>
                  <a:lnTo>
                    <a:pt x="289051" y="347599"/>
                  </a:lnTo>
                  <a:lnTo>
                    <a:pt x="295658" y="340572"/>
                  </a:lnTo>
                  <a:lnTo>
                    <a:pt x="295147" y="339978"/>
                  </a:lnTo>
                  <a:lnTo>
                    <a:pt x="304920" y="330707"/>
                  </a:lnTo>
                  <a:lnTo>
                    <a:pt x="320664" y="330707"/>
                  </a:lnTo>
                  <a:lnTo>
                    <a:pt x="297052" y="303275"/>
                  </a:lnTo>
                  <a:close/>
                </a:path>
                <a:path w="464820" h="481330">
                  <a:moveTo>
                    <a:pt x="117093" y="55117"/>
                  </a:moveTo>
                  <a:lnTo>
                    <a:pt x="196087" y="146812"/>
                  </a:lnTo>
                  <a:lnTo>
                    <a:pt x="171830" y="168782"/>
                  </a:lnTo>
                  <a:lnTo>
                    <a:pt x="157352" y="182752"/>
                  </a:lnTo>
                  <a:lnTo>
                    <a:pt x="131444" y="210312"/>
                  </a:lnTo>
                  <a:lnTo>
                    <a:pt x="107441" y="239267"/>
                  </a:lnTo>
                  <a:lnTo>
                    <a:pt x="85216" y="269620"/>
                  </a:lnTo>
                  <a:lnTo>
                    <a:pt x="71881" y="290321"/>
                  </a:lnTo>
                  <a:lnTo>
                    <a:pt x="210946" y="367411"/>
                  </a:lnTo>
                  <a:lnTo>
                    <a:pt x="218566" y="355600"/>
                  </a:lnTo>
                  <a:lnTo>
                    <a:pt x="229166" y="341121"/>
                  </a:lnTo>
                  <a:lnTo>
                    <a:pt x="197611" y="341121"/>
                  </a:lnTo>
                  <a:lnTo>
                    <a:pt x="202437" y="333628"/>
                  </a:lnTo>
                  <a:lnTo>
                    <a:pt x="112983" y="283971"/>
                  </a:lnTo>
                  <a:lnTo>
                    <a:pt x="106171" y="283971"/>
                  </a:lnTo>
                  <a:lnTo>
                    <a:pt x="107884" y="281280"/>
                  </a:lnTo>
                  <a:lnTo>
                    <a:pt x="108134" y="281280"/>
                  </a:lnTo>
                  <a:lnTo>
                    <a:pt x="127380" y="254888"/>
                  </a:lnTo>
                  <a:lnTo>
                    <a:pt x="150494" y="227075"/>
                  </a:lnTo>
                  <a:lnTo>
                    <a:pt x="175513" y="200659"/>
                  </a:lnTo>
                  <a:lnTo>
                    <a:pt x="189102" y="187325"/>
                  </a:lnTo>
                  <a:lnTo>
                    <a:pt x="231393" y="149098"/>
                  </a:lnTo>
                  <a:lnTo>
                    <a:pt x="174243" y="82676"/>
                  </a:lnTo>
                  <a:lnTo>
                    <a:pt x="406588" y="82676"/>
                  </a:lnTo>
                  <a:lnTo>
                    <a:pt x="408304" y="65912"/>
                  </a:lnTo>
                  <a:lnTo>
                    <a:pt x="117093" y="55117"/>
                  </a:lnTo>
                  <a:close/>
                </a:path>
                <a:path w="464820" h="481330">
                  <a:moveTo>
                    <a:pt x="332578" y="266573"/>
                  </a:moveTo>
                  <a:lnTo>
                    <a:pt x="299084" y="266573"/>
                  </a:lnTo>
                  <a:lnTo>
                    <a:pt x="378332" y="358648"/>
                  </a:lnTo>
                  <a:lnTo>
                    <a:pt x="384613" y="297306"/>
                  </a:lnTo>
                  <a:lnTo>
                    <a:pt x="359028" y="297306"/>
                  </a:lnTo>
                  <a:lnTo>
                    <a:pt x="332578" y="266573"/>
                  </a:lnTo>
                  <a:close/>
                </a:path>
                <a:path w="464820" h="481330">
                  <a:moveTo>
                    <a:pt x="300989" y="229869"/>
                  </a:moveTo>
                  <a:lnTo>
                    <a:pt x="251205" y="276605"/>
                  </a:lnTo>
                  <a:lnTo>
                    <a:pt x="231923" y="297306"/>
                  </a:lnTo>
                  <a:lnTo>
                    <a:pt x="214121" y="318642"/>
                  </a:lnTo>
                  <a:lnTo>
                    <a:pt x="197611" y="341121"/>
                  </a:lnTo>
                  <a:lnTo>
                    <a:pt x="229166" y="341121"/>
                  </a:lnTo>
                  <a:lnTo>
                    <a:pt x="234187" y="334263"/>
                  </a:lnTo>
                  <a:lnTo>
                    <a:pt x="251078" y="313943"/>
                  </a:lnTo>
                  <a:lnTo>
                    <a:pt x="269239" y="294639"/>
                  </a:lnTo>
                  <a:lnTo>
                    <a:pt x="299084" y="266573"/>
                  </a:lnTo>
                  <a:lnTo>
                    <a:pt x="332578" y="266573"/>
                  </a:lnTo>
                  <a:lnTo>
                    <a:pt x="300989" y="229869"/>
                  </a:lnTo>
                  <a:close/>
                </a:path>
                <a:path w="464820" h="481330">
                  <a:moveTo>
                    <a:pt x="304934" y="330707"/>
                  </a:moveTo>
                  <a:lnTo>
                    <a:pt x="295147" y="339978"/>
                  </a:lnTo>
                  <a:lnTo>
                    <a:pt x="295658" y="340572"/>
                  </a:lnTo>
                  <a:lnTo>
                    <a:pt x="304934" y="330707"/>
                  </a:lnTo>
                  <a:close/>
                </a:path>
                <a:path w="464820" h="481330">
                  <a:moveTo>
                    <a:pt x="406588" y="82676"/>
                  </a:moveTo>
                  <a:lnTo>
                    <a:pt x="174243" y="82676"/>
                  </a:lnTo>
                  <a:lnTo>
                    <a:pt x="380364" y="90296"/>
                  </a:lnTo>
                  <a:lnTo>
                    <a:pt x="359028" y="297306"/>
                  </a:lnTo>
                  <a:lnTo>
                    <a:pt x="384613" y="297306"/>
                  </a:lnTo>
                  <a:lnTo>
                    <a:pt x="406588" y="82676"/>
                  </a:lnTo>
                  <a:close/>
                </a:path>
                <a:path w="464820" h="481330">
                  <a:moveTo>
                    <a:pt x="108134" y="281280"/>
                  </a:moveTo>
                  <a:lnTo>
                    <a:pt x="107884" y="281280"/>
                  </a:lnTo>
                  <a:lnTo>
                    <a:pt x="106171" y="283971"/>
                  </a:lnTo>
                  <a:lnTo>
                    <a:pt x="108134" y="281280"/>
                  </a:lnTo>
                  <a:close/>
                </a:path>
                <a:path w="464820" h="481330">
                  <a:moveTo>
                    <a:pt x="108134" y="281280"/>
                  </a:moveTo>
                  <a:lnTo>
                    <a:pt x="106171" y="283971"/>
                  </a:lnTo>
                  <a:lnTo>
                    <a:pt x="112983" y="283971"/>
                  </a:lnTo>
                  <a:lnTo>
                    <a:pt x="108134" y="281280"/>
                  </a:lnTo>
                  <a:close/>
                </a:path>
                <a:path w="464820" h="481330">
                  <a:moveTo>
                    <a:pt x="2539" y="0"/>
                  </a:moveTo>
                  <a:lnTo>
                    <a:pt x="125221" y="142493"/>
                  </a:lnTo>
                  <a:lnTo>
                    <a:pt x="137032" y="131825"/>
                  </a:lnTo>
                  <a:lnTo>
                    <a:pt x="149608" y="131825"/>
                  </a:lnTo>
                  <a:lnTo>
                    <a:pt x="59816" y="27558"/>
                  </a:lnTo>
                  <a:lnTo>
                    <a:pt x="463367" y="27558"/>
                  </a:lnTo>
                  <a:lnTo>
                    <a:pt x="464438" y="17144"/>
                  </a:lnTo>
                  <a:lnTo>
                    <a:pt x="2539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96236" y="3633207"/>
              <a:ext cx="146607" cy="21412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6919" y="3487419"/>
              <a:ext cx="919479" cy="5740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46219" y="3792219"/>
              <a:ext cx="1816100" cy="57403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340097" y="3555365"/>
            <a:ext cx="14954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5920">
              <a:spcBef>
                <a:spcPts val="100"/>
              </a:spcBef>
            </a:pPr>
            <a:r>
              <a:rPr sz="2000" b="1" spc="-20" dirty="0">
                <a:solidFill>
                  <a:srgbClr val="3923BB"/>
                </a:solidFill>
                <a:latin typeface="Malgun Gothic"/>
                <a:cs typeface="Malgun Gothic"/>
              </a:rPr>
              <a:t>Smart </a:t>
            </a:r>
            <a:r>
              <a:rPr sz="2000" b="1" spc="-10" dirty="0">
                <a:solidFill>
                  <a:srgbClr val="3923BB"/>
                </a:solidFill>
                <a:latin typeface="Malgun Gothic"/>
                <a:cs typeface="Malgun Gothic"/>
              </a:rPr>
              <a:t>Architecture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90509" y="1417320"/>
            <a:ext cx="11518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spcBef>
                <a:spcPts val="100"/>
              </a:spcBef>
            </a:pPr>
            <a:r>
              <a:rPr sz="2000" spc="-10" dirty="0">
                <a:latin typeface="Malgun Gothic"/>
                <a:cs typeface="Malgun Gothic"/>
              </a:rPr>
              <a:t>Configure (재조정)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62292" y="2107945"/>
            <a:ext cx="3053715" cy="985519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88595" indent="-175895">
              <a:spcBef>
                <a:spcPts val="935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단지</a:t>
            </a:r>
            <a:r>
              <a:rPr sz="1400" b="1" spc="-6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PKG내의</a:t>
            </a:r>
            <a:r>
              <a:rPr sz="1400" b="1" spc="-5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Configure</a:t>
            </a:r>
            <a:r>
              <a:rPr sz="1400" b="1" spc="-65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Malgun Gothic"/>
                <a:cs typeface="Malgun Gothic"/>
              </a:rPr>
              <a:t>Tool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사용</a:t>
            </a:r>
            <a:endParaRPr sz="1400">
              <a:latin typeface="Malgun Gothic"/>
              <a:cs typeface="Malgun Gothic"/>
            </a:endParaRPr>
          </a:p>
          <a:p>
            <a:pPr marL="189230" indent="-176530">
              <a:spcBef>
                <a:spcPts val="840"/>
              </a:spcBef>
              <a:buFont typeface="Malgun Gothic"/>
              <a:buChar char="•"/>
              <a:tabLst>
                <a:tab pos="189230" algn="l"/>
              </a:tabLst>
            </a:pPr>
            <a:r>
              <a:rPr sz="1400" b="1" dirty="0">
                <a:latin typeface="Malgun Gothic"/>
                <a:cs typeface="Malgun Gothic"/>
              </a:rPr>
              <a:t>비쥬얼한</a:t>
            </a:r>
            <a:r>
              <a:rPr sz="1400" b="1" spc="-5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Configuration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작업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Coding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요소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절감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09179" y="3992879"/>
            <a:ext cx="3451860" cy="2435860"/>
            <a:chOff x="6266179" y="3992879"/>
            <a:chExt cx="3451860" cy="2435860"/>
          </a:xfrm>
        </p:grpSpPr>
        <p:sp>
          <p:nvSpPr>
            <p:cNvPr id="26" name="object 26"/>
            <p:cNvSpPr/>
            <p:nvPr/>
          </p:nvSpPr>
          <p:spPr>
            <a:xfrm>
              <a:off x="6278879" y="4005579"/>
              <a:ext cx="3426460" cy="2410460"/>
            </a:xfrm>
            <a:custGeom>
              <a:avLst/>
              <a:gdLst/>
              <a:ahLst/>
              <a:cxnLst/>
              <a:rect l="l" t="t" r="r" b="b"/>
              <a:pathLst>
                <a:path w="3426459" h="2410460">
                  <a:moveTo>
                    <a:pt x="3288156" y="0"/>
                  </a:moveTo>
                  <a:lnTo>
                    <a:pt x="138303" y="0"/>
                  </a:lnTo>
                  <a:lnTo>
                    <a:pt x="94609" y="7056"/>
                  </a:lnTo>
                  <a:lnTo>
                    <a:pt x="56647" y="26700"/>
                  </a:lnTo>
                  <a:lnTo>
                    <a:pt x="26700" y="56647"/>
                  </a:lnTo>
                  <a:lnTo>
                    <a:pt x="7056" y="94609"/>
                  </a:lnTo>
                  <a:lnTo>
                    <a:pt x="0" y="138303"/>
                  </a:lnTo>
                  <a:lnTo>
                    <a:pt x="0" y="2272144"/>
                  </a:lnTo>
                  <a:lnTo>
                    <a:pt x="7056" y="2315863"/>
                  </a:lnTo>
                  <a:lnTo>
                    <a:pt x="26700" y="2353832"/>
                  </a:lnTo>
                  <a:lnTo>
                    <a:pt x="56647" y="2383773"/>
                  </a:lnTo>
                  <a:lnTo>
                    <a:pt x="94609" y="2403408"/>
                  </a:lnTo>
                  <a:lnTo>
                    <a:pt x="138303" y="2410460"/>
                  </a:lnTo>
                  <a:lnTo>
                    <a:pt x="3288156" y="2410460"/>
                  </a:lnTo>
                  <a:lnTo>
                    <a:pt x="3331850" y="2403408"/>
                  </a:lnTo>
                  <a:lnTo>
                    <a:pt x="3369812" y="2383773"/>
                  </a:lnTo>
                  <a:lnTo>
                    <a:pt x="3399759" y="2353832"/>
                  </a:lnTo>
                  <a:lnTo>
                    <a:pt x="3419403" y="2315863"/>
                  </a:lnTo>
                  <a:lnTo>
                    <a:pt x="3426460" y="2272144"/>
                  </a:lnTo>
                  <a:lnTo>
                    <a:pt x="3426460" y="138303"/>
                  </a:lnTo>
                  <a:lnTo>
                    <a:pt x="3419403" y="94609"/>
                  </a:lnTo>
                  <a:lnTo>
                    <a:pt x="3399759" y="56647"/>
                  </a:lnTo>
                  <a:lnTo>
                    <a:pt x="3369812" y="26700"/>
                  </a:lnTo>
                  <a:lnTo>
                    <a:pt x="3331850" y="7056"/>
                  </a:lnTo>
                  <a:lnTo>
                    <a:pt x="328815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78879" y="4005579"/>
              <a:ext cx="3426460" cy="2410460"/>
            </a:xfrm>
            <a:custGeom>
              <a:avLst/>
              <a:gdLst/>
              <a:ahLst/>
              <a:cxnLst/>
              <a:rect l="l" t="t" r="r" b="b"/>
              <a:pathLst>
                <a:path w="3426459" h="2410460">
                  <a:moveTo>
                    <a:pt x="0" y="138303"/>
                  </a:moveTo>
                  <a:lnTo>
                    <a:pt x="7056" y="94609"/>
                  </a:lnTo>
                  <a:lnTo>
                    <a:pt x="26700" y="56647"/>
                  </a:lnTo>
                  <a:lnTo>
                    <a:pt x="56647" y="26700"/>
                  </a:lnTo>
                  <a:lnTo>
                    <a:pt x="94609" y="7056"/>
                  </a:lnTo>
                  <a:lnTo>
                    <a:pt x="138303" y="0"/>
                  </a:lnTo>
                  <a:lnTo>
                    <a:pt x="3288156" y="0"/>
                  </a:lnTo>
                  <a:lnTo>
                    <a:pt x="3331850" y="7056"/>
                  </a:lnTo>
                  <a:lnTo>
                    <a:pt x="3369812" y="26700"/>
                  </a:lnTo>
                  <a:lnTo>
                    <a:pt x="3399759" y="56647"/>
                  </a:lnTo>
                  <a:lnTo>
                    <a:pt x="3419403" y="94609"/>
                  </a:lnTo>
                  <a:lnTo>
                    <a:pt x="3426460" y="138303"/>
                  </a:lnTo>
                  <a:lnTo>
                    <a:pt x="3426460" y="2272144"/>
                  </a:lnTo>
                  <a:lnTo>
                    <a:pt x="3419403" y="2315863"/>
                  </a:lnTo>
                  <a:lnTo>
                    <a:pt x="3399759" y="2353832"/>
                  </a:lnTo>
                  <a:lnTo>
                    <a:pt x="3369812" y="2383773"/>
                  </a:lnTo>
                  <a:lnTo>
                    <a:pt x="3331850" y="2403408"/>
                  </a:lnTo>
                  <a:lnTo>
                    <a:pt x="3288156" y="2410460"/>
                  </a:lnTo>
                  <a:lnTo>
                    <a:pt x="138303" y="2410460"/>
                  </a:lnTo>
                  <a:lnTo>
                    <a:pt x="94609" y="2403408"/>
                  </a:lnTo>
                  <a:lnTo>
                    <a:pt x="56647" y="2383773"/>
                  </a:lnTo>
                  <a:lnTo>
                    <a:pt x="26700" y="2353832"/>
                  </a:lnTo>
                  <a:lnTo>
                    <a:pt x="7056" y="2315863"/>
                  </a:lnTo>
                  <a:lnTo>
                    <a:pt x="0" y="2272144"/>
                  </a:lnTo>
                  <a:lnTo>
                    <a:pt x="0" y="1383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78879" y="400811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79" h="647700">
                  <a:moveTo>
                    <a:pt x="2011679" y="0"/>
                  </a:moveTo>
                  <a:lnTo>
                    <a:pt x="76200" y="0"/>
                  </a:lnTo>
                  <a:lnTo>
                    <a:pt x="46505" y="5976"/>
                  </a:lnTo>
                  <a:lnTo>
                    <a:pt x="22288" y="22288"/>
                  </a:lnTo>
                  <a:lnTo>
                    <a:pt x="5976" y="46505"/>
                  </a:lnTo>
                  <a:lnTo>
                    <a:pt x="0" y="76199"/>
                  </a:lnTo>
                  <a:lnTo>
                    <a:pt x="0" y="571499"/>
                  </a:lnTo>
                  <a:lnTo>
                    <a:pt x="5976" y="601194"/>
                  </a:lnTo>
                  <a:lnTo>
                    <a:pt x="22288" y="625411"/>
                  </a:lnTo>
                  <a:lnTo>
                    <a:pt x="46505" y="641723"/>
                  </a:lnTo>
                  <a:lnTo>
                    <a:pt x="76200" y="647699"/>
                  </a:lnTo>
                  <a:lnTo>
                    <a:pt x="2011679" y="647699"/>
                  </a:lnTo>
                  <a:lnTo>
                    <a:pt x="2041374" y="641723"/>
                  </a:lnTo>
                  <a:lnTo>
                    <a:pt x="2065591" y="625411"/>
                  </a:lnTo>
                  <a:lnTo>
                    <a:pt x="2081903" y="601194"/>
                  </a:lnTo>
                  <a:lnTo>
                    <a:pt x="2087879" y="571499"/>
                  </a:lnTo>
                  <a:lnTo>
                    <a:pt x="2087879" y="76199"/>
                  </a:lnTo>
                  <a:lnTo>
                    <a:pt x="2081903" y="46505"/>
                  </a:lnTo>
                  <a:lnTo>
                    <a:pt x="2065591" y="22288"/>
                  </a:lnTo>
                  <a:lnTo>
                    <a:pt x="2041374" y="5976"/>
                  </a:lnTo>
                  <a:lnTo>
                    <a:pt x="20116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78879" y="400811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79" h="647700">
                  <a:moveTo>
                    <a:pt x="0" y="76199"/>
                  </a:moveTo>
                  <a:lnTo>
                    <a:pt x="5976" y="46505"/>
                  </a:lnTo>
                  <a:lnTo>
                    <a:pt x="22288" y="22288"/>
                  </a:lnTo>
                  <a:lnTo>
                    <a:pt x="46505" y="5976"/>
                  </a:lnTo>
                  <a:lnTo>
                    <a:pt x="76200" y="0"/>
                  </a:lnTo>
                  <a:lnTo>
                    <a:pt x="2011679" y="0"/>
                  </a:lnTo>
                  <a:lnTo>
                    <a:pt x="2041374" y="5976"/>
                  </a:lnTo>
                  <a:lnTo>
                    <a:pt x="2065591" y="22288"/>
                  </a:lnTo>
                  <a:lnTo>
                    <a:pt x="2081903" y="46505"/>
                  </a:lnTo>
                  <a:lnTo>
                    <a:pt x="2087879" y="76199"/>
                  </a:lnTo>
                  <a:lnTo>
                    <a:pt x="2087879" y="571499"/>
                  </a:lnTo>
                  <a:lnTo>
                    <a:pt x="2081903" y="601194"/>
                  </a:lnTo>
                  <a:lnTo>
                    <a:pt x="2065591" y="625411"/>
                  </a:lnTo>
                  <a:lnTo>
                    <a:pt x="2041374" y="641723"/>
                  </a:lnTo>
                  <a:lnTo>
                    <a:pt x="2011679" y="647699"/>
                  </a:lnTo>
                  <a:lnTo>
                    <a:pt x="76200" y="647699"/>
                  </a:lnTo>
                  <a:lnTo>
                    <a:pt x="46505" y="641723"/>
                  </a:lnTo>
                  <a:lnTo>
                    <a:pt x="22288" y="625411"/>
                  </a:lnTo>
                  <a:lnTo>
                    <a:pt x="5976" y="601194"/>
                  </a:lnTo>
                  <a:lnTo>
                    <a:pt x="0" y="571499"/>
                  </a:lnTo>
                  <a:lnTo>
                    <a:pt x="0" y="7619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51470" y="4010280"/>
            <a:ext cx="1029969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000" spc="-10" dirty="0">
                <a:latin typeface="Malgun Gothic"/>
                <a:cs typeface="Malgun Gothic"/>
              </a:rPr>
              <a:t>Maintain</a:t>
            </a:r>
            <a:endParaRPr sz="2000">
              <a:latin typeface="Malgun Gothic"/>
              <a:cs typeface="Malgun Gothic"/>
            </a:endParaRPr>
          </a:p>
          <a:p>
            <a:pPr marL="2540" algn="ctr"/>
            <a:r>
              <a:rPr sz="2000" spc="-20" dirty="0">
                <a:latin typeface="Malgun Gothic"/>
                <a:cs typeface="Malgun Gothic"/>
              </a:rPr>
              <a:t>(유지)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62292" y="4700398"/>
            <a:ext cx="2822575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8595" marR="5080" indent="-175895">
              <a:lnSpc>
                <a:spcPct val="150100"/>
              </a:lnSpc>
              <a:spcBef>
                <a:spcPts val="100"/>
              </a:spcBef>
              <a:buFont typeface="Malgun Gothic"/>
              <a:buChar char="•"/>
              <a:tabLst>
                <a:tab pos="190500" algn="l"/>
              </a:tabLst>
            </a:pPr>
            <a:r>
              <a:rPr sz="1400" b="1" dirty="0">
                <a:latin typeface="Malgun Gothic"/>
                <a:cs typeface="Malgun Gothic"/>
              </a:rPr>
              <a:t>Presentation,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Biz.</a:t>
            </a:r>
            <a:r>
              <a:rPr sz="1400" b="1" spc="-6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Logic,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그리고 	</a:t>
            </a:r>
            <a:r>
              <a:rPr sz="1400" b="1" dirty="0">
                <a:latin typeface="Malgun Gothic"/>
                <a:cs typeface="Malgun Gothic"/>
              </a:rPr>
              <a:t>Data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계층의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완벽한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구분</a:t>
            </a:r>
            <a:endParaRPr sz="1400">
              <a:latin typeface="Malgun Gothic"/>
              <a:cs typeface="Malgun Gothic"/>
            </a:endParaRPr>
          </a:p>
          <a:p>
            <a:pPr marL="189230" indent="-176530">
              <a:spcBef>
                <a:spcPts val="835"/>
              </a:spcBef>
              <a:buFont typeface="Malgun Gothic"/>
              <a:buChar char="•"/>
              <a:tabLst>
                <a:tab pos="189230" algn="l"/>
              </a:tabLst>
            </a:pPr>
            <a:r>
              <a:rPr sz="1400" b="1" dirty="0">
                <a:latin typeface="Malgun Gothic"/>
                <a:cs typeface="Malgun Gothic"/>
              </a:rPr>
              <a:t>모든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PKG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구성정보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spc="-20" dirty="0">
                <a:latin typeface="Malgun Gothic"/>
                <a:cs typeface="Malgun Gothic"/>
              </a:rPr>
              <a:t>Meta화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4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완벽한</a:t>
            </a:r>
            <a:r>
              <a:rPr sz="1400" b="1" spc="-1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통제성 </a:t>
            </a:r>
            <a:r>
              <a:rPr sz="1400" b="1" spc="-25" dirty="0">
                <a:latin typeface="Malgun Gothic"/>
                <a:cs typeface="Malgun Gothic"/>
              </a:rPr>
              <a:t>확보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비쥬얼한</a:t>
            </a:r>
            <a:r>
              <a:rPr sz="1400" b="1" spc="480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Debugging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86840" y="3992879"/>
            <a:ext cx="3451860" cy="2435860"/>
            <a:chOff x="243840" y="3992879"/>
            <a:chExt cx="3451860" cy="2435860"/>
          </a:xfrm>
        </p:grpSpPr>
        <p:sp>
          <p:nvSpPr>
            <p:cNvPr id="33" name="object 33"/>
            <p:cNvSpPr/>
            <p:nvPr/>
          </p:nvSpPr>
          <p:spPr>
            <a:xfrm>
              <a:off x="256540" y="4005579"/>
              <a:ext cx="3426460" cy="2410460"/>
            </a:xfrm>
            <a:custGeom>
              <a:avLst/>
              <a:gdLst/>
              <a:ahLst/>
              <a:cxnLst/>
              <a:rect l="l" t="t" r="r" b="b"/>
              <a:pathLst>
                <a:path w="3426460" h="2410460">
                  <a:moveTo>
                    <a:pt x="3288157" y="0"/>
                  </a:moveTo>
                  <a:lnTo>
                    <a:pt x="138315" y="0"/>
                  </a:lnTo>
                  <a:lnTo>
                    <a:pt x="94596" y="7056"/>
                  </a:lnTo>
                  <a:lnTo>
                    <a:pt x="56627" y="26700"/>
                  </a:lnTo>
                  <a:lnTo>
                    <a:pt x="26686" y="56647"/>
                  </a:lnTo>
                  <a:lnTo>
                    <a:pt x="7051" y="94609"/>
                  </a:lnTo>
                  <a:lnTo>
                    <a:pt x="0" y="138303"/>
                  </a:lnTo>
                  <a:lnTo>
                    <a:pt x="0" y="2272144"/>
                  </a:lnTo>
                  <a:lnTo>
                    <a:pt x="7051" y="2315863"/>
                  </a:lnTo>
                  <a:lnTo>
                    <a:pt x="26686" y="2353832"/>
                  </a:lnTo>
                  <a:lnTo>
                    <a:pt x="56627" y="2383773"/>
                  </a:lnTo>
                  <a:lnTo>
                    <a:pt x="94596" y="2403408"/>
                  </a:lnTo>
                  <a:lnTo>
                    <a:pt x="138315" y="2410460"/>
                  </a:lnTo>
                  <a:lnTo>
                    <a:pt x="3288157" y="2410460"/>
                  </a:lnTo>
                  <a:lnTo>
                    <a:pt x="3331850" y="2403408"/>
                  </a:lnTo>
                  <a:lnTo>
                    <a:pt x="3369812" y="2383773"/>
                  </a:lnTo>
                  <a:lnTo>
                    <a:pt x="3399759" y="2353832"/>
                  </a:lnTo>
                  <a:lnTo>
                    <a:pt x="3419403" y="2315863"/>
                  </a:lnTo>
                  <a:lnTo>
                    <a:pt x="3426460" y="2272144"/>
                  </a:lnTo>
                  <a:lnTo>
                    <a:pt x="3426460" y="138303"/>
                  </a:lnTo>
                  <a:lnTo>
                    <a:pt x="3419403" y="94609"/>
                  </a:lnTo>
                  <a:lnTo>
                    <a:pt x="3399759" y="56647"/>
                  </a:lnTo>
                  <a:lnTo>
                    <a:pt x="3369812" y="26700"/>
                  </a:lnTo>
                  <a:lnTo>
                    <a:pt x="3331850" y="7056"/>
                  </a:lnTo>
                  <a:lnTo>
                    <a:pt x="328815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6540" y="4005579"/>
              <a:ext cx="3426460" cy="2410460"/>
            </a:xfrm>
            <a:custGeom>
              <a:avLst/>
              <a:gdLst/>
              <a:ahLst/>
              <a:cxnLst/>
              <a:rect l="l" t="t" r="r" b="b"/>
              <a:pathLst>
                <a:path w="3426460" h="2410460">
                  <a:moveTo>
                    <a:pt x="0" y="138303"/>
                  </a:moveTo>
                  <a:lnTo>
                    <a:pt x="7051" y="94609"/>
                  </a:lnTo>
                  <a:lnTo>
                    <a:pt x="26686" y="56647"/>
                  </a:lnTo>
                  <a:lnTo>
                    <a:pt x="56627" y="26700"/>
                  </a:lnTo>
                  <a:lnTo>
                    <a:pt x="94596" y="7056"/>
                  </a:lnTo>
                  <a:lnTo>
                    <a:pt x="138315" y="0"/>
                  </a:lnTo>
                  <a:lnTo>
                    <a:pt x="3288157" y="0"/>
                  </a:lnTo>
                  <a:lnTo>
                    <a:pt x="3331850" y="7056"/>
                  </a:lnTo>
                  <a:lnTo>
                    <a:pt x="3369812" y="26700"/>
                  </a:lnTo>
                  <a:lnTo>
                    <a:pt x="3399759" y="56647"/>
                  </a:lnTo>
                  <a:lnTo>
                    <a:pt x="3419403" y="94609"/>
                  </a:lnTo>
                  <a:lnTo>
                    <a:pt x="3426460" y="138303"/>
                  </a:lnTo>
                  <a:lnTo>
                    <a:pt x="3426460" y="2272144"/>
                  </a:lnTo>
                  <a:lnTo>
                    <a:pt x="3419403" y="2315863"/>
                  </a:lnTo>
                  <a:lnTo>
                    <a:pt x="3399759" y="2353832"/>
                  </a:lnTo>
                  <a:lnTo>
                    <a:pt x="3369812" y="2383773"/>
                  </a:lnTo>
                  <a:lnTo>
                    <a:pt x="3331850" y="2403408"/>
                  </a:lnTo>
                  <a:lnTo>
                    <a:pt x="3288157" y="2410460"/>
                  </a:lnTo>
                  <a:lnTo>
                    <a:pt x="138315" y="2410460"/>
                  </a:lnTo>
                  <a:lnTo>
                    <a:pt x="94596" y="2403408"/>
                  </a:lnTo>
                  <a:lnTo>
                    <a:pt x="56627" y="2383773"/>
                  </a:lnTo>
                  <a:lnTo>
                    <a:pt x="26686" y="2353832"/>
                  </a:lnTo>
                  <a:lnTo>
                    <a:pt x="7051" y="2315863"/>
                  </a:lnTo>
                  <a:lnTo>
                    <a:pt x="0" y="2272144"/>
                  </a:lnTo>
                  <a:lnTo>
                    <a:pt x="0" y="13830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6540" y="400811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80" h="647700">
                  <a:moveTo>
                    <a:pt x="2011680" y="0"/>
                  </a:moveTo>
                  <a:lnTo>
                    <a:pt x="76149" y="0"/>
                  </a:lnTo>
                  <a:lnTo>
                    <a:pt x="46505" y="5976"/>
                  </a:lnTo>
                  <a:lnTo>
                    <a:pt x="22301" y="22288"/>
                  </a:lnTo>
                  <a:lnTo>
                    <a:pt x="5983" y="46505"/>
                  </a:lnTo>
                  <a:lnTo>
                    <a:pt x="0" y="76199"/>
                  </a:lnTo>
                  <a:lnTo>
                    <a:pt x="0" y="571499"/>
                  </a:lnTo>
                  <a:lnTo>
                    <a:pt x="5983" y="601194"/>
                  </a:lnTo>
                  <a:lnTo>
                    <a:pt x="22301" y="625411"/>
                  </a:lnTo>
                  <a:lnTo>
                    <a:pt x="46505" y="641723"/>
                  </a:lnTo>
                  <a:lnTo>
                    <a:pt x="76149" y="647699"/>
                  </a:lnTo>
                  <a:lnTo>
                    <a:pt x="2011680" y="647699"/>
                  </a:lnTo>
                  <a:lnTo>
                    <a:pt x="2041374" y="641723"/>
                  </a:lnTo>
                  <a:lnTo>
                    <a:pt x="2065591" y="625411"/>
                  </a:lnTo>
                  <a:lnTo>
                    <a:pt x="2081903" y="601194"/>
                  </a:lnTo>
                  <a:lnTo>
                    <a:pt x="2087880" y="571499"/>
                  </a:lnTo>
                  <a:lnTo>
                    <a:pt x="2087880" y="76199"/>
                  </a:lnTo>
                  <a:lnTo>
                    <a:pt x="2081903" y="46505"/>
                  </a:lnTo>
                  <a:lnTo>
                    <a:pt x="2065591" y="22288"/>
                  </a:lnTo>
                  <a:lnTo>
                    <a:pt x="2041374" y="5976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6540" y="400811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80" h="647700">
                  <a:moveTo>
                    <a:pt x="0" y="76199"/>
                  </a:moveTo>
                  <a:lnTo>
                    <a:pt x="5983" y="46505"/>
                  </a:lnTo>
                  <a:lnTo>
                    <a:pt x="22301" y="22288"/>
                  </a:lnTo>
                  <a:lnTo>
                    <a:pt x="46505" y="5976"/>
                  </a:lnTo>
                  <a:lnTo>
                    <a:pt x="76149" y="0"/>
                  </a:lnTo>
                  <a:lnTo>
                    <a:pt x="2011680" y="0"/>
                  </a:lnTo>
                  <a:lnTo>
                    <a:pt x="2041374" y="5976"/>
                  </a:lnTo>
                  <a:lnTo>
                    <a:pt x="2065591" y="22288"/>
                  </a:lnTo>
                  <a:lnTo>
                    <a:pt x="2081903" y="46505"/>
                  </a:lnTo>
                  <a:lnTo>
                    <a:pt x="2087880" y="76199"/>
                  </a:lnTo>
                  <a:lnTo>
                    <a:pt x="2087880" y="571499"/>
                  </a:lnTo>
                  <a:lnTo>
                    <a:pt x="2081903" y="601194"/>
                  </a:lnTo>
                  <a:lnTo>
                    <a:pt x="2065591" y="625411"/>
                  </a:lnTo>
                  <a:lnTo>
                    <a:pt x="2041374" y="641723"/>
                  </a:lnTo>
                  <a:lnTo>
                    <a:pt x="2011680" y="647699"/>
                  </a:lnTo>
                  <a:lnTo>
                    <a:pt x="76149" y="647699"/>
                  </a:lnTo>
                  <a:lnTo>
                    <a:pt x="46505" y="641723"/>
                  </a:lnTo>
                  <a:lnTo>
                    <a:pt x="22301" y="625411"/>
                  </a:lnTo>
                  <a:lnTo>
                    <a:pt x="5983" y="601194"/>
                  </a:lnTo>
                  <a:lnTo>
                    <a:pt x="0" y="571499"/>
                  </a:lnTo>
                  <a:lnTo>
                    <a:pt x="0" y="7619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926590" y="4010280"/>
            <a:ext cx="103314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</a:pPr>
            <a:r>
              <a:rPr sz="2000" spc="-10" dirty="0">
                <a:latin typeface="Malgun Gothic"/>
                <a:cs typeface="Malgun Gothic"/>
              </a:rPr>
              <a:t>Upgrade</a:t>
            </a:r>
            <a:endParaRPr sz="2000">
              <a:latin typeface="Malgun Gothic"/>
              <a:cs typeface="Malgun Gothic"/>
            </a:endParaRPr>
          </a:p>
          <a:p>
            <a:pPr marL="12700"/>
            <a:r>
              <a:rPr sz="2000" dirty="0">
                <a:latin typeface="Malgun Gothic"/>
                <a:cs typeface="Malgun Gothic"/>
              </a:rPr>
              <a:t>(버전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업)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37347" y="4700398"/>
            <a:ext cx="2470150" cy="13061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8595" indent="-175895">
              <a:spcBef>
                <a:spcPts val="9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PKG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기본(표준)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Model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관리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PKG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변화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관리</a:t>
            </a:r>
            <a:endParaRPr sz="1400">
              <a:latin typeface="Malgun Gothic"/>
              <a:cs typeface="Malgun Gothic"/>
            </a:endParaRPr>
          </a:p>
          <a:p>
            <a:pPr marL="189230" indent="-176530">
              <a:spcBef>
                <a:spcPts val="840"/>
              </a:spcBef>
              <a:buFont typeface="Malgun Gothic"/>
              <a:buChar char="•"/>
              <a:tabLst>
                <a:tab pos="189230" algn="l"/>
              </a:tabLst>
            </a:pPr>
            <a:r>
              <a:rPr sz="1400" b="1" dirty="0">
                <a:latin typeface="Malgun Gothic"/>
                <a:cs typeface="Malgun Gothic"/>
              </a:rPr>
              <a:t>새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Version</a:t>
            </a:r>
            <a:r>
              <a:rPr sz="1400" b="1" dirty="0">
                <a:latin typeface="Malgun Gothic"/>
                <a:cs typeface="Malgun Gothic"/>
              </a:rPr>
              <a:t> 자동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배포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재작업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최소화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58900" y="1399539"/>
            <a:ext cx="3451860" cy="2245360"/>
            <a:chOff x="215900" y="1399539"/>
            <a:chExt cx="3451860" cy="2245360"/>
          </a:xfrm>
        </p:grpSpPr>
        <p:sp>
          <p:nvSpPr>
            <p:cNvPr id="40" name="object 40"/>
            <p:cNvSpPr/>
            <p:nvPr/>
          </p:nvSpPr>
          <p:spPr>
            <a:xfrm>
              <a:off x="228600" y="1412239"/>
              <a:ext cx="3426460" cy="2219960"/>
            </a:xfrm>
            <a:custGeom>
              <a:avLst/>
              <a:gdLst/>
              <a:ahLst/>
              <a:cxnLst/>
              <a:rect l="l" t="t" r="r" b="b"/>
              <a:pathLst>
                <a:path w="3426460" h="2219960">
                  <a:moveTo>
                    <a:pt x="3299079" y="0"/>
                  </a:moveTo>
                  <a:lnTo>
                    <a:pt x="127381" y="0"/>
                  </a:lnTo>
                  <a:lnTo>
                    <a:pt x="77800" y="10009"/>
                  </a:lnTo>
                  <a:lnTo>
                    <a:pt x="37311" y="37306"/>
                  </a:lnTo>
                  <a:lnTo>
                    <a:pt x="10010" y="77795"/>
                  </a:lnTo>
                  <a:lnTo>
                    <a:pt x="0" y="127381"/>
                  </a:lnTo>
                  <a:lnTo>
                    <a:pt x="0" y="2092579"/>
                  </a:lnTo>
                  <a:lnTo>
                    <a:pt x="10010" y="2142164"/>
                  </a:lnTo>
                  <a:lnTo>
                    <a:pt x="37311" y="2182653"/>
                  </a:lnTo>
                  <a:lnTo>
                    <a:pt x="77800" y="2209950"/>
                  </a:lnTo>
                  <a:lnTo>
                    <a:pt x="127381" y="2219960"/>
                  </a:lnTo>
                  <a:lnTo>
                    <a:pt x="3299079" y="2219960"/>
                  </a:lnTo>
                  <a:lnTo>
                    <a:pt x="3348664" y="2209950"/>
                  </a:lnTo>
                  <a:lnTo>
                    <a:pt x="3389153" y="2182653"/>
                  </a:lnTo>
                  <a:lnTo>
                    <a:pt x="3416450" y="2142164"/>
                  </a:lnTo>
                  <a:lnTo>
                    <a:pt x="3426460" y="2092579"/>
                  </a:lnTo>
                  <a:lnTo>
                    <a:pt x="3426460" y="127381"/>
                  </a:lnTo>
                  <a:lnTo>
                    <a:pt x="3416450" y="77795"/>
                  </a:lnTo>
                  <a:lnTo>
                    <a:pt x="3389153" y="37306"/>
                  </a:lnTo>
                  <a:lnTo>
                    <a:pt x="3348664" y="10009"/>
                  </a:lnTo>
                  <a:lnTo>
                    <a:pt x="329907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8600" y="1412239"/>
              <a:ext cx="3426460" cy="2219960"/>
            </a:xfrm>
            <a:custGeom>
              <a:avLst/>
              <a:gdLst/>
              <a:ahLst/>
              <a:cxnLst/>
              <a:rect l="l" t="t" r="r" b="b"/>
              <a:pathLst>
                <a:path w="3426460" h="2219960">
                  <a:moveTo>
                    <a:pt x="0" y="127381"/>
                  </a:moveTo>
                  <a:lnTo>
                    <a:pt x="10010" y="77795"/>
                  </a:lnTo>
                  <a:lnTo>
                    <a:pt x="37311" y="37306"/>
                  </a:lnTo>
                  <a:lnTo>
                    <a:pt x="77800" y="10009"/>
                  </a:lnTo>
                  <a:lnTo>
                    <a:pt x="127381" y="0"/>
                  </a:lnTo>
                  <a:lnTo>
                    <a:pt x="3299079" y="0"/>
                  </a:lnTo>
                  <a:lnTo>
                    <a:pt x="3348664" y="10009"/>
                  </a:lnTo>
                  <a:lnTo>
                    <a:pt x="3389153" y="37306"/>
                  </a:lnTo>
                  <a:lnTo>
                    <a:pt x="3416450" y="77795"/>
                  </a:lnTo>
                  <a:lnTo>
                    <a:pt x="3426460" y="127381"/>
                  </a:lnTo>
                  <a:lnTo>
                    <a:pt x="3426460" y="2092579"/>
                  </a:lnTo>
                  <a:lnTo>
                    <a:pt x="3416450" y="2142164"/>
                  </a:lnTo>
                  <a:lnTo>
                    <a:pt x="3389153" y="2182653"/>
                  </a:lnTo>
                  <a:lnTo>
                    <a:pt x="3348664" y="2209950"/>
                  </a:lnTo>
                  <a:lnTo>
                    <a:pt x="3299079" y="2219960"/>
                  </a:lnTo>
                  <a:lnTo>
                    <a:pt x="127381" y="2219960"/>
                  </a:lnTo>
                  <a:lnTo>
                    <a:pt x="77800" y="2209950"/>
                  </a:lnTo>
                  <a:lnTo>
                    <a:pt x="37311" y="2182653"/>
                  </a:lnTo>
                  <a:lnTo>
                    <a:pt x="10010" y="2142164"/>
                  </a:lnTo>
                  <a:lnTo>
                    <a:pt x="0" y="2092579"/>
                  </a:lnTo>
                  <a:lnTo>
                    <a:pt x="0" y="127381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8600" y="141477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80" h="647700">
                  <a:moveTo>
                    <a:pt x="2011680" y="0"/>
                  </a:moveTo>
                  <a:lnTo>
                    <a:pt x="76149" y="0"/>
                  </a:lnTo>
                  <a:lnTo>
                    <a:pt x="46505" y="5976"/>
                  </a:lnTo>
                  <a:lnTo>
                    <a:pt x="22301" y="22288"/>
                  </a:lnTo>
                  <a:lnTo>
                    <a:pt x="5983" y="46505"/>
                  </a:lnTo>
                  <a:lnTo>
                    <a:pt x="0" y="76200"/>
                  </a:lnTo>
                  <a:lnTo>
                    <a:pt x="0" y="571500"/>
                  </a:lnTo>
                  <a:lnTo>
                    <a:pt x="5983" y="601194"/>
                  </a:lnTo>
                  <a:lnTo>
                    <a:pt x="22301" y="625411"/>
                  </a:lnTo>
                  <a:lnTo>
                    <a:pt x="46505" y="641723"/>
                  </a:lnTo>
                  <a:lnTo>
                    <a:pt x="76149" y="647700"/>
                  </a:lnTo>
                  <a:lnTo>
                    <a:pt x="2011680" y="647700"/>
                  </a:lnTo>
                  <a:lnTo>
                    <a:pt x="2041374" y="641723"/>
                  </a:lnTo>
                  <a:lnTo>
                    <a:pt x="2065591" y="625411"/>
                  </a:lnTo>
                  <a:lnTo>
                    <a:pt x="2081903" y="601194"/>
                  </a:lnTo>
                  <a:lnTo>
                    <a:pt x="2087880" y="571500"/>
                  </a:lnTo>
                  <a:lnTo>
                    <a:pt x="2087880" y="76200"/>
                  </a:lnTo>
                  <a:lnTo>
                    <a:pt x="2081903" y="46505"/>
                  </a:lnTo>
                  <a:lnTo>
                    <a:pt x="2065591" y="22288"/>
                  </a:lnTo>
                  <a:lnTo>
                    <a:pt x="2041374" y="5976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8600" y="1414779"/>
              <a:ext cx="2087880" cy="647700"/>
            </a:xfrm>
            <a:custGeom>
              <a:avLst/>
              <a:gdLst/>
              <a:ahLst/>
              <a:cxnLst/>
              <a:rect l="l" t="t" r="r" b="b"/>
              <a:pathLst>
                <a:path w="2087880" h="647700">
                  <a:moveTo>
                    <a:pt x="0" y="76200"/>
                  </a:moveTo>
                  <a:lnTo>
                    <a:pt x="5983" y="46505"/>
                  </a:lnTo>
                  <a:lnTo>
                    <a:pt x="22301" y="22288"/>
                  </a:lnTo>
                  <a:lnTo>
                    <a:pt x="46505" y="5976"/>
                  </a:lnTo>
                  <a:lnTo>
                    <a:pt x="76149" y="0"/>
                  </a:lnTo>
                  <a:lnTo>
                    <a:pt x="2011680" y="0"/>
                  </a:lnTo>
                  <a:lnTo>
                    <a:pt x="2041374" y="5976"/>
                  </a:lnTo>
                  <a:lnTo>
                    <a:pt x="2065591" y="22288"/>
                  </a:lnTo>
                  <a:lnTo>
                    <a:pt x="2081903" y="46505"/>
                  </a:lnTo>
                  <a:lnTo>
                    <a:pt x="2087880" y="76200"/>
                  </a:lnTo>
                  <a:lnTo>
                    <a:pt x="2087880" y="571500"/>
                  </a:lnTo>
                  <a:lnTo>
                    <a:pt x="2081903" y="601194"/>
                  </a:lnTo>
                  <a:lnTo>
                    <a:pt x="2065591" y="625411"/>
                  </a:lnTo>
                  <a:lnTo>
                    <a:pt x="2041374" y="641723"/>
                  </a:lnTo>
                  <a:lnTo>
                    <a:pt x="2011680" y="647700"/>
                  </a:lnTo>
                  <a:lnTo>
                    <a:pt x="76149" y="647700"/>
                  </a:lnTo>
                  <a:lnTo>
                    <a:pt x="46505" y="641723"/>
                  </a:lnTo>
                  <a:lnTo>
                    <a:pt x="22301" y="625411"/>
                  </a:lnTo>
                  <a:lnTo>
                    <a:pt x="5983" y="601194"/>
                  </a:lnTo>
                  <a:lnTo>
                    <a:pt x="0" y="5715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84668" y="1569720"/>
            <a:ext cx="1261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latin typeface="Malgun Gothic"/>
                <a:cs typeface="Malgun Gothic"/>
              </a:rPr>
              <a:t>Build(제작)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09726" y="2107945"/>
            <a:ext cx="2440305" cy="985519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88595" indent="-175895">
              <a:spcBef>
                <a:spcPts val="935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Rule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&amp;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Flow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정의</a:t>
            </a:r>
            <a:r>
              <a:rPr sz="1400" b="1" spc="-5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방식</a:t>
            </a:r>
            <a:endParaRPr sz="1400">
              <a:latin typeface="Malgun Gothic"/>
              <a:cs typeface="Malgun Gothic"/>
            </a:endParaRPr>
          </a:p>
          <a:p>
            <a:pPr marL="189230" indent="-176530">
              <a:spcBef>
                <a:spcPts val="840"/>
              </a:spcBef>
              <a:buFont typeface="Malgun Gothic"/>
              <a:buChar char="•"/>
              <a:tabLst>
                <a:tab pos="189230" algn="l"/>
              </a:tabLst>
            </a:pPr>
            <a:r>
              <a:rPr sz="1400" b="1" dirty="0">
                <a:latin typeface="Malgun Gothic"/>
                <a:cs typeface="Malgun Gothic"/>
              </a:rPr>
              <a:t>비쥬얼한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spc="-25" dirty="0">
                <a:latin typeface="Malgun Gothic"/>
                <a:cs typeface="Malgun Gothic"/>
              </a:rPr>
              <a:t>제작</a:t>
            </a:r>
            <a:endParaRPr sz="1400">
              <a:latin typeface="Malgun Gothic"/>
              <a:cs typeface="Malgun Gothic"/>
            </a:endParaRPr>
          </a:p>
          <a:p>
            <a:pPr marL="188595" indent="-175895">
              <a:spcBef>
                <a:spcPts val="840"/>
              </a:spcBef>
              <a:buFont typeface="Malgun Gothic"/>
              <a:buChar char="•"/>
              <a:tabLst>
                <a:tab pos="188595" algn="l"/>
              </a:tabLst>
            </a:pPr>
            <a:r>
              <a:rPr sz="1400" b="1" dirty="0">
                <a:latin typeface="Malgun Gothic"/>
                <a:cs typeface="Malgun Gothic"/>
              </a:rPr>
              <a:t>선진화된</a:t>
            </a:r>
            <a:r>
              <a:rPr sz="1400" b="1" spc="-3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SW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PKG</a:t>
            </a:r>
            <a:r>
              <a:rPr sz="1400" b="1" spc="-20" dirty="0">
                <a:latin typeface="Malgun Gothic"/>
                <a:cs typeface="Malgun Gothic"/>
              </a:rPr>
              <a:t> 아키텍처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46" name="object 4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81601" y="2684218"/>
            <a:ext cx="1819275" cy="734562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18</a:t>
            </a:fld>
            <a:endParaRPr spc="-25" dirty="0"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64242" y="109708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Biz.</a:t>
            </a:r>
            <a:r>
              <a:rPr spc="-20" dirty="0"/>
              <a:t> </a:t>
            </a:r>
            <a:r>
              <a:rPr dirty="0"/>
              <a:t>Application 이</a:t>
            </a:r>
            <a:r>
              <a:rPr spc="-25" dirty="0"/>
              <a:t> </a:t>
            </a:r>
            <a:r>
              <a:rPr dirty="0"/>
              <a:t>갖게</a:t>
            </a:r>
            <a:r>
              <a:rPr spc="-20" dirty="0"/>
              <a:t> </a:t>
            </a:r>
            <a:r>
              <a:rPr dirty="0"/>
              <a:t>될</a:t>
            </a:r>
            <a:r>
              <a:rPr spc="-25" dirty="0"/>
              <a:t> </a:t>
            </a:r>
            <a:r>
              <a:rPr spc="-10" dirty="0"/>
              <a:t>Benefit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4" y="590296"/>
            <a:ext cx="9284970" cy="145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선진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고도화된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SW</a:t>
            </a:r>
            <a:r>
              <a:rPr sz="1700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PKG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Business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Process로의</a:t>
            </a:r>
            <a:r>
              <a:rPr sz="1700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변화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(완벽한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채널비즈니스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체계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확보)</a:t>
            </a:r>
            <a:endParaRPr sz="1700" dirty="0">
              <a:latin typeface="Malgun Gothic"/>
              <a:cs typeface="Malgun Gothic"/>
            </a:endParaRPr>
          </a:p>
          <a:p>
            <a:pPr marL="556260" marR="5080" indent="-377825">
              <a:lnSpc>
                <a:spcPct val="189000"/>
              </a:lnSpc>
              <a:spcBef>
                <a:spcPts val="825"/>
              </a:spcBef>
              <a:tabLst>
                <a:tab pos="3036570" algn="l"/>
                <a:tab pos="3552190" algn="l"/>
                <a:tab pos="7117080" algn="l"/>
              </a:tabLst>
            </a:pP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2000" b="1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,</a:t>
            </a:r>
            <a:r>
              <a:rPr sz="2000" b="1" spc="-5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2000" b="1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Malgun Gothic"/>
                <a:cs typeface="Malgun Gothic"/>
              </a:rPr>
              <a:t>업체,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	Application</a:t>
            </a:r>
            <a:r>
              <a:rPr sz="2000" b="1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사업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파트너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그리고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고객사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간의</a:t>
            </a:r>
            <a:r>
              <a:rPr sz="2000" b="1" spc="-25" dirty="0">
                <a:solidFill>
                  <a:srgbClr val="404040"/>
                </a:solidFill>
                <a:latin typeface="Malgun Gothic"/>
                <a:cs typeface="Malgun Gothic"/>
              </a:rPr>
              <a:t> 관계 </a:t>
            </a:r>
            <a:r>
              <a:rPr sz="2000" b="1" spc="-10" dirty="0">
                <a:solidFill>
                  <a:srgbClr val="244060"/>
                </a:solidFill>
                <a:latin typeface="Malgun Gothic"/>
                <a:cs typeface="Malgun Gothic"/>
              </a:rPr>
              <a:t>agados</a:t>
            </a:r>
            <a:r>
              <a:rPr sz="2000" b="1" dirty="0">
                <a:solidFill>
                  <a:srgbClr val="244060"/>
                </a:solidFill>
                <a:latin typeface="Malgun Gothic"/>
                <a:cs typeface="Malgun Gothic"/>
              </a:rPr>
              <a:t>	Application제작</a:t>
            </a:r>
            <a:r>
              <a:rPr sz="2000" b="1" spc="-75" dirty="0">
                <a:solidFill>
                  <a:srgbClr val="244060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244060"/>
                </a:solidFill>
                <a:latin typeface="Malgun Gothic"/>
                <a:cs typeface="Malgun Gothic"/>
              </a:rPr>
              <a:t>업체</a:t>
            </a:r>
            <a:r>
              <a:rPr sz="2000" b="1" dirty="0">
                <a:solidFill>
                  <a:srgbClr val="244060"/>
                </a:solidFill>
                <a:latin typeface="Malgun Gothic"/>
                <a:cs typeface="Malgun Gothic"/>
              </a:rPr>
              <a:t>	</a:t>
            </a:r>
            <a:r>
              <a:rPr sz="2000" b="1" spc="-10" dirty="0">
                <a:solidFill>
                  <a:srgbClr val="244060"/>
                </a:solidFill>
                <a:latin typeface="Malgun Gothic"/>
                <a:cs typeface="Malgun Gothic"/>
              </a:rPr>
              <a:t>Channels</a:t>
            </a:r>
            <a:endParaRPr sz="2000" dirty="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29080" y="2199639"/>
            <a:ext cx="1691639" cy="3754120"/>
            <a:chOff x="386079" y="2199639"/>
            <a:chExt cx="1691639" cy="3754120"/>
          </a:xfrm>
        </p:grpSpPr>
        <p:sp>
          <p:nvSpPr>
            <p:cNvPr id="7" name="object 7"/>
            <p:cNvSpPr/>
            <p:nvPr/>
          </p:nvSpPr>
          <p:spPr>
            <a:xfrm>
              <a:off x="2009774" y="2204719"/>
              <a:ext cx="62865" cy="3743960"/>
            </a:xfrm>
            <a:custGeom>
              <a:avLst/>
              <a:gdLst/>
              <a:ahLst/>
              <a:cxnLst/>
              <a:rect l="l" t="t" r="r" b="b"/>
              <a:pathLst>
                <a:path w="62864" h="3743960">
                  <a:moveTo>
                    <a:pt x="62864" y="0"/>
                  </a:moveTo>
                  <a:lnTo>
                    <a:pt x="0" y="62864"/>
                  </a:lnTo>
                  <a:lnTo>
                    <a:pt x="0" y="3743959"/>
                  </a:lnTo>
                  <a:lnTo>
                    <a:pt x="62864" y="3681133"/>
                  </a:lnTo>
                  <a:lnTo>
                    <a:pt x="6286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1159" y="2204719"/>
              <a:ext cx="1681480" cy="62865"/>
            </a:xfrm>
            <a:custGeom>
              <a:avLst/>
              <a:gdLst/>
              <a:ahLst/>
              <a:cxnLst/>
              <a:rect l="l" t="t" r="r" b="b"/>
              <a:pathLst>
                <a:path w="1681480" h="62864">
                  <a:moveTo>
                    <a:pt x="1681479" y="0"/>
                  </a:moveTo>
                  <a:lnTo>
                    <a:pt x="62826" y="0"/>
                  </a:lnTo>
                  <a:lnTo>
                    <a:pt x="0" y="62864"/>
                  </a:lnTo>
                  <a:lnTo>
                    <a:pt x="1618615" y="62864"/>
                  </a:lnTo>
                  <a:lnTo>
                    <a:pt x="16814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1159" y="2204719"/>
              <a:ext cx="1681480" cy="3743960"/>
            </a:xfrm>
            <a:custGeom>
              <a:avLst/>
              <a:gdLst/>
              <a:ahLst/>
              <a:cxnLst/>
              <a:rect l="l" t="t" r="r" b="b"/>
              <a:pathLst>
                <a:path w="1681480" h="3743960">
                  <a:moveTo>
                    <a:pt x="0" y="62864"/>
                  </a:moveTo>
                  <a:lnTo>
                    <a:pt x="62826" y="0"/>
                  </a:lnTo>
                  <a:lnTo>
                    <a:pt x="1681479" y="0"/>
                  </a:lnTo>
                  <a:lnTo>
                    <a:pt x="1681479" y="3681133"/>
                  </a:lnTo>
                  <a:lnTo>
                    <a:pt x="1618615" y="3743959"/>
                  </a:lnTo>
                  <a:lnTo>
                    <a:pt x="0" y="3743959"/>
                  </a:lnTo>
                  <a:lnTo>
                    <a:pt x="0" y="62864"/>
                  </a:lnTo>
                  <a:close/>
                </a:path>
                <a:path w="1681480" h="3743960">
                  <a:moveTo>
                    <a:pt x="0" y="62864"/>
                  </a:moveTo>
                  <a:lnTo>
                    <a:pt x="1618615" y="62864"/>
                  </a:lnTo>
                  <a:lnTo>
                    <a:pt x="1681479" y="0"/>
                  </a:lnTo>
                </a:path>
                <a:path w="1681480" h="3743960">
                  <a:moveTo>
                    <a:pt x="1618615" y="62864"/>
                  </a:moveTo>
                  <a:lnTo>
                    <a:pt x="1618615" y="374395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99248" y="3676905"/>
            <a:ext cx="153987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Platform</a:t>
            </a:r>
            <a:r>
              <a:rPr sz="1200" b="1" spc="-4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R&amp;D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Agados</a:t>
            </a:r>
            <a:r>
              <a:rPr sz="1200" b="1" spc="-2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제공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lnSpc>
                <a:spcPts val="1440"/>
              </a:lnSpc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기술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지원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트러블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슈팅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spcBef>
                <a:spcPts val="144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컨설팅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Before/After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840" y="2199639"/>
            <a:ext cx="2438400" cy="3754120"/>
            <a:chOff x="3672840" y="2199639"/>
            <a:chExt cx="2438400" cy="3754120"/>
          </a:xfrm>
        </p:grpSpPr>
        <p:sp>
          <p:nvSpPr>
            <p:cNvPr id="12" name="object 12"/>
            <p:cNvSpPr/>
            <p:nvPr/>
          </p:nvSpPr>
          <p:spPr>
            <a:xfrm>
              <a:off x="3677920" y="2267584"/>
              <a:ext cx="1618615" cy="3066415"/>
            </a:xfrm>
            <a:custGeom>
              <a:avLst/>
              <a:gdLst/>
              <a:ahLst/>
              <a:cxnLst/>
              <a:rect l="l" t="t" r="r" b="b"/>
              <a:pathLst>
                <a:path w="1618614" h="3066415">
                  <a:moveTo>
                    <a:pt x="1618614" y="0"/>
                  </a:moveTo>
                  <a:lnTo>
                    <a:pt x="0" y="0"/>
                  </a:lnTo>
                  <a:lnTo>
                    <a:pt x="0" y="3066415"/>
                  </a:lnTo>
                  <a:lnTo>
                    <a:pt x="1618614" y="3066415"/>
                  </a:lnTo>
                  <a:lnTo>
                    <a:pt x="161861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96535" y="2204719"/>
              <a:ext cx="62865" cy="3129280"/>
            </a:xfrm>
            <a:custGeom>
              <a:avLst/>
              <a:gdLst/>
              <a:ahLst/>
              <a:cxnLst/>
              <a:rect l="l" t="t" r="r" b="b"/>
              <a:pathLst>
                <a:path w="62864" h="3129279">
                  <a:moveTo>
                    <a:pt x="62864" y="0"/>
                  </a:moveTo>
                  <a:lnTo>
                    <a:pt x="0" y="62864"/>
                  </a:lnTo>
                  <a:lnTo>
                    <a:pt x="0" y="3129279"/>
                  </a:lnTo>
                  <a:lnTo>
                    <a:pt x="62864" y="3066415"/>
                  </a:lnTo>
                  <a:lnTo>
                    <a:pt x="62864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77920" y="2204719"/>
              <a:ext cx="1681480" cy="62865"/>
            </a:xfrm>
            <a:custGeom>
              <a:avLst/>
              <a:gdLst/>
              <a:ahLst/>
              <a:cxnLst/>
              <a:rect l="l" t="t" r="r" b="b"/>
              <a:pathLst>
                <a:path w="1681479" h="62864">
                  <a:moveTo>
                    <a:pt x="1681479" y="0"/>
                  </a:moveTo>
                  <a:lnTo>
                    <a:pt x="62864" y="0"/>
                  </a:lnTo>
                  <a:lnTo>
                    <a:pt x="0" y="62864"/>
                  </a:lnTo>
                  <a:lnTo>
                    <a:pt x="1618614" y="62864"/>
                  </a:lnTo>
                  <a:lnTo>
                    <a:pt x="168147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77920" y="2204719"/>
              <a:ext cx="1681480" cy="3129280"/>
            </a:xfrm>
            <a:custGeom>
              <a:avLst/>
              <a:gdLst/>
              <a:ahLst/>
              <a:cxnLst/>
              <a:rect l="l" t="t" r="r" b="b"/>
              <a:pathLst>
                <a:path w="1681479" h="3129279">
                  <a:moveTo>
                    <a:pt x="0" y="62864"/>
                  </a:moveTo>
                  <a:lnTo>
                    <a:pt x="62864" y="0"/>
                  </a:lnTo>
                  <a:lnTo>
                    <a:pt x="1681479" y="0"/>
                  </a:lnTo>
                  <a:lnTo>
                    <a:pt x="1681479" y="3066415"/>
                  </a:lnTo>
                  <a:lnTo>
                    <a:pt x="1618614" y="3129279"/>
                  </a:lnTo>
                  <a:lnTo>
                    <a:pt x="0" y="3129279"/>
                  </a:lnTo>
                  <a:lnTo>
                    <a:pt x="0" y="62864"/>
                  </a:lnTo>
                  <a:close/>
                </a:path>
                <a:path w="1681479" h="3129279">
                  <a:moveTo>
                    <a:pt x="0" y="62864"/>
                  </a:moveTo>
                  <a:lnTo>
                    <a:pt x="1618614" y="62864"/>
                  </a:lnTo>
                  <a:lnTo>
                    <a:pt x="1681479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96535" y="2267584"/>
              <a:ext cx="0" cy="2020570"/>
            </a:xfrm>
            <a:custGeom>
              <a:avLst/>
              <a:gdLst/>
              <a:ahLst/>
              <a:cxnLst/>
              <a:rect l="l" t="t" r="r" b="b"/>
              <a:pathLst>
                <a:path h="2020570">
                  <a:moveTo>
                    <a:pt x="0" y="0"/>
                  </a:moveTo>
                  <a:lnTo>
                    <a:pt x="0" y="2020062"/>
                  </a:lnTo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700" y="4287647"/>
              <a:ext cx="1963420" cy="1661160"/>
            </a:xfrm>
            <a:custGeom>
              <a:avLst/>
              <a:gdLst/>
              <a:ahLst/>
              <a:cxnLst/>
              <a:rect l="l" t="t" r="r" b="b"/>
              <a:pathLst>
                <a:path w="1963420" h="1661160">
                  <a:moveTo>
                    <a:pt x="1963293" y="0"/>
                  </a:moveTo>
                  <a:lnTo>
                    <a:pt x="0" y="0"/>
                  </a:lnTo>
                  <a:lnTo>
                    <a:pt x="0" y="1661033"/>
                  </a:lnTo>
                  <a:lnTo>
                    <a:pt x="1963293" y="1661033"/>
                  </a:lnTo>
                  <a:lnTo>
                    <a:pt x="19632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39993" y="4221479"/>
              <a:ext cx="66675" cy="1727200"/>
            </a:xfrm>
            <a:custGeom>
              <a:avLst/>
              <a:gdLst/>
              <a:ahLst/>
              <a:cxnLst/>
              <a:rect l="l" t="t" r="r" b="b"/>
              <a:pathLst>
                <a:path w="66675" h="1727200">
                  <a:moveTo>
                    <a:pt x="66167" y="0"/>
                  </a:moveTo>
                  <a:lnTo>
                    <a:pt x="0" y="66167"/>
                  </a:lnTo>
                  <a:lnTo>
                    <a:pt x="0" y="1727200"/>
                  </a:lnTo>
                  <a:lnTo>
                    <a:pt x="66167" y="1661071"/>
                  </a:lnTo>
                  <a:lnTo>
                    <a:pt x="6616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76700" y="4221479"/>
              <a:ext cx="2029460" cy="66675"/>
            </a:xfrm>
            <a:custGeom>
              <a:avLst/>
              <a:gdLst/>
              <a:ahLst/>
              <a:cxnLst/>
              <a:rect l="l" t="t" r="r" b="b"/>
              <a:pathLst>
                <a:path w="2029460" h="66675">
                  <a:moveTo>
                    <a:pt x="2029460" y="0"/>
                  </a:moveTo>
                  <a:lnTo>
                    <a:pt x="66166" y="0"/>
                  </a:lnTo>
                  <a:lnTo>
                    <a:pt x="0" y="66167"/>
                  </a:lnTo>
                  <a:lnTo>
                    <a:pt x="1963292" y="66167"/>
                  </a:lnTo>
                  <a:lnTo>
                    <a:pt x="20294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76700" y="4221479"/>
              <a:ext cx="2029460" cy="1727200"/>
            </a:xfrm>
            <a:custGeom>
              <a:avLst/>
              <a:gdLst/>
              <a:ahLst/>
              <a:cxnLst/>
              <a:rect l="l" t="t" r="r" b="b"/>
              <a:pathLst>
                <a:path w="2029460" h="1727200">
                  <a:moveTo>
                    <a:pt x="0" y="66167"/>
                  </a:moveTo>
                  <a:lnTo>
                    <a:pt x="66166" y="0"/>
                  </a:lnTo>
                  <a:lnTo>
                    <a:pt x="2029460" y="0"/>
                  </a:lnTo>
                  <a:lnTo>
                    <a:pt x="2029460" y="1661071"/>
                  </a:lnTo>
                  <a:lnTo>
                    <a:pt x="1963292" y="1727200"/>
                  </a:lnTo>
                  <a:lnTo>
                    <a:pt x="0" y="1727200"/>
                  </a:lnTo>
                  <a:lnTo>
                    <a:pt x="0" y="66167"/>
                  </a:lnTo>
                  <a:close/>
                </a:path>
                <a:path w="2029460" h="1727200">
                  <a:moveTo>
                    <a:pt x="0" y="66167"/>
                  </a:moveTo>
                  <a:lnTo>
                    <a:pt x="1963292" y="66167"/>
                  </a:lnTo>
                  <a:lnTo>
                    <a:pt x="2029460" y="0"/>
                  </a:lnTo>
                </a:path>
                <a:path w="2029460" h="1727200">
                  <a:moveTo>
                    <a:pt x="1963292" y="66167"/>
                  </a:moveTo>
                  <a:lnTo>
                    <a:pt x="1963292" y="172720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90516" y="5368925"/>
            <a:ext cx="1716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컨설팅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2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E36C09"/>
                </a:solidFill>
                <a:latin typeface="Malgun Gothic"/>
                <a:cs typeface="Malgun Gothic"/>
              </a:rPr>
              <a:t>커스터마이징</a:t>
            </a:r>
            <a:r>
              <a:rPr sz="1200" b="1" spc="-3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SVC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18659" y="2415539"/>
            <a:ext cx="1760220" cy="1562100"/>
            <a:chOff x="3375659" y="2415539"/>
            <a:chExt cx="1760220" cy="1562100"/>
          </a:xfrm>
        </p:grpSpPr>
        <p:sp>
          <p:nvSpPr>
            <p:cNvPr id="23" name="object 23"/>
            <p:cNvSpPr/>
            <p:nvPr/>
          </p:nvSpPr>
          <p:spPr>
            <a:xfrm>
              <a:off x="3380739" y="2480055"/>
              <a:ext cx="1691005" cy="1492885"/>
            </a:xfrm>
            <a:custGeom>
              <a:avLst/>
              <a:gdLst/>
              <a:ahLst/>
              <a:cxnLst/>
              <a:rect l="l" t="t" r="r" b="b"/>
              <a:pathLst>
                <a:path w="1691004" h="1492885">
                  <a:moveTo>
                    <a:pt x="1690624" y="0"/>
                  </a:moveTo>
                  <a:lnTo>
                    <a:pt x="0" y="0"/>
                  </a:lnTo>
                  <a:lnTo>
                    <a:pt x="0" y="1492503"/>
                  </a:lnTo>
                  <a:lnTo>
                    <a:pt x="1690624" y="1492503"/>
                  </a:lnTo>
                  <a:lnTo>
                    <a:pt x="16906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71363" y="2420619"/>
              <a:ext cx="59690" cy="1551940"/>
            </a:xfrm>
            <a:custGeom>
              <a:avLst/>
              <a:gdLst/>
              <a:ahLst/>
              <a:cxnLst/>
              <a:rect l="l" t="t" r="r" b="b"/>
              <a:pathLst>
                <a:path w="59689" h="1551939">
                  <a:moveTo>
                    <a:pt x="59436" y="0"/>
                  </a:moveTo>
                  <a:lnTo>
                    <a:pt x="0" y="59435"/>
                  </a:lnTo>
                  <a:lnTo>
                    <a:pt x="0" y="1551939"/>
                  </a:lnTo>
                  <a:lnTo>
                    <a:pt x="59436" y="1492503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80739" y="2420619"/>
              <a:ext cx="1750060" cy="59690"/>
            </a:xfrm>
            <a:custGeom>
              <a:avLst/>
              <a:gdLst/>
              <a:ahLst/>
              <a:cxnLst/>
              <a:rect l="l" t="t" r="r" b="b"/>
              <a:pathLst>
                <a:path w="1750060" h="59689">
                  <a:moveTo>
                    <a:pt x="1750060" y="0"/>
                  </a:moveTo>
                  <a:lnTo>
                    <a:pt x="59436" y="0"/>
                  </a:lnTo>
                  <a:lnTo>
                    <a:pt x="0" y="59435"/>
                  </a:lnTo>
                  <a:lnTo>
                    <a:pt x="1690624" y="59435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0739" y="2420619"/>
              <a:ext cx="1750060" cy="1551940"/>
            </a:xfrm>
            <a:custGeom>
              <a:avLst/>
              <a:gdLst/>
              <a:ahLst/>
              <a:cxnLst/>
              <a:rect l="l" t="t" r="r" b="b"/>
              <a:pathLst>
                <a:path w="1750060" h="1551939">
                  <a:moveTo>
                    <a:pt x="0" y="59435"/>
                  </a:moveTo>
                  <a:lnTo>
                    <a:pt x="59436" y="0"/>
                  </a:lnTo>
                  <a:lnTo>
                    <a:pt x="1750060" y="0"/>
                  </a:lnTo>
                  <a:lnTo>
                    <a:pt x="1750060" y="1492503"/>
                  </a:lnTo>
                  <a:lnTo>
                    <a:pt x="1690624" y="1551939"/>
                  </a:lnTo>
                  <a:lnTo>
                    <a:pt x="0" y="1551939"/>
                  </a:lnTo>
                  <a:lnTo>
                    <a:pt x="0" y="59435"/>
                  </a:lnTo>
                  <a:close/>
                </a:path>
                <a:path w="1750060" h="1551939">
                  <a:moveTo>
                    <a:pt x="0" y="59435"/>
                  </a:moveTo>
                  <a:lnTo>
                    <a:pt x="1690624" y="59435"/>
                  </a:lnTo>
                  <a:lnTo>
                    <a:pt x="1750060" y="0"/>
                  </a:lnTo>
                </a:path>
                <a:path w="1750060" h="1551939">
                  <a:moveTo>
                    <a:pt x="1690624" y="59435"/>
                  </a:moveTo>
                  <a:lnTo>
                    <a:pt x="1690624" y="155193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81221" y="2804477"/>
            <a:ext cx="11118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Biz.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4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R&amp;D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81221" y="2987928"/>
            <a:ext cx="7702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65" dirty="0"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68221"/>
                </a:solidFill>
                <a:latin typeface="Malgun Gothic"/>
                <a:cs typeface="Malgun Gothic"/>
              </a:rPr>
              <a:t>제작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81221" y="3170809"/>
            <a:ext cx="12287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65" dirty="0"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F68221"/>
                </a:solidFill>
                <a:latin typeface="Malgun Gothic"/>
                <a:cs typeface="Malgun Gothic"/>
              </a:rPr>
              <a:t>업그레이드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81221" y="3353815"/>
            <a:ext cx="7702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65" dirty="0"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68221"/>
                </a:solidFill>
                <a:latin typeface="Malgun Gothic"/>
                <a:cs typeface="Malgun Gothic"/>
              </a:rPr>
              <a:t>제공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81221" y="3536695"/>
            <a:ext cx="11283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68221"/>
                </a:solidFill>
                <a:latin typeface="Malgun Gothic"/>
                <a:cs typeface="Malgun Gothic"/>
              </a:rPr>
              <a:t>모델</a:t>
            </a:r>
            <a:r>
              <a:rPr sz="1200" b="1" spc="-35" dirty="0">
                <a:solidFill>
                  <a:srgbClr val="F68221"/>
                </a:solidFill>
                <a:latin typeface="Malgun Gothic"/>
                <a:cs typeface="Malgun Gothic"/>
              </a:rPr>
              <a:t> 관리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81220" y="3719131"/>
            <a:ext cx="6896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50" dirty="0"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F68221"/>
                </a:solidFill>
                <a:latin typeface="Malgun Gothic"/>
                <a:cs typeface="Malgun Gothic"/>
              </a:rPr>
              <a:t>QA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92727" y="2534856"/>
            <a:ext cx="12528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400" b="1" spc="-4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R&amp;D</a:t>
            </a:r>
            <a:r>
              <a:rPr sz="14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파트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90516" y="4293417"/>
            <a:ext cx="1678305" cy="110109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64769">
              <a:spcBef>
                <a:spcPts val="65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사업</a:t>
            </a:r>
            <a:r>
              <a:rPr sz="14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수행</a:t>
            </a:r>
            <a:r>
              <a:rPr sz="1400" b="1" spc="-1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파트</a:t>
            </a:r>
            <a:endParaRPr sz="1400">
              <a:latin typeface="Malgun Gothic"/>
              <a:cs typeface="Malgun Gothic"/>
            </a:endParaRPr>
          </a:p>
          <a:p>
            <a:pPr marL="101600" indent="-88900">
              <a:spcBef>
                <a:spcPts val="475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Sales/</a:t>
            </a:r>
            <a:r>
              <a:rPr sz="1200" b="1" spc="-1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Marketing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Partner</a:t>
            </a:r>
            <a:r>
              <a:rPr sz="1200" b="1" spc="-1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관리</a:t>
            </a:r>
            <a:r>
              <a:rPr sz="1200" b="1" spc="-1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/훈련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Before/After</a:t>
            </a:r>
            <a:r>
              <a:rPr sz="1200" b="1" spc="39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3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기술</a:t>
            </a:r>
            <a:r>
              <a:rPr sz="1200" b="1" spc="-35" dirty="0">
                <a:latin typeface="Malgun Gothic"/>
                <a:cs typeface="Malgun Gothic"/>
              </a:rPr>
              <a:t> 지원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01659" y="2199639"/>
            <a:ext cx="2219960" cy="3754120"/>
            <a:chOff x="7058659" y="2199639"/>
            <a:chExt cx="2219960" cy="3754120"/>
          </a:xfrm>
        </p:grpSpPr>
        <p:sp>
          <p:nvSpPr>
            <p:cNvPr id="36" name="object 36"/>
            <p:cNvSpPr/>
            <p:nvPr/>
          </p:nvSpPr>
          <p:spPr>
            <a:xfrm>
              <a:off x="7063739" y="2267584"/>
              <a:ext cx="1618615" cy="3681095"/>
            </a:xfrm>
            <a:custGeom>
              <a:avLst/>
              <a:gdLst/>
              <a:ahLst/>
              <a:cxnLst/>
              <a:rect l="l" t="t" r="r" b="b"/>
              <a:pathLst>
                <a:path w="1618615" h="3681095">
                  <a:moveTo>
                    <a:pt x="1618615" y="0"/>
                  </a:moveTo>
                  <a:lnTo>
                    <a:pt x="0" y="0"/>
                  </a:lnTo>
                  <a:lnTo>
                    <a:pt x="0" y="3681095"/>
                  </a:lnTo>
                  <a:lnTo>
                    <a:pt x="1618615" y="3681095"/>
                  </a:lnTo>
                  <a:lnTo>
                    <a:pt x="161861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82354" y="2204719"/>
              <a:ext cx="62865" cy="3743960"/>
            </a:xfrm>
            <a:custGeom>
              <a:avLst/>
              <a:gdLst/>
              <a:ahLst/>
              <a:cxnLst/>
              <a:rect l="l" t="t" r="r" b="b"/>
              <a:pathLst>
                <a:path w="62865" h="3743960">
                  <a:moveTo>
                    <a:pt x="62865" y="0"/>
                  </a:moveTo>
                  <a:lnTo>
                    <a:pt x="0" y="62864"/>
                  </a:lnTo>
                  <a:lnTo>
                    <a:pt x="0" y="3743959"/>
                  </a:lnTo>
                  <a:lnTo>
                    <a:pt x="62865" y="3681133"/>
                  </a:lnTo>
                  <a:lnTo>
                    <a:pt x="62865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63739" y="2204719"/>
              <a:ext cx="1681480" cy="62865"/>
            </a:xfrm>
            <a:custGeom>
              <a:avLst/>
              <a:gdLst/>
              <a:ahLst/>
              <a:cxnLst/>
              <a:rect l="l" t="t" r="r" b="b"/>
              <a:pathLst>
                <a:path w="1681479" h="62864">
                  <a:moveTo>
                    <a:pt x="1681479" y="0"/>
                  </a:moveTo>
                  <a:lnTo>
                    <a:pt x="62864" y="0"/>
                  </a:lnTo>
                  <a:lnTo>
                    <a:pt x="0" y="62864"/>
                  </a:lnTo>
                  <a:lnTo>
                    <a:pt x="1618614" y="62864"/>
                  </a:lnTo>
                  <a:lnTo>
                    <a:pt x="1681479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63739" y="2204719"/>
              <a:ext cx="1681480" cy="3743960"/>
            </a:xfrm>
            <a:custGeom>
              <a:avLst/>
              <a:gdLst/>
              <a:ahLst/>
              <a:cxnLst/>
              <a:rect l="l" t="t" r="r" b="b"/>
              <a:pathLst>
                <a:path w="1681479" h="3743960">
                  <a:moveTo>
                    <a:pt x="0" y="62864"/>
                  </a:moveTo>
                  <a:lnTo>
                    <a:pt x="62864" y="0"/>
                  </a:lnTo>
                  <a:lnTo>
                    <a:pt x="1681479" y="0"/>
                  </a:lnTo>
                  <a:lnTo>
                    <a:pt x="1681479" y="3681133"/>
                  </a:lnTo>
                  <a:lnTo>
                    <a:pt x="1618614" y="3743959"/>
                  </a:lnTo>
                  <a:lnTo>
                    <a:pt x="0" y="3743959"/>
                  </a:lnTo>
                  <a:lnTo>
                    <a:pt x="0" y="62864"/>
                  </a:lnTo>
                  <a:close/>
                </a:path>
                <a:path w="1681479" h="3743960">
                  <a:moveTo>
                    <a:pt x="0" y="62864"/>
                  </a:moveTo>
                  <a:lnTo>
                    <a:pt x="1618614" y="62864"/>
                  </a:lnTo>
                  <a:lnTo>
                    <a:pt x="1681479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82354" y="2267584"/>
              <a:ext cx="0" cy="2601595"/>
            </a:xfrm>
            <a:custGeom>
              <a:avLst/>
              <a:gdLst/>
              <a:ahLst/>
              <a:cxnLst/>
              <a:rect l="l" t="t" r="r" b="b"/>
              <a:pathLst>
                <a:path h="2601595">
                  <a:moveTo>
                    <a:pt x="0" y="2124075"/>
                  </a:moveTo>
                  <a:lnTo>
                    <a:pt x="0" y="2601595"/>
                  </a:lnTo>
                </a:path>
                <a:path h="2601595">
                  <a:moveTo>
                    <a:pt x="0" y="0"/>
                  </a:moveTo>
                  <a:lnTo>
                    <a:pt x="0" y="370966"/>
                  </a:lnTo>
                </a:path>
              </a:pathLst>
            </a:custGeom>
            <a:ln w="101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72679" y="5049748"/>
              <a:ext cx="1765300" cy="899160"/>
            </a:xfrm>
            <a:custGeom>
              <a:avLst/>
              <a:gdLst/>
              <a:ahLst/>
              <a:cxnLst/>
              <a:rect l="l" t="t" r="r" b="b"/>
              <a:pathLst>
                <a:path w="1765300" h="899160">
                  <a:moveTo>
                    <a:pt x="1765046" y="0"/>
                  </a:moveTo>
                  <a:lnTo>
                    <a:pt x="0" y="0"/>
                  </a:lnTo>
                  <a:lnTo>
                    <a:pt x="0" y="898931"/>
                  </a:lnTo>
                  <a:lnTo>
                    <a:pt x="1765046" y="898931"/>
                  </a:lnTo>
                  <a:lnTo>
                    <a:pt x="1765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237725" y="5049773"/>
              <a:ext cx="36195" cy="899160"/>
            </a:xfrm>
            <a:custGeom>
              <a:avLst/>
              <a:gdLst/>
              <a:ahLst/>
              <a:cxnLst/>
              <a:rect l="l" t="t" r="r" b="b"/>
              <a:pathLst>
                <a:path w="36195" h="899160">
                  <a:moveTo>
                    <a:pt x="0" y="898906"/>
                  </a:moveTo>
                  <a:lnTo>
                    <a:pt x="35814" y="898906"/>
                  </a:lnTo>
                  <a:lnTo>
                    <a:pt x="35814" y="0"/>
                  </a:lnTo>
                  <a:lnTo>
                    <a:pt x="0" y="0"/>
                  </a:lnTo>
                  <a:lnTo>
                    <a:pt x="0" y="898906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72679" y="5013960"/>
              <a:ext cx="1800860" cy="36195"/>
            </a:xfrm>
            <a:custGeom>
              <a:avLst/>
              <a:gdLst/>
              <a:ahLst/>
              <a:cxnLst/>
              <a:rect l="l" t="t" r="r" b="b"/>
              <a:pathLst>
                <a:path w="1800859" h="36195">
                  <a:moveTo>
                    <a:pt x="1800860" y="0"/>
                  </a:moveTo>
                  <a:lnTo>
                    <a:pt x="35814" y="0"/>
                  </a:lnTo>
                  <a:lnTo>
                    <a:pt x="0" y="35813"/>
                  </a:lnTo>
                  <a:lnTo>
                    <a:pt x="1765046" y="35813"/>
                  </a:lnTo>
                  <a:lnTo>
                    <a:pt x="1800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72679" y="5013960"/>
              <a:ext cx="1800860" cy="934719"/>
            </a:xfrm>
            <a:custGeom>
              <a:avLst/>
              <a:gdLst/>
              <a:ahLst/>
              <a:cxnLst/>
              <a:rect l="l" t="t" r="r" b="b"/>
              <a:pathLst>
                <a:path w="1800859" h="934720">
                  <a:moveTo>
                    <a:pt x="0" y="35813"/>
                  </a:moveTo>
                  <a:lnTo>
                    <a:pt x="35814" y="0"/>
                  </a:lnTo>
                  <a:lnTo>
                    <a:pt x="1800860" y="0"/>
                  </a:lnTo>
                  <a:lnTo>
                    <a:pt x="1800860" y="898931"/>
                  </a:lnTo>
                  <a:lnTo>
                    <a:pt x="1765046" y="934719"/>
                  </a:lnTo>
                  <a:lnTo>
                    <a:pt x="0" y="934719"/>
                  </a:lnTo>
                  <a:lnTo>
                    <a:pt x="0" y="35813"/>
                  </a:lnTo>
                  <a:close/>
                </a:path>
                <a:path w="1800859" h="934720">
                  <a:moveTo>
                    <a:pt x="0" y="35813"/>
                  </a:moveTo>
                  <a:lnTo>
                    <a:pt x="1765046" y="35813"/>
                  </a:lnTo>
                  <a:lnTo>
                    <a:pt x="1800860" y="0"/>
                  </a:lnTo>
                </a:path>
                <a:path w="1800859" h="934720">
                  <a:moveTo>
                    <a:pt x="1765046" y="35813"/>
                  </a:moveTo>
                  <a:lnTo>
                    <a:pt x="1765046" y="93471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89670" y="5153441"/>
            <a:ext cx="1269365" cy="5378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5720">
              <a:spcBef>
                <a:spcPts val="12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400" b="1" spc="-6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E36C09"/>
                </a:solidFill>
                <a:latin typeface="Malgun Gothic"/>
                <a:cs typeface="Malgun Gothic"/>
              </a:rPr>
              <a:t>Customer</a:t>
            </a:r>
            <a:endParaRPr sz="1400">
              <a:latin typeface="Malgun Gothic"/>
              <a:cs typeface="Malgun Gothic"/>
            </a:endParaRPr>
          </a:p>
          <a:p>
            <a:pPr>
              <a:spcBef>
                <a:spcPts val="940"/>
              </a:spcBef>
            </a:pPr>
            <a:r>
              <a:rPr sz="1200" dirty="0">
                <a:latin typeface="Arial"/>
                <a:cs typeface="Arial"/>
              </a:rPr>
              <a:t>•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Using</a:t>
            </a:r>
            <a:r>
              <a:rPr sz="1200" b="1" spc="-2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PKG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468359" y="4864101"/>
            <a:ext cx="1808480" cy="947419"/>
            <a:chOff x="7325359" y="4864100"/>
            <a:chExt cx="1808480" cy="947419"/>
          </a:xfrm>
        </p:grpSpPr>
        <p:sp>
          <p:nvSpPr>
            <p:cNvPr id="47" name="object 47"/>
            <p:cNvSpPr/>
            <p:nvPr/>
          </p:nvSpPr>
          <p:spPr>
            <a:xfrm>
              <a:off x="7330439" y="4905070"/>
              <a:ext cx="1762760" cy="901700"/>
            </a:xfrm>
            <a:custGeom>
              <a:avLst/>
              <a:gdLst/>
              <a:ahLst/>
              <a:cxnLst/>
              <a:rect l="l" t="t" r="r" b="b"/>
              <a:pathLst>
                <a:path w="1762759" h="901700">
                  <a:moveTo>
                    <a:pt x="1762378" y="0"/>
                  </a:moveTo>
                  <a:lnTo>
                    <a:pt x="0" y="0"/>
                  </a:lnTo>
                  <a:lnTo>
                    <a:pt x="0" y="901369"/>
                  </a:lnTo>
                  <a:lnTo>
                    <a:pt x="1762378" y="901369"/>
                  </a:lnTo>
                  <a:lnTo>
                    <a:pt x="17623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092818" y="4905121"/>
              <a:ext cx="36195" cy="901700"/>
            </a:xfrm>
            <a:custGeom>
              <a:avLst/>
              <a:gdLst/>
              <a:ahLst/>
              <a:cxnLst/>
              <a:rect l="l" t="t" r="r" b="b"/>
              <a:pathLst>
                <a:path w="36195" h="901700">
                  <a:moveTo>
                    <a:pt x="0" y="901318"/>
                  </a:moveTo>
                  <a:lnTo>
                    <a:pt x="35940" y="901318"/>
                  </a:lnTo>
                  <a:lnTo>
                    <a:pt x="35940" y="0"/>
                  </a:lnTo>
                  <a:lnTo>
                    <a:pt x="0" y="0"/>
                  </a:lnTo>
                  <a:lnTo>
                    <a:pt x="0" y="901318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30439" y="4869180"/>
              <a:ext cx="1798320" cy="36195"/>
            </a:xfrm>
            <a:custGeom>
              <a:avLst/>
              <a:gdLst/>
              <a:ahLst/>
              <a:cxnLst/>
              <a:rect l="l" t="t" r="r" b="b"/>
              <a:pathLst>
                <a:path w="1798320" h="36195">
                  <a:moveTo>
                    <a:pt x="1798319" y="0"/>
                  </a:moveTo>
                  <a:lnTo>
                    <a:pt x="35940" y="0"/>
                  </a:lnTo>
                  <a:lnTo>
                    <a:pt x="0" y="35941"/>
                  </a:lnTo>
                  <a:lnTo>
                    <a:pt x="1762378" y="35941"/>
                  </a:lnTo>
                  <a:lnTo>
                    <a:pt x="1798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30439" y="4869180"/>
              <a:ext cx="1798320" cy="937260"/>
            </a:xfrm>
            <a:custGeom>
              <a:avLst/>
              <a:gdLst/>
              <a:ahLst/>
              <a:cxnLst/>
              <a:rect l="l" t="t" r="r" b="b"/>
              <a:pathLst>
                <a:path w="1798320" h="937260">
                  <a:moveTo>
                    <a:pt x="0" y="35941"/>
                  </a:moveTo>
                  <a:lnTo>
                    <a:pt x="35940" y="0"/>
                  </a:lnTo>
                  <a:lnTo>
                    <a:pt x="1798319" y="0"/>
                  </a:lnTo>
                  <a:lnTo>
                    <a:pt x="1798319" y="901369"/>
                  </a:lnTo>
                  <a:lnTo>
                    <a:pt x="1762378" y="937260"/>
                  </a:lnTo>
                  <a:lnTo>
                    <a:pt x="0" y="937260"/>
                  </a:lnTo>
                  <a:lnTo>
                    <a:pt x="0" y="35941"/>
                  </a:lnTo>
                  <a:close/>
                </a:path>
                <a:path w="1798320" h="937260">
                  <a:moveTo>
                    <a:pt x="0" y="35941"/>
                  </a:moveTo>
                  <a:lnTo>
                    <a:pt x="1762378" y="35941"/>
                  </a:lnTo>
                  <a:lnTo>
                    <a:pt x="1798319" y="0"/>
                  </a:lnTo>
                </a:path>
                <a:path w="1798320" h="937260">
                  <a:moveTo>
                    <a:pt x="1762378" y="35941"/>
                  </a:moveTo>
                  <a:lnTo>
                    <a:pt x="1762378" y="93726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633206" y="5012054"/>
            <a:ext cx="1137920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19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400" b="1" spc="-6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고객사</a:t>
            </a:r>
            <a:endParaRPr sz="1400">
              <a:latin typeface="Malgun Gothic"/>
              <a:cs typeface="Malgun Gothic"/>
            </a:endParaRPr>
          </a:p>
          <a:p>
            <a:pPr marL="101600" indent="-88900">
              <a:spcBef>
                <a:spcPts val="94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6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사용</a:t>
            </a:r>
            <a:endParaRPr sz="1200">
              <a:latin typeface="Malgun Gothic"/>
              <a:cs typeface="Malgun Gothic"/>
            </a:endParaRPr>
          </a:p>
          <a:p>
            <a:pPr marL="101600" indent="-88900"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직접</a:t>
            </a:r>
            <a:r>
              <a:rPr sz="1200" b="1" spc="-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기능</a:t>
            </a:r>
            <a:r>
              <a:rPr sz="1200" b="1" spc="1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290570" y="2415539"/>
            <a:ext cx="6841490" cy="3006090"/>
            <a:chOff x="2147570" y="2415539"/>
            <a:chExt cx="6841490" cy="3006090"/>
          </a:xfrm>
        </p:grpSpPr>
        <p:sp>
          <p:nvSpPr>
            <p:cNvPr id="53" name="object 53"/>
            <p:cNvSpPr/>
            <p:nvPr/>
          </p:nvSpPr>
          <p:spPr>
            <a:xfrm>
              <a:off x="2147570" y="2862452"/>
              <a:ext cx="5184140" cy="2559050"/>
            </a:xfrm>
            <a:custGeom>
              <a:avLst/>
              <a:gdLst/>
              <a:ahLst/>
              <a:cxnLst/>
              <a:rect l="l" t="t" r="r" b="b"/>
              <a:pathLst>
                <a:path w="5184140" h="2559050">
                  <a:moveTo>
                    <a:pt x="83820" y="50927"/>
                  </a:moveTo>
                  <a:lnTo>
                    <a:pt x="0" y="50927"/>
                  </a:lnTo>
                  <a:lnTo>
                    <a:pt x="0" y="78867"/>
                  </a:lnTo>
                  <a:lnTo>
                    <a:pt x="83820" y="78867"/>
                  </a:lnTo>
                  <a:lnTo>
                    <a:pt x="83820" y="50927"/>
                  </a:lnTo>
                  <a:close/>
                </a:path>
                <a:path w="5184140" h="2559050">
                  <a:moveTo>
                    <a:pt x="195580" y="50927"/>
                  </a:moveTo>
                  <a:lnTo>
                    <a:pt x="111760" y="50927"/>
                  </a:lnTo>
                  <a:lnTo>
                    <a:pt x="111760" y="78867"/>
                  </a:lnTo>
                  <a:lnTo>
                    <a:pt x="195580" y="78867"/>
                  </a:lnTo>
                  <a:lnTo>
                    <a:pt x="195580" y="50927"/>
                  </a:lnTo>
                  <a:close/>
                </a:path>
                <a:path w="5184140" h="2559050">
                  <a:moveTo>
                    <a:pt x="307340" y="50927"/>
                  </a:moveTo>
                  <a:lnTo>
                    <a:pt x="223520" y="50927"/>
                  </a:lnTo>
                  <a:lnTo>
                    <a:pt x="223520" y="78867"/>
                  </a:lnTo>
                  <a:lnTo>
                    <a:pt x="307340" y="78867"/>
                  </a:lnTo>
                  <a:lnTo>
                    <a:pt x="307340" y="50927"/>
                  </a:lnTo>
                  <a:close/>
                </a:path>
                <a:path w="5184140" h="2559050">
                  <a:moveTo>
                    <a:pt x="419100" y="50927"/>
                  </a:moveTo>
                  <a:lnTo>
                    <a:pt x="335280" y="50927"/>
                  </a:lnTo>
                  <a:lnTo>
                    <a:pt x="335280" y="78867"/>
                  </a:lnTo>
                  <a:lnTo>
                    <a:pt x="419100" y="78867"/>
                  </a:lnTo>
                  <a:lnTo>
                    <a:pt x="419100" y="50927"/>
                  </a:lnTo>
                  <a:close/>
                </a:path>
                <a:path w="5184140" h="2559050">
                  <a:moveTo>
                    <a:pt x="530860" y="50927"/>
                  </a:moveTo>
                  <a:lnTo>
                    <a:pt x="447040" y="50927"/>
                  </a:lnTo>
                  <a:lnTo>
                    <a:pt x="447040" y="78867"/>
                  </a:lnTo>
                  <a:lnTo>
                    <a:pt x="530860" y="78867"/>
                  </a:lnTo>
                  <a:lnTo>
                    <a:pt x="530860" y="50927"/>
                  </a:lnTo>
                  <a:close/>
                </a:path>
                <a:path w="5184140" h="2559050">
                  <a:moveTo>
                    <a:pt x="642620" y="50927"/>
                  </a:moveTo>
                  <a:lnTo>
                    <a:pt x="558800" y="50927"/>
                  </a:lnTo>
                  <a:lnTo>
                    <a:pt x="558800" y="78867"/>
                  </a:lnTo>
                  <a:lnTo>
                    <a:pt x="642620" y="78867"/>
                  </a:lnTo>
                  <a:lnTo>
                    <a:pt x="642620" y="50927"/>
                  </a:lnTo>
                  <a:close/>
                </a:path>
                <a:path w="5184140" h="2559050">
                  <a:moveTo>
                    <a:pt x="754380" y="50927"/>
                  </a:moveTo>
                  <a:lnTo>
                    <a:pt x="670560" y="50927"/>
                  </a:lnTo>
                  <a:lnTo>
                    <a:pt x="670560" y="78867"/>
                  </a:lnTo>
                  <a:lnTo>
                    <a:pt x="754380" y="78867"/>
                  </a:lnTo>
                  <a:lnTo>
                    <a:pt x="754380" y="50927"/>
                  </a:lnTo>
                  <a:close/>
                </a:path>
                <a:path w="5184140" h="2559050">
                  <a:moveTo>
                    <a:pt x="866140" y="50927"/>
                  </a:moveTo>
                  <a:lnTo>
                    <a:pt x="782320" y="50927"/>
                  </a:lnTo>
                  <a:lnTo>
                    <a:pt x="782320" y="78867"/>
                  </a:lnTo>
                  <a:lnTo>
                    <a:pt x="866140" y="78867"/>
                  </a:lnTo>
                  <a:lnTo>
                    <a:pt x="866140" y="50927"/>
                  </a:lnTo>
                  <a:close/>
                </a:path>
                <a:path w="5184140" h="2559050">
                  <a:moveTo>
                    <a:pt x="977900" y="50927"/>
                  </a:moveTo>
                  <a:lnTo>
                    <a:pt x="894080" y="50927"/>
                  </a:lnTo>
                  <a:lnTo>
                    <a:pt x="894080" y="78867"/>
                  </a:lnTo>
                  <a:lnTo>
                    <a:pt x="977900" y="78867"/>
                  </a:lnTo>
                  <a:lnTo>
                    <a:pt x="977900" y="50927"/>
                  </a:lnTo>
                  <a:close/>
                </a:path>
                <a:path w="5184140" h="2559050">
                  <a:moveTo>
                    <a:pt x="1089660" y="50927"/>
                  </a:moveTo>
                  <a:lnTo>
                    <a:pt x="1005840" y="50927"/>
                  </a:lnTo>
                  <a:lnTo>
                    <a:pt x="1005840" y="78867"/>
                  </a:lnTo>
                  <a:lnTo>
                    <a:pt x="1089660" y="78867"/>
                  </a:lnTo>
                  <a:lnTo>
                    <a:pt x="1089660" y="50927"/>
                  </a:lnTo>
                  <a:close/>
                </a:path>
                <a:path w="5184140" h="2559050">
                  <a:moveTo>
                    <a:pt x="1223645" y="64897"/>
                  </a:moveTo>
                  <a:lnTo>
                    <a:pt x="1199680" y="50927"/>
                  </a:lnTo>
                  <a:lnTo>
                    <a:pt x="1112393" y="0"/>
                  </a:lnTo>
                  <a:lnTo>
                    <a:pt x="1103871" y="2286"/>
                  </a:lnTo>
                  <a:lnTo>
                    <a:pt x="1099947" y="9017"/>
                  </a:lnTo>
                  <a:lnTo>
                    <a:pt x="1096137" y="15621"/>
                  </a:lnTo>
                  <a:lnTo>
                    <a:pt x="1098296" y="24130"/>
                  </a:lnTo>
                  <a:lnTo>
                    <a:pt x="1144206" y="50927"/>
                  </a:lnTo>
                  <a:lnTo>
                    <a:pt x="1117600" y="50927"/>
                  </a:lnTo>
                  <a:lnTo>
                    <a:pt x="1117600" y="78867"/>
                  </a:lnTo>
                  <a:lnTo>
                    <a:pt x="1144206" y="78867"/>
                  </a:lnTo>
                  <a:lnTo>
                    <a:pt x="1098296" y="105664"/>
                  </a:lnTo>
                  <a:lnTo>
                    <a:pt x="1096137" y="114173"/>
                  </a:lnTo>
                  <a:lnTo>
                    <a:pt x="1099947" y="120777"/>
                  </a:lnTo>
                  <a:lnTo>
                    <a:pt x="1103871" y="127508"/>
                  </a:lnTo>
                  <a:lnTo>
                    <a:pt x="1112393" y="129794"/>
                  </a:lnTo>
                  <a:lnTo>
                    <a:pt x="1199692" y="78867"/>
                  </a:lnTo>
                  <a:lnTo>
                    <a:pt x="1223645" y="64897"/>
                  </a:lnTo>
                  <a:close/>
                </a:path>
                <a:path w="5184140" h="2559050">
                  <a:moveTo>
                    <a:pt x="2317750" y="1152017"/>
                  </a:moveTo>
                  <a:lnTo>
                    <a:pt x="2289810" y="1152017"/>
                  </a:lnTo>
                  <a:lnTo>
                    <a:pt x="2289810" y="1235837"/>
                  </a:lnTo>
                  <a:lnTo>
                    <a:pt x="2317750" y="1235837"/>
                  </a:lnTo>
                  <a:lnTo>
                    <a:pt x="2317750" y="1152017"/>
                  </a:lnTo>
                  <a:close/>
                </a:path>
                <a:path w="5184140" h="2559050">
                  <a:moveTo>
                    <a:pt x="2317750" y="1040257"/>
                  </a:moveTo>
                  <a:lnTo>
                    <a:pt x="2289810" y="1040257"/>
                  </a:lnTo>
                  <a:lnTo>
                    <a:pt x="2289810" y="1124077"/>
                  </a:lnTo>
                  <a:lnTo>
                    <a:pt x="2317750" y="1124077"/>
                  </a:lnTo>
                  <a:lnTo>
                    <a:pt x="2317750" y="1040257"/>
                  </a:lnTo>
                  <a:close/>
                </a:path>
                <a:path w="5184140" h="2559050">
                  <a:moveTo>
                    <a:pt x="2317750" y="928497"/>
                  </a:moveTo>
                  <a:lnTo>
                    <a:pt x="2289810" y="928497"/>
                  </a:lnTo>
                  <a:lnTo>
                    <a:pt x="2289810" y="1012317"/>
                  </a:lnTo>
                  <a:lnTo>
                    <a:pt x="2317750" y="1012317"/>
                  </a:lnTo>
                  <a:lnTo>
                    <a:pt x="2317750" y="928497"/>
                  </a:lnTo>
                  <a:close/>
                </a:path>
                <a:path w="5184140" h="2559050">
                  <a:moveTo>
                    <a:pt x="2368677" y="1249172"/>
                  </a:moveTo>
                  <a:lnTo>
                    <a:pt x="2366391" y="1240663"/>
                  </a:lnTo>
                  <a:lnTo>
                    <a:pt x="2359660" y="1236726"/>
                  </a:lnTo>
                  <a:lnTo>
                    <a:pt x="2353056" y="1232789"/>
                  </a:lnTo>
                  <a:lnTo>
                    <a:pt x="2344547" y="1235075"/>
                  </a:lnTo>
                  <a:lnTo>
                    <a:pt x="2317750" y="1281010"/>
                  </a:lnTo>
                  <a:lnTo>
                    <a:pt x="2317750" y="1263777"/>
                  </a:lnTo>
                  <a:lnTo>
                    <a:pt x="2289810" y="1263777"/>
                  </a:lnTo>
                  <a:lnTo>
                    <a:pt x="2289810" y="1281010"/>
                  </a:lnTo>
                  <a:lnTo>
                    <a:pt x="2263013" y="1235075"/>
                  </a:lnTo>
                  <a:lnTo>
                    <a:pt x="2254504" y="1232789"/>
                  </a:lnTo>
                  <a:lnTo>
                    <a:pt x="2247900" y="1236726"/>
                  </a:lnTo>
                  <a:lnTo>
                    <a:pt x="2241169" y="1240663"/>
                  </a:lnTo>
                  <a:lnTo>
                    <a:pt x="2238883" y="1249172"/>
                  </a:lnTo>
                  <a:lnTo>
                    <a:pt x="2242820" y="1255776"/>
                  </a:lnTo>
                  <a:lnTo>
                    <a:pt x="2303780" y="1360297"/>
                  </a:lnTo>
                  <a:lnTo>
                    <a:pt x="2319921" y="1332611"/>
                  </a:lnTo>
                  <a:lnTo>
                    <a:pt x="2364740" y="1255776"/>
                  </a:lnTo>
                  <a:lnTo>
                    <a:pt x="2368677" y="1249172"/>
                  </a:lnTo>
                  <a:close/>
                </a:path>
                <a:path w="5184140" h="2559050">
                  <a:moveTo>
                    <a:pt x="4087241" y="2141601"/>
                  </a:moveTo>
                  <a:lnTo>
                    <a:pt x="4083431" y="2134997"/>
                  </a:lnTo>
                  <a:lnTo>
                    <a:pt x="4079494" y="2128266"/>
                  </a:lnTo>
                  <a:lnTo>
                    <a:pt x="4070985" y="2125980"/>
                  </a:lnTo>
                  <a:lnTo>
                    <a:pt x="3959733" y="2190877"/>
                  </a:lnTo>
                  <a:lnTo>
                    <a:pt x="3960495" y="2191321"/>
                  </a:lnTo>
                  <a:lnTo>
                    <a:pt x="3959733" y="2191766"/>
                  </a:lnTo>
                  <a:lnTo>
                    <a:pt x="4064254" y="2252726"/>
                  </a:lnTo>
                  <a:lnTo>
                    <a:pt x="4070985" y="2256536"/>
                  </a:lnTo>
                  <a:lnTo>
                    <a:pt x="4079494" y="2254377"/>
                  </a:lnTo>
                  <a:lnTo>
                    <a:pt x="4083431" y="2247646"/>
                  </a:lnTo>
                  <a:lnTo>
                    <a:pt x="4087241" y="2241042"/>
                  </a:lnTo>
                  <a:lnTo>
                    <a:pt x="4087076" y="2240432"/>
                  </a:lnTo>
                  <a:lnTo>
                    <a:pt x="4087241" y="2240153"/>
                  </a:lnTo>
                  <a:lnTo>
                    <a:pt x="4085082" y="2231644"/>
                  </a:lnTo>
                  <a:lnTo>
                    <a:pt x="4040657" y="2205736"/>
                  </a:lnTo>
                  <a:lnTo>
                    <a:pt x="4071366" y="2205736"/>
                  </a:lnTo>
                  <a:lnTo>
                    <a:pt x="4071366" y="2204847"/>
                  </a:lnTo>
                  <a:lnTo>
                    <a:pt x="4071366" y="2177796"/>
                  </a:lnTo>
                  <a:lnTo>
                    <a:pt x="4071366" y="2176907"/>
                  </a:lnTo>
                  <a:lnTo>
                    <a:pt x="4040657" y="2176907"/>
                  </a:lnTo>
                  <a:lnTo>
                    <a:pt x="4085082" y="2150999"/>
                  </a:lnTo>
                  <a:lnTo>
                    <a:pt x="4087241" y="2142490"/>
                  </a:lnTo>
                  <a:lnTo>
                    <a:pt x="4087076" y="2142223"/>
                  </a:lnTo>
                  <a:lnTo>
                    <a:pt x="4087241" y="2141601"/>
                  </a:lnTo>
                  <a:close/>
                </a:path>
                <a:path w="5184140" h="2559050">
                  <a:moveTo>
                    <a:pt x="4183126" y="2176907"/>
                  </a:moveTo>
                  <a:lnTo>
                    <a:pt x="4099306" y="2176907"/>
                  </a:lnTo>
                  <a:lnTo>
                    <a:pt x="4099306" y="2177796"/>
                  </a:lnTo>
                  <a:lnTo>
                    <a:pt x="4099306" y="2204847"/>
                  </a:lnTo>
                  <a:lnTo>
                    <a:pt x="4099306" y="2205736"/>
                  </a:lnTo>
                  <a:lnTo>
                    <a:pt x="4183126" y="2205736"/>
                  </a:lnTo>
                  <a:lnTo>
                    <a:pt x="4183126" y="2204847"/>
                  </a:lnTo>
                  <a:lnTo>
                    <a:pt x="4183126" y="2177796"/>
                  </a:lnTo>
                  <a:lnTo>
                    <a:pt x="4183126" y="2176907"/>
                  </a:lnTo>
                  <a:close/>
                </a:path>
                <a:path w="5184140" h="2559050">
                  <a:moveTo>
                    <a:pt x="4261866" y="2033016"/>
                  </a:moveTo>
                  <a:lnTo>
                    <a:pt x="4233926" y="2033016"/>
                  </a:lnTo>
                  <a:lnTo>
                    <a:pt x="4233926" y="2116836"/>
                  </a:lnTo>
                  <a:lnTo>
                    <a:pt x="4261866" y="2116836"/>
                  </a:lnTo>
                  <a:lnTo>
                    <a:pt x="4261866" y="2033016"/>
                  </a:lnTo>
                  <a:close/>
                </a:path>
                <a:path w="5184140" h="2559050">
                  <a:moveTo>
                    <a:pt x="4261866" y="1921256"/>
                  </a:moveTo>
                  <a:lnTo>
                    <a:pt x="4233926" y="1921256"/>
                  </a:lnTo>
                  <a:lnTo>
                    <a:pt x="4233926" y="2005076"/>
                  </a:lnTo>
                  <a:lnTo>
                    <a:pt x="4261866" y="2005076"/>
                  </a:lnTo>
                  <a:lnTo>
                    <a:pt x="4261866" y="1921256"/>
                  </a:lnTo>
                  <a:close/>
                </a:path>
                <a:path w="5184140" h="2559050">
                  <a:moveTo>
                    <a:pt x="4261866" y="1809496"/>
                  </a:moveTo>
                  <a:lnTo>
                    <a:pt x="4233926" y="1809496"/>
                  </a:lnTo>
                  <a:lnTo>
                    <a:pt x="4233926" y="1893316"/>
                  </a:lnTo>
                  <a:lnTo>
                    <a:pt x="4261866" y="1893316"/>
                  </a:lnTo>
                  <a:lnTo>
                    <a:pt x="4261866" y="1809496"/>
                  </a:lnTo>
                  <a:close/>
                </a:path>
                <a:path w="5184140" h="2559050">
                  <a:moveTo>
                    <a:pt x="4261866" y="1697736"/>
                  </a:moveTo>
                  <a:lnTo>
                    <a:pt x="4233926" y="1697736"/>
                  </a:lnTo>
                  <a:lnTo>
                    <a:pt x="4233926" y="1781556"/>
                  </a:lnTo>
                  <a:lnTo>
                    <a:pt x="4261866" y="1781556"/>
                  </a:lnTo>
                  <a:lnTo>
                    <a:pt x="4261866" y="1697736"/>
                  </a:lnTo>
                  <a:close/>
                </a:path>
                <a:path w="5184140" h="2559050">
                  <a:moveTo>
                    <a:pt x="4261866" y="1585976"/>
                  </a:moveTo>
                  <a:lnTo>
                    <a:pt x="4233926" y="1585976"/>
                  </a:lnTo>
                  <a:lnTo>
                    <a:pt x="4233926" y="1669796"/>
                  </a:lnTo>
                  <a:lnTo>
                    <a:pt x="4261866" y="1669796"/>
                  </a:lnTo>
                  <a:lnTo>
                    <a:pt x="4261866" y="1585976"/>
                  </a:lnTo>
                  <a:close/>
                </a:path>
                <a:path w="5184140" h="2559050">
                  <a:moveTo>
                    <a:pt x="4261866" y="1474216"/>
                  </a:moveTo>
                  <a:lnTo>
                    <a:pt x="4233926" y="1474216"/>
                  </a:lnTo>
                  <a:lnTo>
                    <a:pt x="4233926" y="1558036"/>
                  </a:lnTo>
                  <a:lnTo>
                    <a:pt x="4261866" y="1558036"/>
                  </a:lnTo>
                  <a:lnTo>
                    <a:pt x="4261866" y="1474216"/>
                  </a:lnTo>
                  <a:close/>
                </a:path>
                <a:path w="5184140" h="2559050">
                  <a:moveTo>
                    <a:pt x="4261866" y="1362456"/>
                  </a:moveTo>
                  <a:lnTo>
                    <a:pt x="4233926" y="1362456"/>
                  </a:lnTo>
                  <a:lnTo>
                    <a:pt x="4233926" y="1446276"/>
                  </a:lnTo>
                  <a:lnTo>
                    <a:pt x="4261866" y="1446276"/>
                  </a:lnTo>
                  <a:lnTo>
                    <a:pt x="4261866" y="1362456"/>
                  </a:lnTo>
                  <a:close/>
                </a:path>
                <a:path w="5184140" h="2559050">
                  <a:moveTo>
                    <a:pt x="4261866" y="1250696"/>
                  </a:moveTo>
                  <a:lnTo>
                    <a:pt x="4233926" y="1250696"/>
                  </a:lnTo>
                  <a:lnTo>
                    <a:pt x="4233926" y="1334516"/>
                  </a:lnTo>
                  <a:lnTo>
                    <a:pt x="4261866" y="1334516"/>
                  </a:lnTo>
                  <a:lnTo>
                    <a:pt x="4261866" y="1250696"/>
                  </a:lnTo>
                  <a:close/>
                </a:path>
                <a:path w="5184140" h="2559050">
                  <a:moveTo>
                    <a:pt x="4261866" y="1138936"/>
                  </a:moveTo>
                  <a:lnTo>
                    <a:pt x="4233926" y="1138936"/>
                  </a:lnTo>
                  <a:lnTo>
                    <a:pt x="4233926" y="1222756"/>
                  </a:lnTo>
                  <a:lnTo>
                    <a:pt x="4261866" y="1222756"/>
                  </a:lnTo>
                  <a:lnTo>
                    <a:pt x="4261866" y="1138936"/>
                  </a:lnTo>
                  <a:close/>
                </a:path>
                <a:path w="5184140" h="2559050">
                  <a:moveTo>
                    <a:pt x="4261866" y="1027176"/>
                  </a:moveTo>
                  <a:lnTo>
                    <a:pt x="4233926" y="1027176"/>
                  </a:lnTo>
                  <a:lnTo>
                    <a:pt x="4233926" y="1110996"/>
                  </a:lnTo>
                  <a:lnTo>
                    <a:pt x="4261866" y="1110996"/>
                  </a:lnTo>
                  <a:lnTo>
                    <a:pt x="4261866" y="1027176"/>
                  </a:lnTo>
                  <a:close/>
                </a:path>
                <a:path w="5184140" h="2559050">
                  <a:moveTo>
                    <a:pt x="4261866" y="915416"/>
                  </a:moveTo>
                  <a:lnTo>
                    <a:pt x="4233926" y="915416"/>
                  </a:lnTo>
                  <a:lnTo>
                    <a:pt x="4233926" y="999236"/>
                  </a:lnTo>
                  <a:lnTo>
                    <a:pt x="4261866" y="999236"/>
                  </a:lnTo>
                  <a:lnTo>
                    <a:pt x="4261866" y="915416"/>
                  </a:lnTo>
                  <a:close/>
                </a:path>
                <a:path w="5184140" h="2559050">
                  <a:moveTo>
                    <a:pt x="4261866" y="803656"/>
                  </a:moveTo>
                  <a:lnTo>
                    <a:pt x="4233926" y="803656"/>
                  </a:lnTo>
                  <a:lnTo>
                    <a:pt x="4233926" y="887476"/>
                  </a:lnTo>
                  <a:lnTo>
                    <a:pt x="4261866" y="887476"/>
                  </a:lnTo>
                  <a:lnTo>
                    <a:pt x="4261866" y="803656"/>
                  </a:lnTo>
                  <a:close/>
                </a:path>
                <a:path w="5184140" h="2559050">
                  <a:moveTo>
                    <a:pt x="4261866" y="691896"/>
                  </a:moveTo>
                  <a:lnTo>
                    <a:pt x="4233926" y="691896"/>
                  </a:lnTo>
                  <a:lnTo>
                    <a:pt x="4233926" y="775716"/>
                  </a:lnTo>
                  <a:lnTo>
                    <a:pt x="4261866" y="775716"/>
                  </a:lnTo>
                  <a:lnTo>
                    <a:pt x="4261866" y="691896"/>
                  </a:lnTo>
                  <a:close/>
                </a:path>
                <a:path w="5184140" h="2559050">
                  <a:moveTo>
                    <a:pt x="4261866" y="580136"/>
                  </a:moveTo>
                  <a:lnTo>
                    <a:pt x="4233926" y="580136"/>
                  </a:lnTo>
                  <a:lnTo>
                    <a:pt x="4233926" y="663956"/>
                  </a:lnTo>
                  <a:lnTo>
                    <a:pt x="4261866" y="663956"/>
                  </a:lnTo>
                  <a:lnTo>
                    <a:pt x="4261866" y="580136"/>
                  </a:lnTo>
                  <a:close/>
                </a:path>
                <a:path w="5184140" h="2559050">
                  <a:moveTo>
                    <a:pt x="4261866" y="468376"/>
                  </a:moveTo>
                  <a:lnTo>
                    <a:pt x="4233926" y="468376"/>
                  </a:lnTo>
                  <a:lnTo>
                    <a:pt x="4233926" y="552196"/>
                  </a:lnTo>
                  <a:lnTo>
                    <a:pt x="4261866" y="552196"/>
                  </a:lnTo>
                  <a:lnTo>
                    <a:pt x="4261866" y="468376"/>
                  </a:lnTo>
                  <a:close/>
                </a:path>
                <a:path w="5184140" h="2559050">
                  <a:moveTo>
                    <a:pt x="4294886" y="2176907"/>
                  </a:moveTo>
                  <a:lnTo>
                    <a:pt x="4261866" y="2176907"/>
                  </a:lnTo>
                  <a:lnTo>
                    <a:pt x="4261866" y="2144776"/>
                  </a:lnTo>
                  <a:lnTo>
                    <a:pt x="4233926" y="2144776"/>
                  </a:lnTo>
                  <a:lnTo>
                    <a:pt x="4233926" y="2176907"/>
                  </a:lnTo>
                  <a:lnTo>
                    <a:pt x="4211066" y="2176907"/>
                  </a:lnTo>
                  <a:lnTo>
                    <a:pt x="4211066" y="2177796"/>
                  </a:lnTo>
                  <a:lnTo>
                    <a:pt x="4211066" y="2204847"/>
                  </a:lnTo>
                  <a:lnTo>
                    <a:pt x="4211066" y="2205736"/>
                  </a:lnTo>
                  <a:lnTo>
                    <a:pt x="4255643" y="2205736"/>
                  </a:lnTo>
                  <a:lnTo>
                    <a:pt x="4256506" y="2204847"/>
                  </a:lnTo>
                  <a:lnTo>
                    <a:pt x="4294886" y="2204847"/>
                  </a:lnTo>
                  <a:lnTo>
                    <a:pt x="4294886" y="2176907"/>
                  </a:lnTo>
                  <a:close/>
                </a:path>
                <a:path w="5184140" h="2559050">
                  <a:moveTo>
                    <a:pt x="4311777" y="406527"/>
                  </a:moveTo>
                  <a:lnTo>
                    <a:pt x="4240149" y="406527"/>
                  </a:lnTo>
                  <a:lnTo>
                    <a:pt x="4233926" y="412750"/>
                  </a:lnTo>
                  <a:lnTo>
                    <a:pt x="4233926" y="440436"/>
                  </a:lnTo>
                  <a:lnTo>
                    <a:pt x="4261866" y="440436"/>
                  </a:lnTo>
                  <a:lnTo>
                    <a:pt x="4261866" y="434467"/>
                  </a:lnTo>
                  <a:lnTo>
                    <a:pt x="4311777" y="434467"/>
                  </a:lnTo>
                  <a:lnTo>
                    <a:pt x="4311777" y="420497"/>
                  </a:lnTo>
                  <a:lnTo>
                    <a:pt x="4311777" y="406527"/>
                  </a:lnTo>
                  <a:close/>
                </a:path>
                <a:path w="5184140" h="2559050">
                  <a:moveTo>
                    <a:pt x="4406646" y="2176907"/>
                  </a:moveTo>
                  <a:lnTo>
                    <a:pt x="4322826" y="2176907"/>
                  </a:lnTo>
                  <a:lnTo>
                    <a:pt x="4322826" y="2204847"/>
                  </a:lnTo>
                  <a:lnTo>
                    <a:pt x="4406646" y="2204847"/>
                  </a:lnTo>
                  <a:lnTo>
                    <a:pt x="4406646" y="2176907"/>
                  </a:lnTo>
                  <a:close/>
                </a:path>
                <a:path w="5184140" h="2559050">
                  <a:moveTo>
                    <a:pt x="4423524" y="406527"/>
                  </a:moveTo>
                  <a:lnTo>
                    <a:pt x="4339717" y="406527"/>
                  </a:lnTo>
                  <a:lnTo>
                    <a:pt x="4339717" y="434467"/>
                  </a:lnTo>
                  <a:lnTo>
                    <a:pt x="4423524" y="434467"/>
                  </a:lnTo>
                  <a:lnTo>
                    <a:pt x="4423524" y="406527"/>
                  </a:lnTo>
                  <a:close/>
                </a:path>
                <a:path w="5184140" h="2559050">
                  <a:moveTo>
                    <a:pt x="4518406" y="2176907"/>
                  </a:moveTo>
                  <a:lnTo>
                    <a:pt x="4434586" y="2176907"/>
                  </a:lnTo>
                  <a:lnTo>
                    <a:pt x="4434586" y="2204847"/>
                  </a:lnTo>
                  <a:lnTo>
                    <a:pt x="4518406" y="2204847"/>
                  </a:lnTo>
                  <a:lnTo>
                    <a:pt x="4518406" y="2176907"/>
                  </a:lnTo>
                  <a:close/>
                </a:path>
                <a:path w="5184140" h="2559050">
                  <a:moveTo>
                    <a:pt x="4535932" y="420497"/>
                  </a:moveTo>
                  <a:lnTo>
                    <a:pt x="4512005" y="406527"/>
                  </a:lnTo>
                  <a:lnTo>
                    <a:pt x="4424807" y="355600"/>
                  </a:lnTo>
                  <a:lnTo>
                    <a:pt x="4416298" y="357886"/>
                  </a:lnTo>
                  <a:lnTo>
                    <a:pt x="4412361" y="364617"/>
                  </a:lnTo>
                  <a:lnTo>
                    <a:pt x="4408424" y="371221"/>
                  </a:lnTo>
                  <a:lnTo>
                    <a:pt x="4410710" y="379730"/>
                  </a:lnTo>
                  <a:lnTo>
                    <a:pt x="4456620" y="406527"/>
                  </a:lnTo>
                  <a:lnTo>
                    <a:pt x="4451477" y="406527"/>
                  </a:lnTo>
                  <a:lnTo>
                    <a:pt x="4451477" y="434467"/>
                  </a:lnTo>
                  <a:lnTo>
                    <a:pt x="4456620" y="434467"/>
                  </a:lnTo>
                  <a:lnTo>
                    <a:pt x="4410710" y="461264"/>
                  </a:lnTo>
                  <a:lnTo>
                    <a:pt x="4408424" y="469773"/>
                  </a:lnTo>
                  <a:lnTo>
                    <a:pt x="4412361" y="476377"/>
                  </a:lnTo>
                  <a:lnTo>
                    <a:pt x="4416298" y="483108"/>
                  </a:lnTo>
                  <a:lnTo>
                    <a:pt x="4424807" y="485394"/>
                  </a:lnTo>
                  <a:lnTo>
                    <a:pt x="4512005" y="434467"/>
                  </a:lnTo>
                  <a:lnTo>
                    <a:pt x="4535932" y="420497"/>
                  </a:lnTo>
                  <a:close/>
                </a:path>
                <a:path w="5184140" h="2559050">
                  <a:moveTo>
                    <a:pt x="4585843" y="2388743"/>
                  </a:moveTo>
                  <a:lnTo>
                    <a:pt x="4557903" y="2388743"/>
                  </a:lnTo>
                  <a:lnTo>
                    <a:pt x="4557903" y="2472563"/>
                  </a:lnTo>
                  <a:lnTo>
                    <a:pt x="4585843" y="2472563"/>
                  </a:lnTo>
                  <a:lnTo>
                    <a:pt x="4585843" y="2388743"/>
                  </a:lnTo>
                  <a:close/>
                </a:path>
                <a:path w="5184140" h="2559050">
                  <a:moveTo>
                    <a:pt x="4585843" y="2276983"/>
                  </a:moveTo>
                  <a:lnTo>
                    <a:pt x="4557903" y="2276983"/>
                  </a:lnTo>
                  <a:lnTo>
                    <a:pt x="4557903" y="2360803"/>
                  </a:lnTo>
                  <a:lnTo>
                    <a:pt x="4585843" y="2360803"/>
                  </a:lnTo>
                  <a:lnTo>
                    <a:pt x="4585843" y="2276983"/>
                  </a:lnTo>
                  <a:close/>
                </a:path>
                <a:path w="5184140" h="2559050">
                  <a:moveTo>
                    <a:pt x="4585843" y="2183130"/>
                  </a:moveTo>
                  <a:lnTo>
                    <a:pt x="4579620" y="2176907"/>
                  </a:lnTo>
                  <a:lnTo>
                    <a:pt x="4546346" y="2176907"/>
                  </a:lnTo>
                  <a:lnTo>
                    <a:pt x="4546346" y="2204847"/>
                  </a:lnTo>
                  <a:lnTo>
                    <a:pt x="4557903" y="2204847"/>
                  </a:lnTo>
                  <a:lnTo>
                    <a:pt x="4557903" y="2249043"/>
                  </a:lnTo>
                  <a:lnTo>
                    <a:pt x="4585843" y="2249043"/>
                  </a:lnTo>
                  <a:lnTo>
                    <a:pt x="4585843" y="2204847"/>
                  </a:lnTo>
                  <a:lnTo>
                    <a:pt x="4585843" y="2190877"/>
                  </a:lnTo>
                  <a:lnTo>
                    <a:pt x="4585843" y="2183130"/>
                  </a:lnTo>
                  <a:close/>
                </a:path>
                <a:path w="5184140" h="2559050">
                  <a:moveTo>
                    <a:pt x="4662424" y="2479929"/>
                  </a:moveTo>
                  <a:lnTo>
                    <a:pt x="4578604" y="2479929"/>
                  </a:lnTo>
                  <a:lnTo>
                    <a:pt x="4578604" y="2507869"/>
                  </a:lnTo>
                  <a:lnTo>
                    <a:pt x="4662424" y="2507869"/>
                  </a:lnTo>
                  <a:lnTo>
                    <a:pt x="4662424" y="2479929"/>
                  </a:lnTo>
                  <a:close/>
                </a:path>
                <a:path w="5184140" h="2559050">
                  <a:moveTo>
                    <a:pt x="4774184" y="2479929"/>
                  </a:moveTo>
                  <a:lnTo>
                    <a:pt x="4690364" y="2479929"/>
                  </a:lnTo>
                  <a:lnTo>
                    <a:pt x="4690364" y="2507869"/>
                  </a:lnTo>
                  <a:lnTo>
                    <a:pt x="4774184" y="2507869"/>
                  </a:lnTo>
                  <a:lnTo>
                    <a:pt x="4774184" y="2479929"/>
                  </a:lnTo>
                  <a:close/>
                </a:path>
                <a:path w="5184140" h="2559050">
                  <a:moveTo>
                    <a:pt x="4885944" y="2479929"/>
                  </a:moveTo>
                  <a:lnTo>
                    <a:pt x="4802124" y="2479929"/>
                  </a:lnTo>
                  <a:lnTo>
                    <a:pt x="4802124" y="2507869"/>
                  </a:lnTo>
                  <a:lnTo>
                    <a:pt x="4885944" y="2507869"/>
                  </a:lnTo>
                  <a:lnTo>
                    <a:pt x="4885944" y="2479929"/>
                  </a:lnTo>
                  <a:close/>
                </a:path>
                <a:path w="5184140" h="2559050">
                  <a:moveTo>
                    <a:pt x="4997704" y="2479929"/>
                  </a:moveTo>
                  <a:lnTo>
                    <a:pt x="4913884" y="2479929"/>
                  </a:lnTo>
                  <a:lnTo>
                    <a:pt x="4913884" y="2507869"/>
                  </a:lnTo>
                  <a:lnTo>
                    <a:pt x="4997704" y="2507869"/>
                  </a:lnTo>
                  <a:lnTo>
                    <a:pt x="4997704" y="2479929"/>
                  </a:lnTo>
                  <a:close/>
                </a:path>
                <a:path w="5184140" h="2559050">
                  <a:moveTo>
                    <a:pt x="5184000" y="2493911"/>
                  </a:moveTo>
                  <a:lnTo>
                    <a:pt x="5160048" y="2479929"/>
                  </a:lnTo>
                  <a:lnTo>
                    <a:pt x="5072888" y="2429129"/>
                  </a:lnTo>
                  <a:lnTo>
                    <a:pt x="5064379" y="2431288"/>
                  </a:lnTo>
                  <a:lnTo>
                    <a:pt x="5060442" y="2438019"/>
                  </a:lnTo>
                  <a:lnTo>
                    <a:pt x="5056505" y="2444623"/>
                  </a:lnTo>
                  <a:lnTo>
                    <a:pt x="5058791" y="2453259"/>
                  </a:lnTo>
                  <a:lnTo>
                    <a:pt x="5065522" y="2457069"/>
                  </a:lnTo>
                  <a:lnTo>
                    <a:pt x="5104689" y="2479929"/>
                  </a:lnTo>
                  <a:lnTo>
                    <a:pt x="5025644" y="2479929"/>
                  </a:lnTo>
                  <a:lnTo>
                    <a:pt x="5025644" y="2507869"/>
                  </a:lnTo>
                  <a:lnTo>
                    <a:pt x="5104714" y="2507869"/>
                  </a:lnTo>
                  <a:lnTo>
                    <a:pt x="5109464" y="2505113"/>
                  </a:lnTo>
                  <a:lnTo>
                    <a:pt x="5109464" y="2482710"/>
                  </a:lnTo>
                  <a:lnTo>
                    <a:pt x="5128653" y="2493911"/>
                  </a:lnTo>
                  <a:lnTo>
                    <a:pt x="5109464" y="2505113"/>
                  </a:lnTo>
                  <a:lnTo>
                    <a:pt x="5058791" y="2534666"/>
                  </a:lnTo>
                  <a:lnTo>
                    <a:pt x="5056505" y="2543175"/>
                  </a:lnTo>
                  <a:lnTo>
                    <a:pt x="5060442" y="2549906"/>
                  </a:lnTo>
                  <a:lnTo>
                    <a:pt x="5064379" y="2556510"/>
                  </a:lnTo>
                  <a:lnTo>
                    <a:pt x="5072888" y="2558796"/>
                  </a:lnTo>
                  <a:lnTo>
                    <a:pt x="5079492" y="2554859"/>
                  </a:lnTo>
                  <a:lnTo>
                    <a:pt x="5160048" y="2507869"/>
                  </a:lnTo>
                  <a:lnTo>
                    <a:pt x="5184000" y="2493911"/>
                  </a:lnTo>
                  <a:close/>
                </a:path>
              </a:pathLst>
            </a:custGeom>
            <a:solidFill>
              <a:srgbClr val="F682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44593" y="3790822"/>
              <a:ext cx="130175" cy="432434"/>
            </a:xfrm>
            <a:custGeom>
              <a:avLst/>
              <a:gdLst/>
              <a:ahLst/>
              <a:cxnLst/>
              <a:rect l="l" t="t" r="r" b="b"/>
              <a:pathLst>
                <a:path w="130175" h="432435">
                  <a:moveTo>
                    <a:pt x="64897" y="0"/>
                  </a:moveTo>
                  <a:lnTo>
                    <a:pt x="0" y="111251"/>
                  </a:lnTo>
                  <a:lnTo>
                    <a:pt x="2286" y="119760"/>
                  </a:lnTo>
                  <a:lnTo>
                    <a:pt x="15621" y="127507"/>
                  </a:lnTo>
                  <a:lnTo>
                    <a:pt x="24130" y="125349"/>
                  </a:lnTo>
                  <a:lnTo>
                    <a:pt x="50927" y="79420"/>
                  </a:lnTo>
                  <a:lnTo>
                    <a:pt x="50927" y="27812"/>
                  </a:lnTo>
                  <a:lnTo>
                    <a:pt x="81121" y="27812"/>
                  </a:lnTo>
                  <a:lnTo>
                    <a:pt x="64897" y="0"/>
                  </a:lnTo>
                  <a:close/>
                </a:path>
                <a:path w="130175" h="432435">
                  <a:moveTo>
                    <a:pt x="81121" y="27812"/>
                  </a:moveTo>
                  <a:lnTo>
                    <a:pt x="78867" y="27812"/>
                  </a:lnTo>
                  <a:lnTo>
                    <a:pt x="78867" y="79420"/>
                  </a:lnTo>
                  <a:lnTo>
                    <a:pt x="105664" y="125349"/>
                  </a:lnTo>
                  <a:lnTo>
                    <a:pt x="114173" y="127507"/>
                  </a:lnTo>
                  <a:lnTo>
                    <a:pt x="127508" y="119760"/>
                  </a:lnTo>
                  <a:lnTo>
                    <a:pt x="129691" y="111632"/>
                  </a:lnTo>
                  <a:lnTo>
                    <a:pt x="129794" y="111251"/>
                  </a:lnTo>
                  <a:lnTo>
                    <a:pt x="81121" y="27812"/>
                  </a:lnTo>
                  <a:close/>
                </a:path>
                <a:path w="130175" h="432435">
                  <a:moveTo>
                    <a:pt x="64897" y="55476"/>
                  </a:moveTo>
                  <a:lnTo>
                    <a:pt x="50927" y="79420"/>
                  </a:lnTo>
                  <a:lnTo>
                    <a:pt x="50927" y="111632"/>
                  </a:lnTo>
                  <a:lnTo>
                    <a:pt x="78867" y="111632"/>
                  </a:lnTo>
                  <a:lnTo>
                    <a:pt x="78867" y="79420"/>
                  </a:lnTo>
                  <a:lnTo>
                    <a:pt x="64897" y="55476"/>
                  </a:lnTo>
                  <a:close/>
                </a:path>
                <a:path w="130175" h="432435">
                  <a:moveTo>
                    <a:pt x="78867" y="27812"/>
                  </a:moveTo>
                  <a:lnTo>
                    <a:pt x="50927" y="27812"/>
                  </a:lnTo>
                  <a:lnTo>
                    <a:pt x="50927" y="79420"/>
                  </a:lnTo>
                  <a:lnTo>
                    <a:pt x="64897" y="55476"/>
                  </a:lnTo>
                  <a:lnTo>
                    <a:pt x="52832" y="34797"/>
                  </a:lnTo>
                  <a:lnTo>
                    <a:pt x="78867" y="34797"/>
                  </a:lnTo>
                  <a:lnTo>
                    <a:pt x="78867" y="27812"/>
                  </a:lnTo>
                  <a:close/>
                </a:path>
                <a:path w="130175" h="432435">
                  <a:moveTo>
                    <a:pt x="78867" y="34797"/>
                  </a:moveTo>
                  <a:lnTo>
                    <a:pt x="76962" y="34797"/>
                  </a:lnTo>
                  <a:lnTo>
                    <a:pt x="64897" y="55476"/>
                  </a:lnTo>
                  <a:lnTo>
                    <a:pt x="78867" y="79420"/>
                  </a:lnTo>
                  <a:lnTo>
                    <a:pt x="78867" y="34797"/>
                  </a:lnTo>
                  <a:close/>
                </a:path>
                <a:path w="130175" h="432435">
                  <a:moveTo>
                    <a:pt x="76962" y="34797"/>
                  </a:moveTo>
                  <a:lnTo>
                    <a:pt x="52832" y="34797"/>
                  </a:lnTo>
                  <a:lnTo>
                    <a:pt x="64897" y="55476"/>
                  </a:lnTo>
                  <a:lnTo>
                    <a:pt x="76962" y="34797"/>
                  </a:lnTo>
                  <a:close/>
                </a:path>
                <a:path w="130175" h="432435">
                  <a:moveTo>
                    <a:pt x="78867" y="139572"/>
                  </a:moveTo>
                  <a:lnTo>
                    <a:pt x="50927" y="139572"/>
                  </a:lnTo>
                  <a:lnTo>
                    <a:pt x="50927" y="223393"/>
                  </a:lnTo>
                  <a:lnTo>
                    <a:pt x="78867" y="223393"/>
                  </a:lnTo>
                  <a:lnTo>
                    <a:pt x="78867" y="139572"/>
                  </a:lnTo>
                  <a:close/>
                </a:path>
                <a:path w="130175" h="432435">
                  <a:moveTo>
                    <a:pt x="78867" y="251332"/>
                  </a:moveTo>
                  <a:lnTo>
                    <a:pt x="50927" y="251332"/>
                  </a:lnTo>
                  <a:lnTo>
                    <a:pt x="50927" y="335152"/>
                  </a:lnTo>
                  <a:lnTo>
                    <a:pt x="78867" y="335152"/>
                  </a:lnTo>
                  <a:lnTo>
                    <a:pt x="78867" y="251332"/>
                  </a:lnTo>
                  <a:close/>
                </a:path>
                <a:path w="130175" h="432435">
                  <a:moveTo>
                    <a:pt x="78867" y="363093"/>
                  </a:moveTo>
                  <a:lnTo>
                    <a:pt x="50927" y="363093"/>
                  </a:lnTo>
                  <a:lnTo>
                    <a:pt x="50927" y="431926"/>
                  </a:lnTo>
                  <a:lnTo>
                    <a:pt x="78867" y="431926"/>
                  </a:lnTo>
                  <a:lnTo>
                    <a:pt x="78867" y="3630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68133" y="4392929"/>
              <a:ext cx="130175" cy="431800"/>
            </a:xfrm>
            <a:custGeom>
              <a:avLst/>
              <a:gdLst/>
              <a:ahLst/>
              <a:cxnLst/>
              <a:rect l="l" t="t" r="r" b="b"/>
              <a:pathLst>
                <a:path w="130175" h="431800">
                  <a:moveTo>
                    <a:pt x="78867" y="0"/>
                  </a:moveTo>
                  <a:lnTo>
                    <a:pt x="50926" y="0"/>
                  </a:lnTo>
                  <a:lnTo>
                    <a:pt x="50926" y="83820"/>
                  </a:lnTo>
                  <a:lnTo>
                    <a:pt x="78867" y="83820"/>
                  </a:lnTo>
                  <a:lnTo>
                    <a:pt x="78867" y="0"/>
                  </a:lnTo>
                  <a:close/>
                </a:path>
                <a:path w="130175" h="431800">
                  <a:moveTo>
                    <a:pt x="78867" y="111760"/>
                  </a:moveTo>
                  <a:lnTo>
                    <a:pt x="50926" y="111760"/>
                  </a:lnTo>
                  <a:lnTo>
                    <a:pt x="50926" y="195580"/>
                  </a:lnTo>
                  <a:lnTo>
                    <a:pt x="78867" y="195580"/>
                  </a:lnTo>
                  <a:lnTo>
                    <a:pt x="78867" y="111760"/>
                  </a:lnTo>
                  <a:close/>
                </a:path>
                <a:path w="130175" h="431800">
                  <a:moveTo>
                    <a:pt x="15621" y="304292"/>
                  </a:moveTo>
                  <a:lnTo>
                    <a:pt x="9017" y="308229"/>
                  </a:lnTo>
                  <a:lnTo>
                    <a:pt x="2286" y="312166"/>
                  </a:lnTo>
                  <a:lnTo>
                    <a:pt x="0" y="320675"/>
                  </a:lnTo>
                  <a:lnTo>
                    <a:pt x="3937" y="327279"/>
                  </a:lnTo>
                  <a:lnTo>
                    <a:pt x="64897" y="431800"/>
                  </a:lnTo>
                  <a:lnTo>
                    <a:pt x="81044" y="404114"/>
                  </a:lnTo>
                  <a:lnTo>
                    <a:pt x="50926" y="404114"/>
                  </a:lnTo>
                  <a:lnTo>
                    <a:pt x="50926" y="352506"/>
                  </a:lnTo>
                  <a:lnTo>
                    <a:pt x="24130" y="306578"/>
                  </a:lnTo>
                  <a:lnTo>
                    <a:pt x="15621" y="304292"/>
                  </a:lnTo>
                  <a:close/>
                </a:path>
                <a:path w="130175" h="431800">
                  <a:moveTo>
                    <a:pt x="50927" y="352506"/>
                  </a:moveTo>
                  <a:lnTo>
                    <a:pt x="50926" y="404114"/>
                  </a:lnTo>
                  <a:lnTo>
                    <a:pt x="78867" y="404114"/>
                  </a:lnTo>
                  <a:lnTo>
                    <a:pt x="78867" y="397129"/>
                  </a:lnTo>
                  <a:lnTo>
                    <a:pt x="52832" y="397129"/>
                  </a:lnTo>
                  <a:lnTo>
                    <a:pt x="64897" y="376450"/>
                  </a:lnTo>
                  <a:lnTo>
                    <a:pt x="50927" y="352506"/>
                  </a:lnTo>
                  <a:close/>
                </a:path>
                <a:path w="130175" h="431800">
                  <a:moveTo>
                    <a:pt x="114173" y="304292"/>
                  </a:moveTo>
                  <a:lnTo>
                    <a:pt x="105664" y="306578"/>
                  </a:lnTo>
                  <a:lnTo>
                    <a:pt x="78867" y="352506"/>
                  </a:lnTo>
                  <a:lnTo>
                    <a:pt x="78867" y="404114"/>
                  </a:lnTo>
                  <a:lnTo>
                    <a:pt x="81044" y="404114"/>
                  </a:lnTo>
                  <a:lnTo>
                    <a:pt x="125857" y="327279"/>
                  </a:lnTo>
                  <a:lnTo>
                    <a:pt x="129794" y="320675"/>
                  </a:lnTo>
                  <a:lnTo>
                    <a:pt x="127508" y="312166"/>
                  </a:lnTo>
                  <a:lnTo>
                    <a:pt x="120776" y="308229"/>
                  </a:lnTo>
                  <a:lnTo>
                    <a:pt x="114173" y="304292"/>
                  </a:lnTo>
                  <a:close/>
                </a:path>
                <a:path w="130175" h="431800">
                  <a:moveTo>
                    <a:pt x="64897" y="376450"/>
                  </a:moveTo>
                  <a:lnTo>
                    <a:pt x="52832" y="397129"/>
                  </a:lnTo>
                  <a:lnTo>
                    <a:pt x="76962" y="397129"/>
                  </a:lnTo>
                  <a:lnTo>
                    <a:pt x="64897" y="376450"/>
                  </a:lnTo>
                  <a:close/>
                </a:path>
                <a:path w="130175" h="431800">
                  <a:moveTo>
                    <a:pt x="78867" y="352506"/>
                  </a:moveTo>
                  <a:lnTo>
                    <a:pt x="64897" y="376450"/>
                  </a:lnTo>
                  <a:lnTo>
                    <a:pt x="76962" y="397129"/>
                  </a:lnTo>
                  <a:lnTo>
                    <a:pt x="78867" y="397129"/>
                  </a:lnTo>
                  <a:lnTo>
                    <a:pt x="78867" y="352506"/>
                  </a:lnTo>
                  <a:close/>
                </a:path>
                <a:path w="130175" h="431800">
                  <a:moveTo>
                    <a:pt x="78867" y="335280"/>
                  </a:moveTo>
                  <a:lnTo>
                    <a:pt x="50926" y="335280"/>
                  </a:lnTo>
                  <a:lnTo>
                    <a:pt x="50927" y="352506"/>
                  </a:lnTo>
                  <a:lnTo>
                    <a:pt x="64897" y="376450"/>
                  </a:lnTo>
                  <a:lnTo>
                    <a:pt x="78867" y="352506"/>
                  </a:lnTo>
                  <a:lnTo>
                    <a:pt x="78867" y="335280"/>
                  </a:lnTo>
                  <a:close/>
                </a:path>
                <a:path w="130175" h="431800">
                  <a:moveTo>
                    <a:pt x="78867" y="223520"/>
                  </a:moveTo>
                  <a:lnTo>
                    <a:pt x="50926" y="223520"/>
                  </a:lnTo>
                  <a:lnTo>
                    <a:pt x="50926" y="307340"/>
                  </a:lnTo>
                  <a:lnTo>
                    <a:pt x="78867" y="307340"/>
                  </a:lnTo>
                  <a:lnTo>
                    <a:pt x="78867" y="223520"/>
                  </a:lnTo>
                  <a:close/>
                </a:path>
              </a:pathLst>
            </a:custGeom>
            <a:solidFill>
              <a:srgbClr val="F682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28813" y="4392802"/>
              <a:ext cx="130175" cy="432434"/>
            </a:xfrm>
            <a:custGeom>
              <a:avLst/>
              <a:gdLst/>
              <a:ahLst/>
              <a:cxnLst/>
              <a:rect l="l" t="t" r="r" b="b"/>
              <a:pathLst>
                <a:path w="130175" h="432435">
                  <a:moveTo>
                    <a:pt x="64896" y="0"/>
                  </a:moveTo>
                  <a:lnTo>
                    <a:pt x="0" y="111252"/>
                  </a:lnTo>
                  <a:lnTo>
                    <a:pt x="2285" y="119761"/>
                  </a:lnTo>
                  <a:lnTo>
                    <a:pt x="15620" y="127508"/>
                  </a:lnTo>
                  <a:lnTo>
                    <a:pt x="24129" y="125349"/>
                  </a:lnTo>
                  <a:lnTo>
                    <a:pt x="50926" y="79420"/>
                  </a:lnTo>
                  <a:lnTo>
                    <a:pt x="50926" y="27813"/>
                  </a:lnTo>
                  <a:lnTo>
                    <a:pt x="81121" y="27813"/>
                  </a:lnTo>
                  <a:lnTo>
                    <a:pt x="64896" y="0"/>
                  </a:lnTo>
                  <a:close/>
                </a:path>
                <a:path w="130175" h="432435">
                  <a:moveTo>
                    <a:pt x="81121" y="27813"/>
                  </a:moveTo>
                  <a:lnTo>
                    <a:pt x="78866" y="27813"/>
                  </a:lnTo>
                  <a:lnTo>
                    <a:pt x="78866" y="79420"/>
                  </a:lnTo>
                  <a:lnTo>
                    <a:pt x="105663" y="125349"/>
                  </a:lnTo>
                  <a:lnTo>
                    <a:pt x="114172" y="127508"/>
                  </a:lnTo>
                  <a:lnTo>
                    <a:pt x="127507" y="119761"/>
                  </a:lnTo>
                  <a:lnTo>
                    <a:pt x="129691" y="111633"/>
                  </a:lnTo>
                  <a:lnTo>
                    <a:pt x="129793" y="111252"/>
                  </a:lnTo>
                  <a:lnTo>
                    <a:pt x="81121" y="27813"/>
                  </a:lnTo>
                  <a:close/>
                </a:path>
                <a:path w="130175" h="432435">
                  <a:moveTo>
                    <a:pt x="64896" y="55476"/>
                  </a:moveTo>
                  <a:lnTo>
                    <a:pt x="50926" y="79420"/>
                  </a:lnTo>
                  <a:lnTo>
                    <a:pt x="50926" y="111633"/>
                  </a:lnTo>
                  <a:lnTo>
                    <a:pt x="78866" y="111633"/>
                  </a:lnTo>
                  <a:lnTo>
                    <a:pt x="78866" y="79420"/>
                  </a:lnTo>
                  <a:lnTo>
                    <a:pt x="64896" y="55476"/>
                  </a:lnTo>
                  <a:close/>
                </a:path>
                <a:path w="130175" h="432435">
                  <a:moveTo>
                    <a:pt x="78866" y="27813"/>
                  </a:moveTo>
                  <a:lnTo>
                    <a:pt x="50926" y="27813"/>
                  </a:lnTo>
                  <a:lnTo>
                    <a:pt x="50926" y="79420"/>
                  </a:lnTo>
                  <a:lnTo>
                    <a:pt x="64897" y="55476"/>
                  </a:lnTo>
                  <a:lnTo>
                    <a:pt x="52831" y="34798"/>
                  </a:lnTo>
                  <a:lnTo>
                    <a:pt x="78866" y="34798"/>
                  </a:lnTo>
                  <a:lnTo>
                    <a:pt x="78866" y="27813"/>
                  </a:lnTo>
                  <a:close/>
                </a:path>
                <a:path w="130175" h="432435">
                  <a:moveTo>
                    <a:pt x="78866" y="34798"/>
                  </a:moveTo>
                  <a:lnTo>
                    <a:pt x="76961" y="34798"/>
                  </a:lnTo>
                  <a:lnTo>
                    <a:pt x="64896" y="55476"/>
                  </a:lnTo>
                  <a:lnTo>
                    <a:pt x="78866" y="79420"/>
                  </a:lnTo>
                  <a:lnTo>
                    <a:pt x="78866" y="34798"/>
                  </a:lnTo>
                  <a:close/>
                </a:path>
                <a:path w="130175" h="432435">
                  <a:moveTo>
                    <a:pt x="76961" y="34798"/>
                  </a:moveTo>
                  <a:lnTo>
                    <a:pt x="52831" y="34798"/>
                  </a:lnTo>
                  <a:lnTo>
                    <a:pt x="64896" y="55476"/>
                  </a:lnTo>
                  <a:lnTo>
                    <a:pt x="76961" y="34798"/>
                  </a:lnTo>
                  <a:close/>
                </a:path>
                <a:path w="130175" h="432435">
                  <a:moveTo>
                    <a:pt x="78866" y="139573"/>
                  </a:moveTo>
                  <a:lnTo>
                    <a:pt x="50926" y="139573"/>
                  </a:lnTo>
                  <a:lnTo>
                    <a:pt x="50926" y="223393"/>
                  </a:lnTo>
                  <a:lnTo>
                    <a:pt x="78866" y="223393"/>
                  </a:lnTo>
                  <a:lnTo>
                    <a:pt x="78866" y="139573"/>
                  </a:lnTo>
                  <a:close/>
                </a:path>
                <a:path w="130175" h="432435">
                  <a:moveTo>
                    <a:pt x="78866" y="251333"/>
                  </a:moveTo>
                  <a:lnTo>
                    <a:pt x="50926" y="251333"/>
                  </a:lnTo>
                  <a:lnTo>
                    <a:pt x="50926" y="335153"/>
                  </a:lnTo>
                  <a:lnTo>
                    <a:pt x="78866" y="335153"/>
                  </a:lnTo>
                  <a:lnTo>
                    <a:pt x="78866" y="251333"/>
                  </a:lnTo>
                  <a:close/>
                </a:path>
                <a:path w="130175" h="432435">
                  <a:moveTo>
                    <a:pt x="78866" y="363093"/>
                  </a:moveTo>
                  <a:lnTo>
                    <a:pt x="50926" y="363093"/>
                  </a:lnTo>
                  <a:lnTo>
                    <a:pt x="50926" y="431927"/>
                  </a:lnTo>
                  <a:lnTo>
                    <a:pt x="78866" y="431927"/>
                  </a:lnTo>
                  <a:lnTo>
                    <a:pt x="78866" y="3630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12940" y="2801492"/>
              <a:ext cx="1908175" cy="1590675"/>
            </a:xfrm>
            <a:custGeom>
              <a:avLst/>
              <a:gdLst/>
              <a:ahLst/>
              <a:cxnLst/>
              <a:rect l="l" t="t" r="r" b="b"/>
              <a:pathLst>
                <a:path w="1908175" h="1590675">
                  <a:moveTo>
                    <a:pt x="1907667" y="0"/>
                  </a:moveTo>
                  <a:lnTo>
                    <a:pt x="0" y="0"/>
                  </a:lnTo>
                  <a:lnTo>
                    <a:pt x="0" y="1590166"/>
                  </a:lnTo>
                  <a:lnTo>
                    <a:pt x="1907667" y="1590166"/>
                  </a:lnTo>
                  <a:lnTo>
                    <a:pt x="19076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920607" y="2738119"/>
              <a:ext cx="63500" cy="1653539"/>
            </a:xfrm>
            <a:custGeom>
              <a:avLst/>
              <a:gdLst/>
              <a:ahLst/>
              <a:cxnLst/>
              <a:rect l="l" t="t" r="r" b="b"/>
              <a:pathLst>
                <a:path w="63500" h="1653539">
                  <a:moveTo>
                    <a:pt x="63373" y="0"/>
                  </a:moveTo>
                  <a:lnTo>
                    <a:pt x="0" y="63372"/>
                  </a:lnTo>
                  <a:lnTo>
                    <a:pt x="0" y="1653539"/>
                  </a:lnTo>
                  <a:lnTo>
                    <a:pt x="63373" y="1590166"/>
                  </a:lnTo>
                  <a:lnTo>
                    <a:pt x="6337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12940" y="2738119"/>
              <a:ext cx="1971039" cy="63500"/>
            </a:xfrm>
            <a:custGeom>
              <a:avLst/>
              <a:gdLst/>
              <a:ahLst/>
              <a:cxnLst/>
              <a:rect l="l" t="t" r="r" b="b"/>
              <a:pathLst>
                <a:path w="1971040" h="63500">
                  <a:moveTo>
                    <a:pt x="1971039" y="0"/>
                  </a:moveTo>
                  <a:lnTo>
                    <a:pt x="63373" y="0"/>
                  </a:lnTo>
                  <a:lnTo>
                    <a:pt x="0" y="63372"/>
                  </a:lnTo>
                  <a:lnTo>
                    <a:pt x="1907666" y="63372"/>
                  </a:lnTo>
                  <a:lnTo>
                    <a:pt x="19710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012940" y="2738119"/>
              <a:ext cx="1971039" cy="1653539"/>
            </a:xfrm>
            <a:custGeom>
              <a:avLst/>
              <a:gdLst/>
              <a:ahLst/>
              <a:cxnLst/>
              <a:rect l="l" t="t" r="r" b="b"/>
              <a:pathLst>
                <a:path w="1971040" h="1653539">
                  <a:moveTo>
                    <a:pt x="0" y="63372"/>
                  </a:moveTo>
                  <a:lnTo>
                    <a:pt x="63373" y="0"/>
                  </a:lnTo>
                  <a:lnTo>
                    <a:pt x="1971039" y="0"/>
                  </a:lnTo>
                  <a:lnTo>
                    <a:pt x="1971039" y="1590166"/>
                  </a:lnTo>
                  <a:lnTo>
                    <a:pt x="1907666" y="1653539"/>
                  </a:lnTo>
                  <a:lnTo>
                    <a:pt x="0" y="1653539"/>
                  </a:lnTo>
                  <a:lnTo>
                    <a:pt x="0" y="63372"/>
                  </a:lnTo>
                  <a:close/>
                </a:path>
                <a:path w="1971040" h="1653539">
                  <a:moveTo>
                    <a:pt x="0" y="63372"/>
                  </a:moveTo>
                  <a:lnTo>
                    <a:pt x="1907666" y="63372"/>
                  </a:lnTo>
                  <a:lnTo>
                    <a:pt x="1971039" y="0"/>
                  </a:lnTo>
                </a:path>
                <a:path w="1971040" h="1653539">
                  <a:moveTo>
                    <a:pt x="1907666" y="63372"/>
                  </a:moveTo>
                  <a:lnTo>
                    <a:pt x="1907666" y="165353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8000" y="2638551"/>
              <a:ext cx="1910714" cy="1583055"/>
            </a:xfrm>
            <a:custGeom>
              <a:avLst/>
              <a:gdLst/>
              <a:ahLst/>
              <a:cxnLst/>
              <a:rect l="l" t="t" r="r" b="b"/>
              <a:pathLst>
                <a:path w="1910715" h="1583054">
                  <a:moveTo>
                    <a:pt x="1910588" y="0"/>
                  </a:moveTo>
                  <a:lnTo>
                    <a:pt x="0" y="0"/>
                  </a:lnTo>
                  <a:lnTo>
                    <a:pt x="0" y="1582928"/>
                  </a:lnTo>
                  <a:lnTo>
                    <a:pt x="1910588" y="1582928"/>
                  </a:lnTo>
                  <a:lnTo>
                    <a:pt x="19105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768588" y="2575559"/>
              <a:ext cx="63500" cy="1645920"/>
            </a:xfrm>
            <a:custGeom>
              <a:avLst/>
              <a:gdLst/>
              <a:ahLst/>
              <a:cxnLst/>
              <a:rect l="l" t="t" r="r" b="b"/>
              <a:pathLst>
                <a:path w="63500" h="1645920">
                  <a:moveTo>
                    <a:pt x="62991" y="0"/>
                  </a:moveTo>
                  <a:lnTo>
                    <a:pt x="0" y="62991"/>
                  </a:lnTo>
                  <a:lnTo>
                    <a:pt x="0" y="1645920"/>
                  </a:lnTo>
                  <a:lnTo>
                    <a:pt x="62991" y="1582927"/>
                  </a:lnTo>
                  <a:lnTo>
                    <a:pt x="62991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58000" y="2575559"/>
              <a:ext cx="1973580" cy="63500"/>
            </a:xfrm>
            <a:custGeom>
              <a:avLst/>
              <a:gdLst/>
              <a:ahLst/>
              <a:cxnLst/>
              <a:rect l="l" t="t" r="r" b="b"/>
              <a:pathLst>
                <a:path w="1973579" h="63500">
                  <a:moveTo>
                    <a:pt x="1973579" y="0"/>
                  </a:moveTo>
                  <a:lnTo>
                    <a:pt x="62992" y="0"/>
                  </a:lnTo>
                  <a:lnTo>
                    <a:pt x="0" y="62991"/>
                  </a:lnTo>
                  <a:lnTo>
                    <a:pt x="1910588" y="62991"/>
                  </a:lnTo>
                  <a:lnTo>
                    <a:pt x="1973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58000" y="2575559"/>
              <a:ext cx="1973580" cy="1645920"/>
            </a:xfrm>
            <a:custGeom>
              <a:avLst/>
              <a:gdLst/>
              <a:ahLst/>
              <a:cxnLst/>
              <a:rect l="l" t="t" r="r" b="b"/>
              <a:pathLst>
                <a:path w="1973579" h="1645920">
                  <a:moveTo>
                    <a:pt x="0" y="62991"/>
                  </a:moveTo>
                  <a:lnTo>
                    <a:pt x="62992" y="0"/>
                  </a:lnTo>
                  <a:lnTo>
                    <a:pt x="1973579" y="0"/>
                  </a:lnTo>
                  <a:lnTo>
                    <a:pt x="1973579" y="1582927"/>
                  </a:lnTo>
                  <a:lnTo>
                    <a:pt x="1910588" y="1645920"/>
                  </a:lnTo>
                  <a:lnTo>
                    <a:pt x="0" y="1645920"/>
                  </a:lnTo>
                  <a:lnTo>
                    <a:pt x="0" y="62991"/>
                  </a:lnTo>
                  <a:close/>
                </a:path>
                <a:path w="1973579" h="1645920">
                  <a:moveTo>
                    <a:pt x="0" y="62991"/>
                  </a:moveTo>
                  <a:lnTo>
                    <a:pt x="1910588" y="62991"/>
                  </a:lnTo>
                  <a:lnTo>
                    <a:pt x="1973579" y="0"/>
                  </a:lnTo>
                </a:path>
                <a:path w="1973579" h="1645920">
                  <a:moveTo>
                    <a:pt x="1910588" y="62991"/>
                  </a:moveTo>
                  <a:lnTo>
                    <a:pt x="1910588" y="16459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680200" y="2483992"/>
              <a:ext cx="1910714" cy="1593215"/>
            </a:xfrm>
            <a:custGeom>
              <a:avLst/>
              <a:gdLst/>
              <a:ahLst/>
              <a:cxnLst/>
              <a:rect l="l" t="t" r="r" b="b"/>
              <a:pathLst>
                <a:path w="1910715" h="1593214">
                  <a:moveTo>
                    <a:pt x="1910206" y="0"/>
                  </a:moveTo>
                  <a:lnTo>
                    <a:pt x="0" y="0"/>
                  </a:lnTo>
                  <a:lnTo>
                    <a:pt x="0" y="1592706"/>
                  </a:lnTo>
                  <a:lnTo>
                    <a:pt x="1910206" y="1592706"/>
                  </a:lnTo>
                  <a:lnTo>
                    <a:pt x="1910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590407" y="2420619"/>
              <a:ext cx="63500" cy="1656080"/>
            </a:xfrm>
            <a:custGeom>
              <a:avLst/>
              <a:gdLst/>
              <a:ahLst/>
              <a:cxnLst/>
              <a:rect l="l" t="t" r="r" b="b"/>
              <a:pathLst>
                <a:path w="63500" h="1656079">
                  <a:moveTo>
                    <a:pt x="63373" y="0"/>
                  </a:moveTo>
                  <a:lnTo>
                    <a:pt x="0" y="63372"/>
                  </a:lnTo>
                  <a:lnTo>
                    <a:pt x="0" y="1656079"/>
                  </a:lnTo>
                  <a:lnTo>
                    <a:pt x="63373" y="1592706"/>
                  </a:lnTo>
                  <a:lnTo>
                    <a:pt x="6337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680200" y="2420619"/>
              <a:ext cx="1973580" cy="63500"/>
            </a:xfrm>
            <a:custGeom>
              <a:avLst/>
              <a:gdLst/>
              <a:ahLst/>
              <a:cxnLst/>
              <a:rect l="l" t="t" r="r" b="b"/>
              <a:pathLst>
                <a:path w="1973579" h="63500">
                  <a:moveTo>
                    <a:pt x="1973579" y="0"/>
                  </a:moveTo>
                  <a:lnTo>
                    <a:pt x="63373" y="0"/>
                  </a:lnTo>
                  <a:lnTo>
                    <a:pt x="0" y="63372"/>
                  </a:lnTo>
                  <a:lnTo>
                    <a:pt x="1910206" y="63372"/>
                  </a:lnTo>
                  <a:lnTo>
                    <a:pt x="1973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680200" y="2420619"/>
              <a:ext cx="1973580" cy="1656080"/>
            </a:xfrm>
            <a:custGeom>
              <a:avLst/>
              <a:gdLst/>
              <a:ahLst/>
              <a:cxnLst/>
              <a:rect l="l" t="t" r="r" b="b"/>
              <a:pathLst>
                <a:path w="1973579" h="1656079">
                  <a:moveTo>
                    <a:pt x="0" y="63372"/>
                  </a:moveTo>
                  <a:lnTo>
                    <a:pt x="63373" y="0"/>
                  </a:lnTo>
                  <a:lnTo>
                    <a:pt x="1973579" y="0"/>
                  </a:lnTo>
                  <a:lnTo>
                    <a:pt x="1973579" y="1592706"/>
                  </a:lnTo>
                  <a:lnTo>
                    <a:pt x="1910206" y="1656079"/>
                  </a:lnTo>
                  <a:lnTo>
                    <a:pt x="0" y="1656079"/>
                  </a:lnTo>
                  <a:lnTo>
                    <a:pt x="0" y="63372"/>
                  </a:lnTo>
                  <a:close/>
                </a:path>
                <a:path w="1973579" h="1656079">
                  <a:moveTo>
                    <a:pt x="0" y="63372"/>
                  </a:moveTo>
                  <a:lnTo>
                    <a:pt x="1910206" y="63372"/>
                  </a:lnTo>
                  <a:lnTo>
                    <a:pt x="1973579" y="0"/>
                  </a:lnTo>
                </a:path>
                <a:path w="1973579" h="1656079">
                  <a:moveTo>
                    <a:pt x="1910206" y="63372"/>
                  </a:moveTo>
                  <a:lnTo>
                    <a:pt x="1910206" y="16560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626552" y="6226809"/>
            <a:ext cx="532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solidFill>
                  <a:srgbClr val="F78D35"/>
                </a:solidFill>
                <a:latin typeface="Malgun Gothic"/>
                <a:cs typeface="Malgun Gothic"/>
              </a:rPr>
              <a:t>*</a:t>
            </a:r>
            <a:r>
              <a:rPr b="1" spc="-25" dirty="0">
                <a:solidFill>
                  <a:srgbClr val="F78D35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Before/After 서비스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:</a:t>
            </a:r>
            <a:r>
              <a:rPr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교육/훈련/Contents</a:t>
            </a:r>
            <a:r>
              <a:rPr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dirty="0">
                <a:solidFill>
                  <a:srgbClr val="404040"/>
                </a:solidFill>
                <a:latin typeface="Malgun Gothic"/>
                <a:cs typeface="Malgun Gothic"/>
              </a:rPr>
              <a:t>제공</a:t>
            </a:r>
            <a:r>
              <a:rPr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pc="-50" dirty="0">
                <a:solidFill>
                  <a:srgbClr val="404040"/>
                </a:solidFill>
                <a:latin typeface="Malgun Gothic"/>
                <a:cs typeface="Malgun Gothic"/>
              </a:rPr>
              <a:t>등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939151" y="2847721"/>
            <a:ext cx="13487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Sales/ </a:t>
            </a:r>
            <a:r>
              <a:rPr sz="1200" b="1" spc="-10" dirty="0">
                <a:latin typeface="Malgun Gothic"/>
                <a:cs typeface="Malgun Gothic"/>
              </a:rPr>
              <a:t>Marketing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939151" y="3030473"/>
            <a:ext cx="18910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200" b="1" spc="-4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E36C09"/>
                </a:solidFill>
                <a:latin typeface="Malgun Gothic"/>
                <a:cs typeface="Malgun Gothic"/>
              </a:rPr>
              <a:t>커스터마이징</a:t>
            </a:r>
            <a:r>
              <a:rPr sz="1200" b="1" spc="-2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939152" y="3213353"/>
            <a:ext cx="1433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40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컨설팅</a:t>
            </a:r>
            <a:r>
              <a:rPr sz="1200" b="1" spc="-25" dirty="0">
                <a:latin typeface="Malgun Gothic"/>
                <a:cs typeface="Malgun Gothic"/>
              </a:rPr>
              <a:t> 서비스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939152" y="3395916"/>
            <a:ext cx="10750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PKG</a:t>
            </a:r>
            <a:r>
              <a:rPr sz="1200" b="1" spc="-50" dirty="0">
                <a:latin typeface="Malgun Gothic"/>
                <a:cs typeface="Malgun Gothic"/>
              </a:rPr>
              <a:t> </a:t>
            </a:r>
            <a:r>
              <a:rPr sz="1200" b="1" spc="-20" dirty="0">
                <a:latin typeface="Malgun Gothic"/>
                <a:cs typeface="Malgun Gothic"/>
              </a:rPr>
              <a:t>기술지원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939152" y="3579495"/>
            <a:ext cx="15932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indent="-88900">
              <a:spcBef>
                <a:spcPts val="100"/>
              </a:spcBef>
              <a:buFont typeface="Arial"/>
              <a:buChar char="•"/>
              <a:tabLst>
                <a:tab pos="101600" algn="l"/>
              </a:tabLst>
            </a:pPr>
            <a:r>
              <a:rPr sz="1200" b="1" dirty="0">
                <a:latin typeface="Malgun Gothic"/>
                <a:cs typeface="Malgun Gothic"/>
              </a:rPr>
              <a:t>Before/After</a:t>
            </a:r>
            <a:r>
              <a:rPr sz="1200" b="1" spc="39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서비스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120634" y="2524759"/>
            <a:ext cx="13849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PKG</a:t>
            </a:r>
            <a:r>
              <a:rPr sz="14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사업</a:t>
            </a:r>
            <a:r>
              <a:rPr sz="1400" b="1" spc="-4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파트너</a:t>
            </a:r>
            <a:endParaRPr sz="1400">
              <a:latin typeface="Malgun Gothic"/>
              <a:cs typeface="Malgun Gothic"/>
            </a:endParaRPr>
          </a:p>
        </p:txBody>
      </p:sp>
      <p:pic>
        <p:nvPicPr>
          <p:cNvPr id="76" name="object 7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61871" y="2702738"/>
            <a:ext cx="1368094" cy="550353"/>
          </a:xfrm>
          <a:prstGeom prst="rect">
            <a:avLst/>
          </a:prstGeom>
        </p:spPr>
      </p:pic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19</a:t>
            </a:fld>
            <a:endParaRPr spc="-25" dirty="0"/>
          </a:p>
        </p:txBody>
      </p:sp>
      <p:sp>
        <p:nvSpPr>
          <p:cNvPr id="78" name="object 78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300" y="2479039"/>
            <a:ext cx="9875520" cy="40589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62960" y="5618798"/>
            <a:ext cx="6173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25" dirty="0">
                <a:latin typeface="Malgun Gothic"/>
                <a:cs typeface="Malgun Gothic"/>
              </a:rPr>
              <a:t>“Software-</a:t>
            </a:r>
            <a:r>
              <a:rPr sz="2400" dirty="0">
                <a:latin typeface="Malgun Gothic"/>
                <a:cs typeface="Malgun Gothic"/>
              </a:rPr>
              <a:t>Defined</a:t>
            </a:r>
            <a:r>
              <a:rPr sz="2400" spc="6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Application”이</a:t>
            </a:r>
            <a:r>
              <a:rPr sz="2400" spc="-2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될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수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있다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20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63980" y="145759"/>
            <a:ext cx="5356225" cy="7296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b="1" dirty="0">
                <a:latin typeface="Malgun Gothic"/>
                <a:cs typeface="Malgun Gothic"/>
              </a:rPr>
              <a:t>Agados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based</a:t>
            </a:r>
            <a:r>
              <a:rPr b="1" spc="-3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Biz.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Application 이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갖게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될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Benefit</a:t>
            </a:r>
            <a:endParaRPr>
              <a:latin typeface="Malgun Gothic"/>
              <a:cs typeface="Malgun Gothic"/>
            </a:endParaRPr>
          </a:p>
          <a:p>
            <a:pPr marL="27305">
              <a:spcBef>
                <a:spcPts val="65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Rule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(Meta</a:t>
            </a:r>
            <a:r>
              <a:rPr sz="1700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Data)은</a:t>
            </a: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그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자체가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정보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6590" y="1182624"/>
            <a:ext cx="701802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FFC000"/>
                </a:solidFill>
                <a:latin typeface="Malgun Gothic"/>
                <a:cs typeface="Malgun Gothic"/>
              </a:rPr>
              <a:t>왜</a:t>
            </a:r>
            <a:r>
              <a:rPr sz="2800" b="1" spc="-50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FC000"/>
                </a:solidFill>
                <a:latin typeface="Malgun Gothic"/>
                <a:cs typeface="Malgun Gothic"/>
              </a:rPr>
              <a:t>Rules(Metadata)</a:t>
            </a:r>
            <a:r>
              <a:rPr sz="2800" b="1" spc="-55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FC000"/>
                </a:solidFill>
                <a:latin typeface="Malgun Gothic"/>
                <a:cs typeface="Malgun Gothic"/>
              </a:rPr>
              <a:t>이어야</a:t>
            </a:r>
            <a:r>
              <a:rPr sz="2800" b="1" spc="-45" dirty="0">
                <a:solidFill>
                  <a:srgbClr val="FFC000"/>
                </a:solidFill>
                <a:latin typeface="Malgun Gothic"/>
                <a:cs typeface="Malgun Gothic"/>
              </a:rPr>
              <a:t> </a:t>
            </a:r>
            <a:r>
              <a:rPr sz="2800" b="1" spc="-25" dirty="0">
                <a:solidFill>
                  <a:srgbClr val="FFC000"/>
                </a:solidFill>
                <a:latin typeface="Malgun Gothic"/>
                <a:cs typeface="Malgun Gothic"/>
              </a:rPr>
              <a:t>하나?</a:t>
            </a:r>
            <a:endParaRPr sz="2800">
              <a:latin typeface="Malgun Gothic"/>
              <a:cs typeface="Malgun Gothic"/>
            </a:endParaRPr>
          </a:p>
          <a:p>
            <a:pPr marL="1315720">
              <a:spcBef>
                <a:spcPts val="4029"/>
              </a:spcBef>
            </a:pP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Rule (metadata)</a:t>
            </a:r>
            <a:r>
              <a:rPr sz="2000" b="1" spc="-4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관리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r>
              <a:rPr sz="2000" b="1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플랫폼의</a:t>
            </a:r>
            <a:r>
              <a:rPr sz="2000" b="1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dirty="0">
                <a:solidFill>
                  <a:srgbClr val="404040"/>
                </a:solidFill>
                <a:latin typeface="Malgun Gothic"/>
                <a:cs typeface="Malgun Gothic"/>
              </a:rPr>
              <a:t>의미와</a:t>
            </a:r>
            <a:r>
              <a:rPr sz="2000" b="1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000" b="1" spc="-25" dirty="0">
                <a:solidFill>
                  <a:srgbClr val="404040"/>
                </a:solidFill>
                <a:latin typeface="Malgun Gothic"/>
                <a:cs typeface="Malgun Gothic"/>
              </a:rPr>
              <a:t>가치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4495" y="3400679"/>
            <a:ext cx="22682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latin typeface="Malgun Gothic"/>
                <a:cs typeface="Malgun Gothic"/>
              </a:rPr>
              <a:t>Control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spc="-20" dirty="0">
                <a:latin typeface="Malgun Gothic"/>
                <a:cs typeface="Malgun Gothic"/>
              </a:rPr>
              <a:t>(제어)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0159" y="3400679"/>
            <a:ext cx="2362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latin typeface="Malgun Gothic"/>
                <a:cs typeface="Malgun Gothic"/>
              </a:rPr>
              <a:t>Analysis</a:t>
            </a:r>
            <a:r>
              <a:rPr sz="2800" spc="-35" dirty="0">
                <a:latin typeface="Malgun Gothic"/>
                <a:cs typeface="Malgun Gothic"/>
              </a:rPr>
              <a:t> </a:t>
            </a:r>
            <a:r>
              <a:rPr sz="2800" spc="-20" dirty="0">
                <a:latin typeface="Malgun Gothic"/>
                <a:cs typeface="Malgun Gothic"/>
              </a:rPr>
              <a:t>(분석)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3655" y="4534534"/>
            <a:ext cx="30124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dirty="0">
                <a:latin typeface="Malgun Gothic"/>
                <a:cs typeface="Malgun Gothic"/>
              </a:rPr>
              <a:t>Configure</a:t>
            </a:r>
            <a:r>
              <a:rPr sz="2800" spc="-185" dirty="0">
                <a:latin typeface="Malgun Gothic"/>
                <a:cs typeface="Malgun Gothic"/>
              </a:rPr>
              <a:t> </a:t>
            </a:r>
            <a:r>
              <a:rPr sz="2800" spc="-10" dirty="0">
                <a:latin typeface="Malgun Gothic"/>
                <a:cs typeface="Malgun Gothic"/>
              </a:rPr>
              <a:t>(재조정)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7765" y="4320604"/>
            <a:ext cx="204851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marR="5080" indent="-127000">
              <a:spcBef>
                <a:spcPts val="100"/>
              </a:spcBef>
            </a:pPr>
            <a:r>
              <a:rPr sz="2800" spc="-10" dirty="0">
                <a:latin typeface="Malgun Gothic"/>
                <a:cs typeface="Malgun Gothic"/>
              </a:rPr>
              <a:t>Value</a:t>
            </a:r>
            <a:r>
              <a:rPr sz="2800" spc="-235" dirty="0">
                <a:latin typeface="Malgun Gothic"/>
                <a:cs typeface="Malgun Gothic"/>
              </a:rPr>
              <a:t> </a:t>
            </a:r>
            <a:r>
              <a:rPr sz="2800" spc="-10" dirty="0">
                <a:latin typeface="Malgun Gothic"/>
                <a:cs typeface="Malgun Gothic"/>
              </a:rPr>
              <a:t>Create </a:t>
            </a:r>
            <a:r>
              <a:rPr sz="2800" dirty="0">
                <a:latin typeface="Malgun Gothic"/>
                <a:cs typeface="Malgun Gothic"/>
              </a:rPr>
              <a:t>(가치 </a:t>
            </a:r>
            <a:r>
              <a:rPr sz="2800" spc="-25" dirty="0">
                <a:latin typeface="Malgun Gothic"/>
                <a:cs typeface="Malgun Gothic"/>
              </a:rPr>
              <a:t>창출)</a:t>
            </a:r>
            <a:endParaRPr sz="2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980" y="145759"/>
            <a:ext cx="5356225" cy="6912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Biz.</a:t>
            </a:r>
            <a:r>
              <a:rPr spc="-20" dirty="0"/>
              <a:t> </a:t>
            </a:r>
            <a:r>
              <a:rPr dirty="0"/>
              <a:t>Application 이</a:t>
            </a:r>
            <a:r>
              <a:rPr spc="-25" dirty="0"/>
              <a:t> </a:t>
            </a:r>
            <a:r>
              <a:rPr dirty="0"/>
              <a:t>갖게</a:t>
            </a:r>
            <a:r>
              <a:rPr spc="-20" dirty="0"/>
              <a:t> </a:t>
            </a:r>
            <a:r>
              <a:rPr dirty="0"/>
              <a:t>될</a:t>
            </a:r>
            <a:r>
              <a:rPr spc="-25" dirty="0"/>
              <a:t> </a:t>
            </a:r>
            <a:r>
              <a:rPr spc="-10" dirty="0"/>
              <a:t>Benefit</a:t>
            </a:r>
          </a:p>
          <a:p>
            <a:pPr marL="27305">
              <a:spcBef>
                <a:spcPts val="650"/>
              </a:spcBef>
            </a:pPr>
            <a:r>
              <a:rPr sz="1700" b="0" spc="-10" dirty="0">
                <a:solidFill>
                  <a:srgbClr val="404040"/>
                </a:solidFill>
              </a:rPr>
              <a:t>Technical(기술적)</a:t>
            </a:r>
            <a:r>
              <a:rPr sz="1700" b="0" spc="-105" dirty="0">
                <a:solidFill>
                  <a:srgbClr val="404040"/>
                </a:solidFill>
              </a:rPr>
              <a:t> </a:t>
            </a:r>
            <a:r>
              <a:rPr sz="1700" b="0" spc="-10" dirty="0">
                <a:solidFill>
                  <a:srgbClr val="404040"/>
                </a:solidFill>
              </a:rPr>
              <a:t>Benefit</a:t>
            </a:r>
            <a:endParaRPr sz="1700"/>
          </a:p>
        </p:txBody>
      </p:sp>
      <p:grpSp>
        <p:nvGrpSpPr>
          <p:cNvPr id="5" name="object 5"/>
          <p:cNvGrpSpPr/>
          <p:nvPr/>
        </p:nvGrpSpPr>
        <p:grpSpPr>
          <a:xfrm>
            <a:off x="1374140" y="2120900"/>
            <a:ext cx="9486900" cy="3914140"/>
            <a:chOff x="231140" y="2120900"/>
            <a:chExt cx="9486900" cy="3914140"/>
          </a:xfrm>
        </p:grpSpPr>
        <p:sp>
          <p:nvSpPr>
            <p:cNvPr id="6" name="object 6"/>
            <p:cNvSpPr/>
            <p:nvPr/>
          </p:nvSpPr>
          <p:spPr>
            <a:xfrm>
              <a:off x="243840" y="2133600"/>
              <a:ext cx="9461500" cy="3888740"/>
            </a:xfrm>
            <a:custGeom>
              <a:avLst/>
              <a:gdLst/>
              <a:ahLst/>
              <a:cxnLst/>
              <a:rect l="l" t="t" r="r" b="b"/>
              <a:pathLst>
                <a:path w="9461500" h="3888740">
                  <a:moveTo>
                    <a:pt x="9238361" y="0"/>
                  </a:moveTo>
                  <a:lnTo>
                    <a:pt x="223139" y="0"/>
                  </a:lnTo>
                  <a:lnTo>
                    <a:pt x="178167" y="4535"/>
                  </a:lnTo>
                  <a:lnTo>
                    <a:pt x="136281" y="17541"/>
                  </a:lnTo>
                  <a:lnTo>
                    <a:pt x="98377" y="38120"/>
                  </a:lnTo>
                  <a:lnTo>
                    <a:pt x="65354" y="65373"/>
                  </a:lnTo>
                  <a:lnTo>
                    <a:pt x="38107" y="98400"/>
                  </a:lnTo>
                  <a:lnTo>
                    <a:pt x="17534" y="136302"/>
                  </a:lnTo>
                  <a:lnTo>
                    <a:pt x="4533" y="178181"/>
                  </a:lnTo>
                  <a:lnTo>
                    <a:pt x="0" y="223138"/>
                  </a:lnTo>
                  <a:lnTo>
                    <a:pt x="0" y="3665601"/>
                  </a:lnTo>
                  <a:lnTo>
                    <a:pt x="4533" y="3710572"/>
                  </a:lnTo>
                  <a:lnTo>
                    <a:pt x="17534" y="3752458"/>
                  </a:lnTo>
                  <a:lnTo>
                    <a:pt x="38107" y="3790362"/>
                  </a:lnTo>
                  <a:lnTo>
                    <a:pt x="65354" y="3823385"/>
                  </a:lnTo>
                  <a:lnTo>
                    <a:pt x="98377" y="3850632"/>
                  </a:lnTo>
                  <a:lnTo>
                    <a:pt x="136281" y="3871205"/>
                  </a:lnTo>
                  <a:lnTo>
                    <a:pt x="178167" y="3884206"/>
                  </a:lnTo>
                  <a:lnTo>
                    <a:pt x="223139" y="3888740"/>
                  </a:lnTo>
                  <a:lnTo>
                    <a:pt x="9238361" y="3888740"/>
                  </a:lnTo>
                  <a:lnTo>
                    <a:pt x="9283318" y="3884206"/>
                  </a:lnTo>
                  <a:lnTo>
                    <a:pt x="9325197" y="3871205"/>
                  </a:lnTo>
                  <a:lnTo>
                    <a:pt x="9363099" y="3850632"/>
                  </a:lnTo>
                  <a:lnTo>
                    <a:pt x="9396126" y="3823385"/>
                  </a:lnTo>
                  <a:lnTo>
                    <a:pt x="9423379" y="3790362"/>
                  </a:lnTo>
                  <a:lnTo>
                    <a:pt x="9443958" y="3752458"/>
                  </a:lnTo>
                  <a:lnTo>
                    <a:pt x="9456964" y="3710572"/>
                  </a:lnTo>
                  <a:lnTo>
                    <a:pt x="9461500" y="3665601"/>
                  </a:lnTo>
                  <a:lnTo>
                    <a:pt x="9461500" y="223138"/>
                  </a:lnTo>
                  <a:lnTo>
                    <a:pt x="9456964" y="178181"/>
                  </a:lnTo>
                  <a:lnTo>
                    <a:pt x="9443958" y="136302"/>
                  </a:lnTo>
                  <a:lnTo>
                    <a:pt x="9423379" y="98400"/>
                  </a:lnTo>
                  <a:lnTo>
                    <a:pt x="9396126" y="65373"/>
                  </a:lnTo>
                  <a:lnTo>
                    <a:pt x="9363099" y="38120"/>
                  </a:lnTo>
                  <a:lnTo>
                    <a:pt x="9325197" y="17541"/>
                  </a:lnTo>
                  <a:lnTo>
                    <a:pt x="9283318" y="4535"/>
                  </a:lnTo>
                  <a:lnTo>
                    <a:pt x="923836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" y="2133600"/>
              <a:ext cx="9461500" cy="3888740"/>
            </a:xfrm>
            <a:custGeom>
              <a:avLst/>
              <a:gdLst/>
              <a:ahLst/>
              <a:cxnLst/>
              <a:rect l="l" t="t" r="r" b="b"/>
              <a:pathLst>
                <a:path w="9461500" h="3888740">
                  <a:moveTo>
                    <a:pt x="0" y="223138"/>
                  </a:moveTo>
                  <a:lnTo>
                    <a:pt x="4533" y="178181"/>
                  </a:lnTo>
                  <a:lnTo>
                    <a:pt x="17534" y="136302"/>
                  </a:lnTo>
                  <a:lnTo>
                    <a:pt x="38107" y="98400"/>
                  </a:lnTo>
                  <a:lnTo>
                    <a:pt x="65354" y="65373"/>
                  </a:lnTo>
                  <a:lnTo>
                    <a:pt x="98377" y="38120"/>
                  </a:lnTo>
                  <a:lnTo>
                    <a:pt x="136281" y="17541"/>
                  </a:lnTo>
                  <a:lnTo>
                    <a:pt x="178167" y="4535"/>
                  </a:lnTo>
                  <a:lnTo>
                    <a:pt x="223139" y="0"/>
                  </a:lnTo>
                  <a:lnTo>
                    <a:pt x="9238361" y="0"/>
                  </a:lnTo>
                  <a:lnTo>
                    <a:pt x="9283318" y="4535"/>
                  </a:lnTo>
                  <a:lnTo>
                    <a:pt x="9325197" y="17541"/>
                  </a:lnTo>
                  <a:lnTo>
                    <a:pt x="9363099" y="38120"/>
                  </a:lnTo>
                  <a:lnTo>
                    <a:pt x="9396126" y="65373"/>
                  </a:lnTo>
                  <a:lnTo>
                    <a:pt x="9423379" y="98400"/>
                  </a:lnTo>
                  <a:lnTo>
                    <a:pt x="9443958" y="136302"/>
                  </a:lnTo>
                  <a:lnTo>
                    <a:pt x="9456964" y="178181"/>
                  </a:lnTo>
                  <a:lnTo>
                    <a:pt x="9461500" y="223138"/>
                  </a:lnTo>
                  <a:lnTo>
                    <a:pt x="9461500" y="3665601"/>
                  </a:lnTo>
                  <a:lnTo>
                    <a:pt x="9456964" y="3710572"/>
                  </a:lnTo>
                  <a:lnTo>
                    <a:pt x="9443958" y="3752458"/>
                  </a:lnTo>
                  <a:lnTo>
                    <a:pt x="9423379" y="3790362"/>
                  </a:lnTo>
                  <a:lnTo>
                    <a:pt x="9396126" y="3823385"/>
                  </a:lnTo>
                  <a:lnTo>
                    <a:pt x="9363099" y="3850632"/>
                  </a:lnTo>
                  <a:lnTo>
                    <a:pt x="9325197" y="3871205"/>
                  </a:lnTo>
                  <a:lnTo>
                    <a:pt x="9283318" y="3884206"/>
                  </a:lnTo>
                  <a:lnTo>
                    <a:pt x="9238361" y="3888740"/>
                  </a:lnTo>
                  <a:lnTo>
                    <a:pt x="223139" y="3888740"/>
                  </a:lnTo>
                  <a:lnTo>
                    <a:pt x="178167" y="3884206"/>
                  </a:lnTo>
                  <a:lnTo>
                    <a:pt x="136281" y="3871205"/>
                  </a:lnTo>
                  <a:lnTo>
                    <a:pt x="98377" y="3850632"/>
                  </a:lnTo>
                  <a:lnTo>
                    <a:pt x="65354" y="3823385"/>
                  </a:lnTo>
                  <a:lnTo>
                    <a:pt x="38107" y="3790362"/>
                  </a:lnTo>
                  <a:lnTo>
                    <a:pt x="17534" y="3752458"/>
                  </a:lnTo>
                  <a:lnTo>
                    <a:pt x="4533" y="3710572"/>
                  </a:lnTo>
                  <a:lnTo>
                    <a:pt x="0" y="3665601"/>
                  </a:lnTo>
                  <a:lnTo>
                    <a:pt x="0" y="223138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6560" y="2476500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2193544" y="0"/>
                  </a:moveTo>
                  <a:lnTo>
                    <a:pt x="39065" y="0"/>
                  </a:lnTo>
                  <a:lnTo>
                    <a:pt x="23858" y="3075"/>
                  </a:lnTo>
                  <a:lnTo>
                    <a:pt x="11441" y="11461"/>
                  </a:lnTo>
                  <a:lnTo>
                    <a:pt x="3069" y="23895"/>
                  </a:lnTo>
                  <a:lnTo>
                    <a:pt x="0" y="39115"/>
                  </a:lnTo>
                  <a:lnTo>
                    <a:pt x="0" y="517144"/>
                  </a:lnTo>
                  <a:lnTo>
                    <a:pt x="3069" y="532364"/>
                  </a:lnTo>
                  <a:lnTo>
                    <a:pt x="11441" y="544798"/>
                  </a:lnTo>
                  <a:lnTo>
                    <a:pt x="23858" y="553184"/>
                  </a:lnTo>
                  <a:lnTo>
                    <a:pt x="39065" y="556260"/>
                  </a:lnTo>
                  <a:lnTo>
                    <a:pt x="2193544" y="556260"/>
                  </a:lnTo>
                  <a:lnTo>
                    <a:pt x="2208764" y="553184"/>
                  </a:lnTo>
                  <a:lnTo>
                    <a:pt x="2221198" y="544798"/>
                  </a:lnTo>
                  <a:lnTo>
                    <a:pt x="2229584" y="532364"/>
                  </a:lnTo>
                  <a:lnTo>
                    <a:pt x="2232660" y="517144"/>
                  </a:lnTo>
                  <a:lnTo>
                    <a:pt x="2232660" y="39115"/>
                  </a:lnTo>
                  <a:lnTo>
                    <a:pt x="2229584" y="23895"/>
                  </a:lnTo>
                  <a:lnTo>
                    <a:pt x="2221198" y="11461"/>
                  </a:lnTo>
                  <a:lnTo>
                    <a:pt x="2208764" y="3075"/>
                  </a:lnTo>
                  <a:lnTo>
                    <a:pt x="21935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6560" y="2476500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0" y="39115"/>
                  </a:moveTo>
                  <a:lnTo>
                    <a:pt x="3069" y="23895"/>
                  </a:lnTo>
                  <a:lnTo>
                    <a:pt x="11441" y="11461"/>
                  </a:lnTo>
                  <a:lnTo>
                    <a:pt x="23858" y="3075"/>
                  </a:lnTo>
                  <a:lnTo>
                    <a:pt x="39065" y="0"/>
                  </a:lnTo>
                  <a:lnTo>
                    <a:pt x="2193544" y="0"/>
                  </a:lnTo>
                  <a:lnTo>
                    <a:pt x="2208764" y="3075"/>
                  </a:lnTo>
                  <a:lnTo>
                    <a:pt x="2221198" y="11461"/>
                  </a:lnTo>
                  <a:lnTo>
                    <a:pt x="2229584" y="23895"/>
                  </a:lnTo>
                  <a:lnTo>
                    <a:pt x="2232660" y="39115"/>
                  </a:lnTo>
                  <a:lnTo>
                    <a:pt x="2232660" y="517144"/>
                  </a:lnTo>
                  <a:lnTo>
                    <a:pt x="2229584" y="532364"/>
                  </a:lnTo>
                  <a:lnTo>
                    <a:pt x="2221198" y="544798"/>
                  </a:lnTo>
                  <a:lnTo>
                    <a:pt x="2208764" y="553184"/>
                  </a:lnTo>
                  <a:lnTo>
                    <a:pt x="2193544" y="556260"/>
                  </a:lnTo>
                  <a:lnTo>
                    <a:pt x="39065" y="556260"/>
                  </a:lnTo>
                  <a:lnTo>
                    <a:pt x="23858" y="553184"/>
                  </a:lnTo>
                  <a:lnTo>
                    <a:pt x="11441" y="544798"/>
                  </a:lnTo>
                  <a:lnTo>
                    <a:pt x="3069" y="532364"/>
                  </a:lnTo>
                  <a:lnTo>
                    <a:pt x="0" y="517144"/>
                  </a:lnTo>
                  <a:lnTo>
                    <a:pt x="0" y="3911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51686" y="2496566"/>
            <a:ext cx="12465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Compatibility</a:t>
            </a:r>
            <a:endParaRPr sz="1600">
              <a:latin typeface="Malgun Gothic"/>
              <a:cs typeface="Malgun Gothic"/>
            </a:endParaRPr>
          </a:p>
          <a:p>
            <a:pPr marL="4445" algn="ctr"/>
            <a:r>
              <a:rPr sz="1600" spc="-10" dirty="0">
                <a:latin typeface="Malgun Gothic"/>
                <a:cs typeface="Malgun Gothic"/>
              </a:rPr>
              <a:t>(호환성)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1341" y="2507616"/>
            <a:ext cx="6577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Locale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OS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WAS ,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JDK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Network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Database</a:t>
            </a:r>
            <a:r>
              <a:rPr sz="1200" spc="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Client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환경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의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다양성 및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버전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변화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등에 </a:t>
            </a:r>
            <a:r>
              <a:rPr sz="1200" spc="-25" dirty="0">
                <a:latin typeface="Malgun Gothic"/>
                <a:cs typeface="Malgun Gothic"/>
              </a:rPr>
              <a:t>최소한</a:t>
            </a:r>
            <a:endParaRPr sz="1200">
              <a:latin typeface="Malgun Gothic"/>
              <a:cs typeface="Malgun Gothic"/>
            </a:endParaRPr>
          </a:p>
          <a:p>
            <a:pPr marL="12700"/>
            <a:r>
              <a:rPr sz="1200" dirty="0">
                <a:latin typeface="Malgun Gothic"/>
                <a:cs typeface="Malgun Gothic"/>
              </a:rPr>
              <a:t>의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비용으로</a:t>
            </a:r>
            <a:r>
              <a:rPr sz="1200" spc="4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대응이</a:t>
            </a:r>
            <a:r>
              <a:rPr sz="1200" spc="-10" dirty="0">
                <a:latin typeface="Malgun Gothic"/>
                <a:cs typeface="Malgun Gothic"/>
              </a:rPr>
              <a:t> 가능하다.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46859" y="3169920"/>
            <a:ext cx="2258060" cy="574040"/>
            <a:chOff x="403859" y="3169920"/>
            <a:chExt cx="2258060" cy="574040"/>
          </a:xfrm>
        </p:grpSpPr>
        <p:sp>
          <p:nvSpPr>
            <p:cNvPr id="13" name="object 13"/>
            <p:cNvSpPr/>
            <p:nvPr/>
          </p:nvSpPr>
          <p:spPr>
            <a:xfrm>
              <a:off x="416559" y="3182620"/>
              <a:ext cx="2232660" cy="548640"/>
            </a:xfrm>
            <a:custGeom>
              <a:avLst/>
              <a:gdLst/>
              <a:ahLst/>
              <a:cxnLst/>
              <a:rect l="l" t="t" r="r" b="b"/>
              <a:pathLst>
                <a:path w="2232660" h="548639">
                  <a:moveTo>
                    <a:pt x="2194179" y="0"/>
                  </a:moveTo>
                  <a:lnTo>
                    <a:pt x="38519" y="0"/>
                  </a:lnTo>
                  <a:lnTo>
                    <a:pt x="23526" y="3030"/>
                  </a:lnTo>
                  <a:lnTo>
                    <a:pt x="11282" y="11287"/>
                  </a:lnTo>
                  <a:lnTo>
                    <a:pt x="3027" y="23520"/>
                  </a:lnTo>
                  <a:lnTo>
                    <a:pt x="0" y="38480"/>
                  </a:lnTo>
                  <a:lnTo>
                    <a:pt x="0" y="510158"/>
                  </a:lnTo>
                  <a:lnTo>
                    <a:pt x="3027" y="525119"/>
                  </a:lnTo>
                  <a:lnTo>
                    <a:pt x="11282" y="537352"/>
                  </a:lnTo>
                  <a:lnTo>
                    <a:pt x="23526" y="545609"/>
                  </a:lnTo>
                  <a:lnTo>
                    <a:pt x="38519" y="548639"/>
                  </a:lnTo>
                  <a:lnTo>
                    <a:pt x="2194179" y="548639"/>
                  </a:lnTo>
                  <a:lnTo>
                    <a:pt x="2209139" y="545609"/>
                  </a:lnTo>
                  <a:lnTo>
                    <a:pt x="2221372" y="537352"/>
                  </a:lnTo>
                  <a:lnTo>
                    <a:pt x="2229629" y="525119"/>
                  </a:lnTo>
                  <a:lnTo>
                    <a:pt x="2232660" y="510158"/>
                  </a:lnTo>
                  <a:lnTo>
                    <a:pt x="2232660" y="38480"/>
                  </a:lnTo>
                  <a:lnTo>
                    <a:pt x="2229629" y="23520"/>
                  </a:lnTo>
                  <a:lnTo>
                    <a:pt x="2221372" y="11287"/>
                  </a:lnTo>
                  <a:lnTo>
                    <a:pt x="2209139" y="3030"/>
                  </a:lnTo>
                  <a:lnTo>
                    <a:pt x="21941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559" y="3182620"/>
              <a:ext cx="2232660" cy="548640"/>
            </a:xfrm>
            <a:custGeom>
              <a:avLst/>
              <a:gdLst/>
              <a:ahLst/>
              <a:cxnLst/>
              <a:rect l="l" t="t" r="r" b="b"/>
              <a:pathLst>
                <a:path w="2232660" h="548639">
                  <a:moveTo>
                    <a:pt x="0" y="38480"/>
                  </a:moveTo>
                  <a:lnTo>
                    <a:pt x="3027" y="23520"/>
                  </a:lnTo>
                  <a:lnTo>
                    <a:pt x="11282" y="11287"/>
                  </a:lnTo>
                  <a:lnTo>
                    <a:pt x="23526" y="3030"/>
                  </a:lnTo>
                  <a:lnTo>
                    <a:pt x="38519" y="0"/>
                  </a:lnTo>
                  <a:lnTo>
                    <a:pt x="2194179" y="0"/>
                  </a:lnTo>
                  <a:lnTo>
                    <a:pt x="2209139" y="3030"/>
                  </a:lnTo>
                  <a:lnTo>
                    <a:pt x="2221372" y="11287"/>
                  </a:lnTo>
                  <a:lnTo>
                    <a:pt x="2229629" y="23520"/>
                  </a:lnTo>
                  <a:lnTo>
                    <a:pt x="2232660" y="38480"/>
                  </a:lnTo>
                  <a:lnTo>
                    <a:pt x="2232660" y="510158"/>
                  </a:lnTo>
                  <a:lnTo>
                    <a:pt x="2229629" y="525119"/>
                  </a:lnTo>
                  <a:lnTo>
                    <a:pt x="2221372" y="537352"/>
                  </a:lnTo>
                  <a:lnTo>
                    <a:pt x="2209139" y="545609"/>
                  </a:lnTo>
                  <a:lnTo>
                    <a:pt x="2194179" y="548639"/>
                  </a:lnTo>
                  <a:lnTo>
                    <a:pt x="38519" y="548639"/>
                  </a:lnTo>
                  <a:lnTo>
                    <a:pt x="23526" y="545609"/>
                  </a:lnTo>
                  <a:lnTo>
                    <a:pt x="11282" y="537352"/>
                  </a:lnTo>
                  <a:lnTo>
                    <a:pt x="3027" y="525119"/>
                  </a:lnTo>
                  <a:lnTo>
                    <a:pt x="0" y="510158"/>
                  </a:lnTo>
                  <a:lnTo>
                    <a:pt x="0" y="38480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29486" y="3198749"/>
            <a:ext cx="8947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marR="5080" indent="-68580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Curability </a:t>
            </a:r>
            <a:r>
              <a:rPr sz="1600" spc="-20" dirty="0">
                <a:latin typeface="Malgun Gothic"/>
                <a:cs typeface="Malgun Gothic"/>
              </a:rPr>
              <a:t>(지속성)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4296" y="3327653"/>
            <a:ext cx="49955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지속적</a:t>
            </a:r>
            <a:r>
              <a:rPr sz="1200" spc="4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Upgrade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에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대한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안정성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담보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영향도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분석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및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적용이</a:t>
            </a:r>
            <a:r>
              <a:rPr sz="1200" spc="-10" dirty="0">
                <a:latin typeface="Malgun Gothic"/>
                <a:cs typeface="Malgun Gothic"/>
              </a:rPr>
              <a:t> 가능하다.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46859" y="3848100"/>
            <a:ext cx="2258060" cy="535940"/>
            <a:chOff x="403859" y="3848100"/>
            <a:chExt cx="2258060" cy="535940"/>
          </a:xfrm>
        </p:grpSpPr>
        <p:sp>
          <p:nvSpPr>
            <p:cNvPr id="18" name="object 18"/>
            <p:cNvSpPr/>
            <p:nvPr/>
          </p:nvSpPr>
          <p:spPr>
            <a:xfrm>
              <a:off x="416559" y="3860800"/>
              <a:ext cx="2232660" cy="510540"/>
            </a:xfrm>
            <a:custGeom>
              <a:avLst/>
              <a:gdLst/>
              <a:ahLst/>
              <a:cxnLst/>
              <a:rect l="l" t="t" r="r" b="b"/>
              <a:pathLst>
                <a:path w="2232660" h="510539">
                  <a:moveTo>
                    <a:pt x="2196846" y="0"/>
                  </a:moveTo>
                  <a:lnTo>
                    <a:pt x="35852" y="0"/>
                  </a:lnTo>
                  <a:lnTo>
                    <a:pt x="21897" y="2809"/>
                  </a:lnTo>
                  <a:lnTo>
                    <a:pt x="10501" y="10477"/>
                  </a:lnTo>
                  <a:lnTo>
                    <a:pt x="2817" y="21859"/>
                  </a:lnTo>
                  <a:lnTo>
                    <a:pt x="0" y="35813"/>
                  </a:lnTo>
                  <a:lnTo>
                    <a:pt x="0" y="474725"/>
                  </a:lnTo>
                  <a:lnTo>
                    <a:pt x="2817" y="488680"/>
                  </a:lnTo>
                  <a:lnTo>
                    <a:pt x="10501" y="500062"/>
                  </a:lnTo>
                  <a:lnTo>
                    <a:pt x="21897" y="507730"/>
                  </a:lnTo>
                  <a:lnTo>
                    <a:pt x="35852" y="510539"/>
                  </a:lnTo>
                  <a:lnTo>
                    <a:pt x="2196846" y="510539"/>
                  </a:lnTo>
                  <a:lnTo>
                    <a:pt x="2210800" y="507730"/>
                  </a:lnTo>
                  <a:lnTo>
                    <a:pt x="2222182" y="500062"/>
                  </a:lnTo>
                  <a:lnTo>
                    <a:pt x="2229850" y="488680"/>
                  </a:lnTo>
                  <a:lnTo>
                    <a:pt x="2232660" y="474725"/>
                  </a:lnTo>
                  <a:lnTo>
                    <a:pt x="2232660" y="35813"/>
                  </a:lnTo>
                  <a:lnTo>
                    <a:pt x="2229850" y="21859"/>
                  </a:lnTo>
                  <a:lnTo>
                    <a:pt x="2222182" y="10477"/>
                  </a:lnTo>
                  <a:lnTo>
                    <a:pt x="2210800" y="2809"/>
                  </a:lnTo>
                  <a:lnTo>
                    <a:pt x="219684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6559" y="3860800"/>
              <a:ext cx="2232660" cy="510540"/>
            </a:xfrm>
            <a:custGeom>
              <a:avLst/>
              <a:gdLst/>
              <a:ahLst/>
              <a:cxnLst/>
              <a:rect l="l" t="t" r="r" b="b"/>
              <a:pathLst>
                <a:path w="2232660" h="510539">
                  <a:moveTo>
                    <a:pt x="0" y="35813"/>
                  </a:moveTo>
                  <a:lnTo>
                    <a:pt x="2817" y="21859"/>
                  </a:lnTo>
                  <a:lnTo>
                    <a:pt x="10501" y="10477"/>
                  </a:lnTo>
                  <a:lnTo>
                    <a:pt x="21897" y="2809"/>
                  </a:lnTo>
                  <a:lnTo>
                    <a:pt x="35852" y="0"/>
                  </a:lnTo>
                  <a:lnTo>
                    <a:pt x="2196846" y="0"/>
                  </a:lnTo>
                  <a:lnTo>
                    <a:pt x="2210800" y="2809"/>
                  </a:lnTo>
                  <a:lnTo>
                    <a:pt x="2222182" y="10477"/>
                  </a:lnTo>
                  <a:lnTo>
                    <a:pt x="2229850" y="21859"/>
                  </a:lnTo>
                  <a:lnTo>
                    <a:pt x="2232660" y="35813"/>
                  </a:lnTo>
                  <a:lnTo>
                    <a:pt x="2232660" y="474725"/>
                  </a:lnTo>
                  <a:lnTo>
                    <a:pt x="2229850" y="488680"/>
                  </a:lnTo>
                  <a:lnTo>
                    <a:pt x="2222182" y="500062"/>
                  </a:lnTo>
                  <a:lnTo>
                    <a:pt x="2210800" y="507730"/>
                  </a:lnTo>
                  <a:lnTo>
                    <a:pt x="2196846" y="510539"/>
                  </a:lnTo>
                  <a:lnTo>
                    <a:pt x="35852" y="510539"/>
                  </a:lnTo>
                  <a:lnTo>
                    <a:pt x="21897" y="507730"/>
                  </a:lnTo>
                  <a:lnTo>
                    <a:pt x="10501" y="500062"/>
                  </a:lnTo>
                  <a:lnTo>
                    <a:pt x="2817" y="488680"/>
                  </a:lnTo>
                  <a:lnTo>
                    <a:pt x="0" y="474725"/>
                  </a:lnTo>
                  <a:lnTo>
                    <a:pt x="0" y="3581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08531" y="3857561"/>
            <a:ext cx="93408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Protective</a:t>
            </a:r>
            <a:endParaRPr sz="1600">
              <a:latin typeface="Malgun Gothic"/>
              <a:cs typeface="Malgun Gothic"/>
            </a:endParaRPr>
          </a:p>
          <a:p>
            <a:pPr marL="101600">
              <a:spcBef>
                <a:spcPts val="5"/>
              </a:spcBef>
            </a:pPr>
            <a:r>
              <a:rPr sz="1600" spc="-10" dirty="0">
                <a:latin typeface="Malgun Gothic"/>
                <a:cs typeface="Malgun Gothic"/>
              </a:rPr>
              <a:t>(보호성)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71342" y="3863340"/>
            <a:ext cx="6666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Source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( java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.NET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)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등으로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구성되어진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Application</a:t>
            </a:r>
            <a:r>
              <a:rPr sz="1200" spc="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과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비교하여</a:t>
            </a:r>
            <a:r>
              <a:rPr sz="1200" spc="40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 구성되어진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Logic 등이</a:t>
            </a:r>
            <a:r>
              <a:rPr sz="1200" spc="395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Data </a:t>
            </a:r>
            <a:r>
              <a:rPr sz="1200" dirty="0">
                <a:latin typeface="Malgun Gothic"/>
                <a:cs typeface="Malgun Gothic"/>
              </a:rPr>
              <a:t>화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되어있고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실행은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엔진이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담당하므로</a:t>
            </a:r>
            <a:r>
              <a:rPr sz="1200" spc="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인하여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Application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의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구성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정보를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보호할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있다.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46859" y="4467859"/>
            <a:ext cx="2258060" cy="581660"/>
            <a:chOff x="403859" y="4467859"/>
            <a:chExt cx="2258060" cy="581660"/>
          </a:xfrm>
        </p:grpSpPr>
        <p:sp>
          <p:nvSpPr>
            <p:cNvPr id="23" name="object 23"/>
            <p:cNvSpPr/>
            <p:nvPr/>
          </p:nvSpPr>
          <p:spPr>
            <a:xfrm>
              <a:off x="416559" y="4480559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2193544" y="0"/>
                  </a:moveTo>
                  <a:lnTo>
                    <a:pt x="39065" y="0"/>
                  </a:lnTo>
                  <a:lnTo>
                    <a:pt x="23858" y="3075"/>
                  </a:lnTo>
                  <a:lnTo>
                    <a:pt x="11441" y="11461"/>
                  </a:lnTo>
                  <a:lnTo>
                    <a:pt x="3069" y="23895"/>
                  </a:lnTo>
                  <a:lnTo>
                    <a:pt x="0" y="39115"/>
                  </a:lnTo>
                  <a:lnTo>
                    <a:pt x="0" y="517144"/>
                  </a:lnTo>
                  <a:lnTo>
                    <a:pt x="3069" y="532364"/>
                  </a:lnTo>
                  <a:lnTo>
                    <a:pt x="11441" y="544798"/>
                  </a:lnTo>
                  <a:lnTo>
                    <a:pt x="23858" y="553184"/>
                  </a:lnTo>
                  <a:lnTo>
                    <a:pt x="39065" y="556259"/>
                  </a:lnTo>
                  <a:lnTo>
                    <a:pt x="2193544" y="556259"/>
                  </a:lnTo>
                  <a:lnTo>
                    <a:pt x="2208764" y="553184"/>
                  </a:lnTo>
                  <a:lnTo>
                    <a:pt x="2221198" y="544798"/>
                  </a:lnTo>
                  <a:lnTo>
                    <a:pt x="2229584" y="532364"/>
                  </a:lnTo>
                  <a:lnTo>
                    <a:pt x="2232660" y="517144"/>
                  </a:lnTo>
                  <a:lnTo>
                    <a:pt x="2232660" y="39115"/>
                  </a:lnTo>
                  <a:lnTo>
                    <a:pt x="2229584" y="23895"/>
                  </a:lnTo>
                  <a:lnTo>
                    <a:pt x="2221198" y="11461"/>
                  </a:lnTo>
                  <a:lnTo>
                    <a:pt x="2208764" y="3075"/>
                  </a:lnTo>
                  <a:lnTo>
                    <a:pt x="21935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6559" y="4480559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0" y="39115"/>
                  </a:moveTo>
                  <a:lnTo>
                    <a:pt x="3069" y="23895"/>
                  </a:lnTo>
                  <a:lnTo>
                    <a:pt x="11441" y="11461"/>
                  </a:lnTo>
                  <a:lnTo>
                    <a:pt x="23858" y="3075"/>
                  </a:lnTo>
                  <a:lnTo>
                    <a:pt x="39065" y="0"/>
                  </a:lnTo>
                  <a:lnTo>
                    <a:pt x="2193544" y="0"/>
                  </a:lnTo>
                  <a:lnTo>
                    <a:pt x="2208764" y="3075"/>
                  </a:lnTo>
                  <a:lnTo>
                    <a:pt x="2221198" y="11461"/>
                  </a:lnTo>
                  <a:lnTo>
                    <a:pt x="2229584" y="23895"/>
                  </a:lnTo>
                  <a:lnTo>
                    <a:pt x="2232660" y="39115"/>
                  </a:lnTo>
                  <a:lnTo>
                    <a:pt x="2232660" y="517144"/>
                  </a:lnTo>
                  <a:lnTo>
                    <a:pt x="2229584" y="532364"/>
                  </a:lnTo>
                  <a:lnTo>
                    <a:pt x="2221198" y="544798"/>
                  </a:lnTo>
                  <a:lnTo>
                    <a:pt x="2208764" y="553184"/>
                  </a:lnTo>
                  <a:lnTo>
                    <a:pt x="2193544" y="556259"/>
                  </a:lnTo>
                  <a:lnTo>
                    <a:pt x="39065" y="556259"/>
                  </a:lnTo>
                  <a:lnTo>
                    <a:pt x="23858" y="553184"/>
                  </a:lnTo>
                  <a:lnTo>
                    <a:pt x="11441" y="544798"/>
                  </a:lnTo>
                  <a:lnTo>
                    <a:pt x="3069" y="532364"/>
                  </a:lnTo>
                  <a:lnTo>
                    <a:pt x="0" y="517144"/>
                  </a:lnTo>
                  <a:lnTo>
                    <a:pt x="0" y="3911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013585" y="4500498"/>
            <a:ext cx="13233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4480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Manageability (관리성)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46859" y="5173979"/>
            <a:ext cx="2258060" cy="571500"/>
            <a:chOff x="403859" y="5173979"/>
            <a:chExt cx="2258060" cy="571500"/>
          </a:xfrm>
        </p:grpSpPr>
        <p:sp>
          <p:nvSpPr>
            <p:cNvPr id="27" name="object 27"/>
            <p:cNvSpPr/>
            <p:nvPr/>
          </p:nvSpPr>
          <p:spPr>
            <a:xfrm>
              <a:off x="416559" y="5186679"/>
              <a:ext cx="2232660" cy="546100"/>
            </a:xfrm>
            <a:custGeom>
              <a:avLst/>
              <a:gdLst/>
              <a:ahLst/>
              <a:cxnLst/>
              <a:rect l="l" t="t" r="r" b="b"/>
              <a:pathLst>
                <a:path w="2232660" h="546100">
                  <a:moveTo>
                    <a:pt x="2194306" y="0"/>
                  </a:moveTo>
                  <a:lnTo>
                    <a:pt x="38341" y="0"/>
                  </a:lnTo>
                  <a:lnTo>
                    <a:pt x="23418" y="3010"/>
                  </a:lnTo>
                  <a:lnTo>
                    <a:pt x="11231" y="11223"/>
                  </a:lnTo>
                  <a:lnTo>
                    <a:pt x="3013" y="23413"/>
                  </a:lnTo>
                  <a:lnTo>
                    <a:pt x="0" y="38354"/>
                  </a:lnTo>
                  <a:lnTo>
                    <a:pt x="0" y="507758"/>
                  </a:lnTo>
                  <a:lnTo>
                    <a:pt x="3013" y="522681"/>
                  </a:lnTo>
                  <a:lnTo>
                    <a:pt x="11231" y="534868"/>
                  </a:lnTo>
                  <a:lnTo>
                    <a:pt x="23418" y="543086"/>
                  </a:lnTo>
                  <a:lnTo>
                    <a:pt x="38341" y="546100"/>
                  </a:lnTo>
                  <a:lnTo>
                    <a:pt x="2194306" y="546100"/>
                  </a:lnTo>
                  <a:lnTo>
                    <a:pt x="2209246" y="543086"/>
                  </a:lnTo>
                  <a:lnTo>
                    <a:pt x="2221436" y="534868"/>
                  </a:lnTo>
                  <a:lnTo>
                    <a:pt x="2229649" y="522681"/>
                  </a:lnTo>
                  <a:lnTo>
                    <a:pt x="2232660" y="507758"/>
                  </a:lnTo>
                  <a:lnTo>
                    <a:pt x="2232660" y="38354"/>
                  </a:lnTo>
                  <a:lnTo>
                    <a:pt x="2229649" y="23413"/>
                  </a:lnTo>
                  <a:lnTo>
                    <a:pt x="2221436" y="11223"/>
                  </a:lnTo>
                  <a:lnTo>
                    <a:pt x="2209246" y="3010"/>
                  </a:lnTo>
                  <a:lnTo>
                    <a:pt x="21943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6559" y="5186679"/>
              <a:ext cx="2232660" cy="546100"/>
            </a:xfrm>
            <a:custGeom>
              <a:avLst/>
              <a:gdLst/>
              <a:ahLst/>
              <a:cxnLst/>
              <a:rect l="l" t="t" r="r" b="b"/>
              <a:pathLst>
                <a:path w="2232660" h="546100">
                  <a:moveTo>
                    <a:pt x="0" y="38354"/>
                  </a:moveTo>
                  <a:lnTo>
                    <a:pt x="3013" y="23413"/>
                  </a:lnTo>
                  <a:lnTo>
                    <a:pt x="11231" y="11223"/>
                  </a:lnTo>
                  <a:lnTo>
                    <a:pt x="23418" y="3010"/>
                  </a:lnTo>
                  <a:lnTo>
                    <a:pt x="38341" y="0"/>
                  </a:lnTo>
                  <a:lnTo>
                    <a:pt x="2194306" y="0"/>
                  </a:lnTo>
                  <a:lnTo>
                    <a:pt x="2209246" y="3010"/>
                  </a:lnTo>
                  <a:lnTo>
                    <a:pt x="2221436" y="11223"/>
                  </a:lnTo>
                  <a:lnTo>
                    <a:pt x="2229649" y="23413"/>
                  </a:lnTo>
                  <a:lnTo>
                    <a:pt x="2232660" y="38354"/>
                  </a:lnTo>
                  <a:lnTo>
                    <a:pt x="2232660" y="507758"/>
                  </a:lnTo>
                  <a:lnTo>
                    <a:pt x="2229649" y="522681"/>
                  </a:lnTo>
                  <a:lnTo>
                    <a:pt x="2221436" y="534868"/>
                  </a:lnTo>
                  <a:lnTo>
                    <a:pt x="2209246" y="543086"/>
                  </a:lnTo>
                  <a:lnTo>
                    <a:pt x="2194306" y="546100"/>
                  </a:lnTo>
                  <a:lnTo>
                    <a:pt x="38341" y="546100"/>
                  </a:lnTo>
                  <a:lnTo>
                    <a:pt x="23418" y="543086"/>
                  </a:lnTo>
                  <a:lnTo>
                    <a:pt x="11231" y="534868"/>
                  </a:lnTo>
                  <a:lnTo>
                    <a:pt x="3013" y="522681"/>
                  </a:lnTo>
                  <a:lnTo>
                    <a:pt x="0" y="507758"/>
                  </a:lnTo>
                  <a:lnTo>
                    <a:pt x="0" y="3835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087244" y="5202809"/>
            <a:ext cx="11785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520" marR="5080" indent="-210820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Analyzability (분석성)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21</a:t>
            </a:fld>
            <a:endParaRPr spc="-25" dirty="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897377" y="4529073"/>
            <a:ext cx="6715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Application</a:t>
            </a:r>
            <a:r>
              <a:rPr sz="1200" spc="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의 Visibility 와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Monitoring ,</a:t>
            </a:r>
            <a:r>
              <a:rPr sz="1200" spc="409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수준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높은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시스템 품질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제공,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비정상적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오류 감지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추출 </a:t>
            </a:r>
            <a:r>
              <a:rPr sz="1200" spc="-50" dirty="0">
                <a:latin typeface="Malgun Gothic"/>
                <a:cs typeface="Malgun Gothic"/>
              </a:rPr>
              <a:t>, </a:t>
            </a:r>
            <a:r>
              <a:rPr sz="1200" dirty="0">
                <a:latin typeface="Malgun Gothic"/>
                <a:cs typeface="Malgun Gothic"/>
              </a:rPr>
              <a:t>제어,</a:t>
            </a:r>
            <a:r>
              <a:rPr sz="1200" spc="40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Refactoring 등의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기능을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제공하여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관리성을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높인다.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91914" y="5322570"/>
            <a:ext cx="59664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Design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viewer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 Visibility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 영향도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분석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,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실행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패턴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분석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등을</a:t>
            </a:r>
            <a:r>
              <a:rPr sz="1200" spc="40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통하여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분석성을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spc="-20" dirty="0">
                <a:latin typeface="Malgun Gothic"/>
                <a:cs typeface="Malgun Gothic"/>
              </a:rPr>
              <a:t>높인다.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02889" y="1182623"/>
            <a:ext cx="6578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2800" b="1" spc="-1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기반</a:t>
            </a:r>
            <a:r>
              <a:rPr sz="2800" b="1" spc="-9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PKG의</a:t>
            </a:r>
            <a:r>
              <a:rPr sz="2800" b="1" spc="-7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spc="-10" dirty="0">
                <a:solidFill>
                  <a:srgbClr val="F68221"/>
                </a:solidFill>
                <a:latin typeface="Malgun Gothic"/>
                <a:cs typeface="Malgun Gothic"/>
              </a:rPr>
              <a:t>Technical</a:t>
            </a:r>
            <a:r>
              <a:rPr sz="2800" b="1" spc="-90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68221"/>
                </a:solidFill>
                <a:latin typeface="Malgun Gothic"/>
                <a:cs typeface="Malgun Gothic"/>
              </a:rPr>
              <a:t>Benefit</a:t>
            </a:r>
            <a:r>
              <a:rPr sz="2800" b="1" spc="-8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2800" b="1" spc="-60" dirty="0">
                <a:solidFill>
                  <a:srgbClr val="F68221"/>
                </a:solidFill>
                <a:latin typeface="Malgun Gothic"/>
                <a:cs typeface="Malgun Gothic"/>
              </a:rPr>
              <a:t>?</a:t>
            </a:r>
            <a:endParaRPr sz="2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63980" y="145759"/>
            <a:ext cx="5356225" cy="6912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Biz.</a:t>
            </a:r>
            <a:r>
              <a:rPr spc="-20" dirty="0"/>
              <a:t> </a:t>
            </a:r>
            <a:r>
              <a:rPr dirty="0"/>
              <a:t>Application 이</a:t>
            </a:r>
            <a:r>
              <a:rPr spc="-25" dirty="0"/>
              <a:t> </a:t>
            </a:r>
            <a:r>
              <a:rPr dirty="0"/>
              <a:t>갖게</a:t>
            </a:r>
            <a:r>
              <a:rPr spc="-20" dirty="0"/>
              <a:t> </a:t>
            </a:r>
            <a:r>
              <a:rPr dirty="0"/>
              <a:t>될</a:t>
            </a:r>
            <a:r>
              <a:rPr spc="-25" dirty="0"/>
              <a:t> </a:t>
            </a:r>
            <a:r>
              <a:rPr spc="-10" dirty="0"/>
              <a:t>Benefit</a:t>
            </a:r>
          </a:p>
          <a:p>
            <a:pPr marL="27305">
              <a:spcBef>
                <a:spcPts val="650"/>
              </a:spcBef>
            </a:pPr>
            <a:r>
              <a:rPr sz="1700" b="0" dirty="0">
                <a:solidFill>
                  <a:srgbClr val="404040"/>
                </a:solidFill>
              </a:rPr>
              <a:t>Business(사업적)</a:t>
            </a:r>
            <a:r>
              <a:rPr sz="1700" b="0" spc="-90" dirty="0">
                <a:solidFill>
                  <a:srgbClr val="404040"/>
                </a:solidFill>
              </a:rPr>
              <a:t> </a:t>
            </a:r>
            <a:r>
              <a:rPr sz="1700" b="0" spc="-10" dirty="0">
                <a:solidFill>
                  <a:srgbClr val="404040"/>
                </a:solidFill>
              </a:rPr>
              <a:t>Benefit</a:t>
            </a:r>
            <a:endParaRPr sz="1700"/>
          </a:p>
        </p:txBody>
      </p:sp>
      <p:sp>
        <p:nvSpPr>
          <p:cNvPr id="5" name="object 5"/>
          <p:cNvSpPr txBox="1"/>
          <p:nvPr/>
        </p:nvSpPr>
        <p:spPr>
          <a:xfrm>
            <a:off x="3129914" y="1182623"/>
            <a:ext cx="5924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2800" b="1" spc="-7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Based</a:t>
            </a:r>
            <a:r>
              <a:rPr sz="2800" b="1" spc="-7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404040"/>
                </a:solidFill>
                <a:latin typeface="Malgun Gothic"/>
                <a:cs typeface="Malgun Gothic"/>
              </a:rPr>
              <a:t>PKG의</a:t>
            </a:r>
            <a:r>
              <a:rPr sz="2800" b="1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68221"/>
                </a:solidFill>
                <a:latin typeface="Malgun Gothic"/>
                <a:cs typeface="Malgun Gothic"/>
              </a:rPr>
              <a:t>Biz.</a:t>
            </a:r>
            <a:r>
              <a:rPr sz="2800" b="1" spc="-40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68221"/>
                </a:solidFill>
                <a:latin typeface="Malgun Gothic"/>
                <a:cs typeface="Malgun Gothic"/>
              </a:rPr>
              <a:t>Benefit</a:t>
            </a:r>
            <a:r>
              <a:rPr sz="2800" b="1" spc="-50" dirty="0">
                <a:solidFill>
                  <a:srgbClr val="F68221"/>
                </a:solidFill>
                <a:latin typeface="Malgun Gothic"/>
                <a:cs typeface="Malgun Gothic"/>
              </a:rPr>
              <a:t> ?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74140" y="2120900"/>
            <a:ext cx="9486900" cy="3914140"/>
            <a:chOff x="231140" y="2120900"/>
            <a:chExt cx="9486900" cy="3914140"/>
          </a:xfrm>
        </p:grpSpPr>
        <p:sp>
          <p:nvSpPr>
            <p:cNvPr id="7" name="object 7"/>
            <p:cNvSpPr/>
            <p:nvPr/>
          </p:nvSpPr>
          <p:spPr>
            <a:xfrm>
              <a:off x="243840" y="2133600"/>
              <a:ext cx="9461500" cy="3888740"/>
            </a:xfrm>
            <a:custGeom>
              <a:avLst/>
              <a:gdLst/>
              <a:ahLst/>
              <a:cxnLst/>
              <a:rect l="l" t="t" r="r" b="b"/>
              <a:pathLst>
                <a:path w="9461500" h="3888740">
                  <a:moveTo>
                    <a:pt x="9238361" y="0"/>
                  </a:moveTo>
                  <a:lnTo>
                    <a:pt x="223139" y="0"/>
                  </a:lnTo>
                  <a:lnTo>
                    <a:pt x="178167" y="4535"/>
                  </a:lnTo>
                  <a:lnTo>
                    <a:pt x="136281" y="17541"/>
                  </a:lnTo>
                  <a:lnTo>
                    <a:pt x="98377" y="38120"/>
                  </a:lnTo>
                  <a:lnTo>
                    <a:pt x="65354" y="65373"/>
                  </a:lnTo>
                  <a:lnTo>
                    <a:pt x="38107" y="98400"/>
                  </a:lnTo>
                  <a:lnTo>
                    <a:pt x="17534" y="136302"/>
                  </a:lnTo>
                  <a:lnTo>
                    <a:pt x="4533" y="178181"/>
                  </a:lnTo>
                  <a:lnTo>
                    <a:pt x="0" y="223138"/>
                  </a:lnTo>
                  <a:lnTo>
                    <a:pt x="0" y="3665601"/>
                  </a:lnTo>
                  <a:lnTo>
                    <a:pt x="4533" y="3710572"/>
                  </a:lnTo>
                  <a:lnTo>
                    <a:pt x="17534" y="3752458"/>
                  </a:lnTo>
                  <a:lnTo>
                    <a:pt x="38107" y="3790362"/>
                  </a:lnTo>
                  <a:lnTo>
                    <a:pt x="65354" y="3823385"/>
                  </a:lnTo>
                  <a:lnTo>
                    <a:pt x="98377" y="3850632"/>
                  </a:lnTo>
                  <a:lnTo>
                    <a:pt x="136281" y="3871205"/>
                  </a:lnTo>
                  <a:lnTo>
                    <a:pt x="178167" y="3884206"/>
                  </a:lnTo>
                  <a:lnTo>
                    <a:pt x="223139" y="3888740"/>
                  </a:lnTo>
                  <a:lnTo>
                    <a:pt x="9238361" y="3888740"/>
                  </a:lnTo>
                  <a:lnTo>
                    <a:pt x="9283318" y="3884206"/>
                  </a:lnTo>
                  <a:lnTo>
                    <a:pt x="9325197" y="3871205"/>
                  </a:lnTo>
                  <a:lnTo>
                    <a:pt x="9363099" y="3850632"/>
                  </a:lnTo>
                  <a:lnTo>
                    <a:pt x="9396126" y="3823385"/>
                  </a:lnTo>
                  <a:lnTo>
                    <a:pt x="9423379" y="3790362"/>
                  </a:lnTo>
                  <a:lnTo>
                    <a:pt x="9443958" y="3752458"/>
                  </a:lnTo>
                  <a:lnTo>
                    <a:pt x="9456964" y="3710572"/>
                  </a:lnTo>
                  <a:lnTo>
                    <a:pt x="9461500" y="3665601"/>
                  </a:lnTo>
                  <a:lnTo>
                    <a:pt x="9461500" y="223138"/>
                  </a:lnTo>
                  <a:lnTo>
                    <a:pt x="9456964" y="178181"/>
                  </a:lnTo>
                  <a:lnTo>
                    <a:pt x="9443958" y="136302"/>
                  </a:lnTo>
                  <a:lnTo>
                    <a:pt x="9423379" y="98400"/>
                  </a:lnTo>
                  <a:lnTo>
                    <a:pt x="9396126" y="65373"/>
                  </a:lnTo>
                  <a:lnTo>
                    <a:pt x="9363099" y="38120"/>
                  </a:lnTo>
                  <a:lnTo>
                    <a:pt x="9325197" y="17541"/>
                  </a:lnTo>
                  <a:lnTo>
                    <a:pt x="9283318" y="4535"/>
                  </a:lnTo>
                  <a:lnTo>
                    <a:pt x="923836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" y="2133600"/>
              <a:ext cx="9461500" cy="3888740"/>
            </a:xfrm>
            <a:custGeom>
              <a:avLst/>
              <a:gdLst/>
              <a:ahLst/>
              <a:cxnLst/>
              <a:rect l="l" t="t" r="r" b="b"/>
              <a:pathLst>
                <a:path w="9461500" h="3888740">
                  <a:moveTo>
                    <a:pt x="0" y="223138"/>
                  </a:moveTo>
                  <a:lnTo>
                    <a:pt x="4533" y="178181"/>
                  </a:lnTo>
                  <a:lnTo>
                    <a:pt x="17534" y="136302"/>
                  </a:lnTo>
                  <a:lnTo>
                    <a:pt x="38107" y="98400"/>
                  </a:lnTo>
                  <a:lnTo>
                    <a:pt x="65354" y="65373"/>
                  </a:lnTo>
                  <a:lnTo>
                    <a:pt x="98377" y="38120"/>
                  </a:lnTo>
                  <a:lnTo>
                    <a:pt x="136281" y="17541"/>
                  </a:lnTo>
                  <a:lnTo>
                    <a:pt x="178167" y="4535"/>
                  </a:lnTo>
                  <a:lnTo>
                    <a:pt x="223139" y="0"/>
                  </a:lnTo>
                  <a:lnTo>
                    <a:pt x="9238361" y="0"/>
                  </a:lnTo>
                  <a:lnTo>
                    <a:pt x="9283318" y="4535"/>
                  </a:lnTo>
                  <a:lnTo>
                    <a:pt x="9325197" y="17541"/>
                  </a:lnTo>
                  <a:lnTo>
                    <a:pt x="9363099" y="38120"/>
                  </a:lnTo>
                  <a:lnTo>
                    <a:pt x="9396126" y="65373"/>
                  </a:lnTo>
                  <a:lnTo>
                    <a:pt x="9423379" y="98400"/>
                  </a:lnTo>
                  <a:lnTo>
                    <a:pt x="9443958" y="136302"/>
                  </a:lnTo>
                  <a:lnTo>
                    <a:pt x="9456964" y="178181"/>
                  </a:lnTo>
                  <a:lnTo>
                    <a:pt x="9461500" y="223138"/>
                  </a:lnTo>
                  <a:lnTo>
                    <a:pt x="9461500" y="3665601"/>
                  </a:lnTo>
                  <a:lnTo>
                    <a:pt x="9456964" y="3710572"/>
                  </a:lnTo>
                  <a:lnTo>
                    <a:pt x="9443958" y="3752458"/>
                  </a:lnTo>
                  <a:lnTo>
                    <a:pt x="9423379" y="3790362"/>
                  </a:lnTo>
                  <a:lnTo>
                    <a:pt x="9396126" y="3823385"/>
                  </a:lnTo>
                  <a:lnTo>
                    <a:pt x="9363099" y="3850632"/>
                  </a:lnTo>
                  <a:lnTo>
                    <a:pt x="9325197" y="3871205"/>
                  </a:lnTo>
                  <a:lnTo>
                    <a:pt x="9283318" y="3884206"/>
                  </a:lnTo>
                  <a:lnTo>
                    <a:pt x="9238361" y="3888740"/>
                  </a:lnTo>
                  <a:lnTo>
                    <a:pt x="223139" y="3888740"/>
                  </a:lnTo>
                  <a:lnTo>
                    <a:pt x="178167" y="3884206"/>
                  </a:lnTo>
                  <a:lnTo>
                    <a:pt x="136281" y="3871205"/>
                  </a:lnTo>
                  <a:lnTo>
                    <a:pt x="98377" y="3850632"/>
                  </a:lnTo>
                  <a:lnTo>
                    <a:pt x="65354" y="3823385"/>
                  </a:lnTo>
                  <a:lnTo>
                    <a:pt x="38107" y="3790362"/>
                  </a:lnTo>
                  <a:lnTo>
                    <a:pt x="17534" y="3752458"/>
                  </a:lnTo>
                  <a:lnTo>
                    <a:pt x="4533" y="3710572"/>
                  </a:lnTo>
                  <a:lnTo>
                    <a:pt x="0" y="3665601"/>
                  </a:lnTo>
                  <a:lnTo>
                    <a:pt x="0" y="223138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6560" y="2476500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2193544" y="0"/>
                  </a:moveTo>
                  <a:lnTo>
                    <a:pt x="39065" y="0"/>
                  </a:lnTo>
                  <a:lnTo>
                    <a:pt x="23858" y="3075"/>
                  </a:lnTo>
                  <a:lnTo>
                    <a:pt x="11441" y="11461"/>
                  </a:lnTo>
                  <a:lnTo>
                    <a:pt x="3069" y="23895"/>
                  </a:lnTo>
                  <a:lnTo>
                    <a:pt x="0" y="39115"/>
                  </a:lnTo>
                  <a:lnTo>
                    <a:pt x="0" y="517144"/>
                  </a:lnTo>
                  <a:lnTo>
                    <a:pt x="3069" y="532364"/>
                  </a:lnTo>
                  <a:lnTo>
                    <a:pt x="11441" y="544798"/>
                  </a:lnTo>
                  <a:lnTo>
                    <a:pt x="23858" y="553184"/>
                  </a:lnTo>
                  <a:lnTo>
                    <a:pt x="39065" y="556260"/>
                  </a:lnTo>
                  <a:lnTo>
                    <a:pt x="2193544" y="556260"/>
                  </a:lnTo>
                  <a:lnTo>
                    <a:pt x="2208764" y="553184"/>
                  </a:lnTo>
                  <a:lnTo>
                    <a:pt x="2221198" y="544798"/>
                  </a:lnTo>
                  <a:lnTo>
                    <a:pt x="2229584" y="532364"/>
                  </a:lnTo>
                  <a:lnTo>
                    <a:pt x="2232660" y="517144"/>
                  </a:lnTo>
                  <a:lnTo>
                    <a:pt x="2232660" y="39115"/>
                  </a:lnTo>
                  <a:lnTo>
                    <a:pt x="2229584" y="23895"/>
                  </a:lnTo>
                  <a:lnTo>
                    <a:pt x="2221198" y="11461"/>
                  </a:lnTo>
                  <a:lnTo>
                    <a:pt x="2208764" y="3075"/>
                  </a:lnTo>
                  <a:lnTo>
                    <a:pt x="21935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6560" y="2476500"/>
              <a:ext cx="2232660" cy="556260"/>
            </a:xfrm>
            <a:custGeom>
              <a:avLst/>
              <a:gdLst/>
              <a:ahLst/>
              <a:cxnLst/>
              <a:rect l="l" t="t" r="r" b="b"/>
              <a:pathLst>
                <a:path w="2232660" h="556260">
                  <a:moveTo>
                    <a:pt x="0" y="39115"/>
                  </a:moveTo>
                  <a:lnTo>
                    <a:pt x="3069" y="23895"/>
                  </a:lnTo>
                  <a:lnTo>
                    <a:pt x="11441" y="11461"/>
                  </a:lnTo>
                  <a:lnTo>
                    <a:pt x="23858" y="3075"/>
                  </a:lnTo>
                  <a:lnTo>
                    <a:pt x="39065" y="0"/>
                  </a:lnTo>
                  <a:lnTo>
                    <a:pt x="2193544" y="0"/>
                  </a:lnTo>
                  <a:lnTo>
                    <a:pt x="2208764" y="3075"/>
                  </a:lnTo>
                  <a:lnTo>
                    <a:pt x="2221198" y="11461"/>
                  </a:lnTo>
                  <a:lnTo>
                    <a:pt x="2229584" y="23895"/>
                  </a:lnTo>
                  <a:lnTo>
                    <a:pt x="2232660" y="39115"/>
                  </a:lnTo>
                  <a:lnTo>
                    <a:pt x="2232660" y="517144"/>
                  </a:lnTo>
                  <a:lnTo>
                    <a:pt x="2229584" y="532364"/>
                  </a:lnTo>
                  <a:lnTo>
                    <a:pt x="2221198" y="544798"/>
                  </a:lnTo>
                  <a:lnTo>
                    <a:pt x="2208764" y="553184"/>
                  </a:lnTo>
                  <a:lnTo>
                    <a:pt x="2193544" y="556260"/>
                  </a:lnTo>
                  <a:lnTo>
                    <a:pt x="39065" y="556260"/>
                  </a:lnTo>
                  <a:lnTo>
                    <a:pt x="23858" y="553184"/>
                  </a:lnTo>
                  <a:lnTo>
                    <a:pt x="11441" y="544798"/>
                  </a:lnTo>
                  <a:lnTo>
                    <a:pt x="3069" y="532364"/>
                  </a:lnTo>
                  <a:lnTo>
                    <a:pt x="0" y="517144"/>
                  </a:lnTo>
                  <a:lnTo>
                    <a:pt x="0" y="3911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20265" y="2496566"/>
            <a:ext cx="11118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Governance</a:t>
            </a:r>
            <a:endParaRPr sz="1600">
              <a:latin typeface="Malgun Gothic"/>
              <a:cs typeface="Malgun Gothic"/>
            </a:endParaRPr>
          </a:p>
          <a:p>
            <a:pPr marL="1905" algn="ctr"/>
            <a:r>
              <a:rPr sz="1600" spc="-10" dirty="0">
                <a:latin typeface="Malgun Gothic"/>
                <a:cs typeface="Malgun Gothic"/>
              </a:rPr>
              <a:t>(지배력)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71342" y="2507616"/>
            <a:ext cx="66846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사업 Partner와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Customer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에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대한 지배력을 확보,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완벽한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F68221"/>
                </a:solidFill>
                <a:latin typeface="Malgun Gothic"/>
                <a:cs typeface="Malgun Gothic"/>
              </a:rPr>
              <a:t>Channel business</a:t>
            </a:r>
            <a:r>
              <a:rPr sz="1200" b="1" spc="10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를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가능하게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한다.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spc="-60" dirty="0">
                <a:latin typeface="Malgun Gothic"/>
                <a:cs typeface="Malgun Gothic"/>
              </a:rPr>
              <a:t>또 </a:t>
            </a:r>
            <a:r>
              <a:rPr sz="1200" dirty="0">
                <a:latin typeface="Malgun Gothic"/>
                <a:cs typeface="Malgun Gothic"/>
              </a:rPr>
              <a:t>한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제품의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커스터마이징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단계에서</a:t>
            </a:r>
            <a:r>
              <a:rPr sz="1200" spc="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부터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유지보수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단계에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이르는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전체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서비스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프로세스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상에서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본 </a:t>
            </a:r>
            <a:r>
              <a:rPr sz="1200" dirty="0">
                <a:latin typeface="Malgun Gothic"/>
                <a:cs typeface="Malgun Gothic"/>
              </a:rPr>
              <a:t>사의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완벽한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Governance를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확보한다.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46859" y="3776979"/>
            <a:ext cx="2258060" cy="571500"/>
            <a:chOff x="403859" y="3776979"/>
            <a:chExt cx="2258060" cy="571500"/>
          </a:xfrm>
        </p:grpSpPr>
        <p:sp>
          <p:nvSpPr>
            <p:cNvPr id="14" name="object 14"/>
            <p:cNvSpPr/>
            <p:nvPr/>
          </p:nvSpPr>
          <p:spPr>
            <a:xfrm>
              <a:off x="416559" y="3789679"/>
              <a:ext cx="2232660" cy="546100"/>
            </a:xfrm>
            <a:custGeom>
              <a:avLst/>
              <a:gdLst/>
              <a:ahLst/>
              <a:cxnLst/>
              <a:rect l="l" t="t" r="r" b="b"/>
              <a:pathLst>
                <a:path w="2232660" h="546100">
                  <a:moveTo>
                    <a:pt x="2194306" y="0"/>
                  </a:moveTo>
                  <a:lnTo>
                    <a:pt x="38341" y="0"/>
                  </a:lnTo>
                  <a:lnTo>
                    <a:pt x="23418" y="3010"/>
                  </a:lnTo>
                  <a:lnTo>
                    <a:pt x="11231" y="11223"/>
                  </a:lnTo>
                  <a:lnTo>
                    <a:pt x="3013" y="23413"/>
                  </a:lnTo>
                  <a:lnTo>
                    <a:pt x="0" y="38354"/>
                  </a:lnTo>
                  <a:lnTo>
                    <a:pt x="0" y="507746"/>
                  </a:lnTo>
                  <a:lnTo>
                    <a:pt x="3013" y="522686"/>
                  </a:lnTo>
                  <a:lnTo>
                    <a:pt x="11231" y="534876"/>
                  </a:lnTo>
                  <a:lnTo>
                    <a:pt x="23418" y="543089"/>
                  </a:lnTo>
                  <a:lnTo>
                    <a:pt x="38341" y="546100"/>
                  </a:lnTo>
                  <a:lnTo>
                    <a:pt x="2194306" y="546100"/>
                  </a:lnTo>
                  <a:lnTo>
                    <a:pt x="2209246" y="543089"/>
                  </a:lnTo>
                  <a:lnTo>
                    <a:pt x="2221436" y="534876"/>
                  </a:lnTo>
                  <a:lnTo>
                    <a:pt x="2229649" y="522686"/>
                  </a:lnTo>
                  <a:lnTo>
                    <a:pt x="2232660" y="507746"/>
                  </a:lnTo>
                  <a:lnTo>
                    <a:pt x="2232660" y="38354"/>
                  </a:lnTo>
                  <a:lnTo>
                    <a:pt x="2229649" y="23413"/>
                  </a:lnTo>
                  <a:lnTo>
                    <a:pt x="2221436" y="11223"/>
                  </a:lnTo>
                  <a:lnTo>
                    <a:pt x="2209246" y="3010"/>
                  </a:lnTo>
                  <a:lnTo>
                    <a:pt x="219430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6559" y="3789679"/>
              <a:ext cx="2232660" cy="546100"/>
            </a:xfrm>
            <a:custGeom>
              <a:avLst/>
              <a:gdLst/>
              <a:ahLst/>
              <a:cxnLst/>
              <a:rect l="l" t="t" r="r" b="b"/>
              <a:pathLst>
                <a:path w="2232660" h="546100">
                  <a:moveTo>
                    <a:pt x="0" y="38354"/>
                  </a:moveTo>
                  <a:lnTo>
                    <a:pt x="3013" y="23413"/>
                  </a:lnTo>
                  <a:lnTo>
                    <a:pt x="11231" y="11223"/>
                  </a:lnTo>
                  <a:lnTo>
                    <a:pt x="23418" y="3010"/>
                  </a:lnTo>
                  <a:lnTo>
                    <a:pt x="38341" y="0"/>
                  </a:lnTo>
                  <a:lnTo>
                    <a:pt x="2194306" y="0"/>
                  </a:lnTo>
                  <a:lnTo>
                    <a:pt x="2209246" y="3010"/>
                  </a:lnTo>
                  <a:lnTo>
                    <a:pt x="2221436" y="11223"/>
                  </a:lnTo>
                  <a:lnTo>
                    <a:pt x="2229649" y="23413"/>
                  </a:lnTo>
                  <a:lnTo>
                    <a:pt x="2232660" y="38354"/>
                  </a:lnTo>
                  <a:lnTo>
                    <a:pt x="2232660" y="507746"/>
                  </a:lnTo>
                  <a:lnTo>
                    <a:pt x="2229649" y="522686"/>
                  </a:lnTo>
                  <a:lnTo>
                    <a:pt x="2221436" y="534876"/>
                  </a:lnTo>
                  <a:lnTo>
                    <a:pt x="2209246" y="543089"/>
                  </a:lnTo>
                  <a:lnTo>
                    <a:pt x="2194306" y="546100"/>
                  </a:lnTo>
                  <a:lnTo>
                    <a:pt x="38341" y="546100"/>
                  </a:lnTo>
                  <a:lnTo>
                    <a:pt x="23418" y="543089"/>
                  </a:lnTo>
                  <a:lnTo>
                    <a:pt x="11231" y="534876"/>
                  </a:lnTo>
                  <a:lnTo>
                    <a:pt x="3013" y="522686"/>
                  </a:lnTo>
                  <a:lnTo>
                    <a:pt x="0" y="507746"/>
                  </a:lnTo>
                  <a:lnTo>
                    <a:pt x="0" y="38354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31644" y="3805491"/>
            <a:ext cx="188976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dirty="0">
                <a:latin typeface="Malgun Gothic"/>
                <a:cs typeface="Malgun Gothic"/>
              </a:rPr>
              <a:t>Economic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Feasibility</a:t>
            </a:r>
            <a:endParaRPr sz="1600">
              <a:latin typeface="Malgun Gothic"/>
              <a:cs typeface="Malgun Gothic"/>
            </a:endParaRPr>
          </a:p>
          <a:p>
            <a:pPr marL="1270" algn="ctr">
              <a:spcBef>
                <a:spcPts val="5"/>
              </a:spcBef>
            </a:pPr>
            <a:r>
              <a:rPr sz="1600" spc="-10" dirty="0">
                <a:latin typeface="Malgun Gothic"/>
                <a:cs typeface="Malgun Gothic"/>
              </a:rPr>
              <a:t>(경제성)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46859" y="5029200"/>
            <a:ext cx="2258060" cy="535940"/>
            <a:chOff x="403859" y="5029200"/>
            <a:chExt cx="2258060" cy="535940"/>
          </a:xfrm>
        </p:grpSpPr>
        <p:sp>
          <p:nvSpPr>
            <p:cNvPr id="18" name="object 18"/>
            <p:cNvSpPr/>
            <p:nvPr/>
          </p:nvSpPr>
          <p:spPr>
            <a:xfrm>
              <a:off x="416559" y="5041900"/>
              <a:ext cx="2232660" cy="510540"/>
            </a:xfrm>
            <a:custGeom>
              <a:avLst/>
              <a:gdLst/>
              <a:ahLst/>
              <a:cxnLst/>
              <a:rect l="l" t="t" r="r" b="b"/>
              <a:pathLst>
                <a:path w="2232660" h="510539">
                  <a:moveTo>
                    <a:pt x="2196846" y="0"/>
                  </a:moveTo>
                  <a:lnTo>
                    <a:pt x="35852" y="0"/>
                  </a:lnTo>
                  <a:lnTo>
                    <a:pt x="21897" y="2809"/>
                  </a:lnTo>
                  <a:lnTo>
                    <a:pt x="10501" y="10477"/>
                  </a:lnTo>
                  <a:lnTo>
                    <a:pt x="2817" y="21859"/>
                  </a:lnTo>
                  <a:lnTo>
                    <a:pt x="0" y="35813"/>
                  </a:lnTo>
                  <a:lnTo>
                    <a:pt x="0" y="474725"/>
                  </a:lnTo>
                  <a:lnTo>
                    <a:pt x="2817" y="488680"/>
                  </a:lnTo>
                  <a:lnTo>
                    <a:pt x="10501" y="500062"/>
                  </a:lnTo>
                  <a:lnTo>
                    <a:pt x="21897" y="507730"/>
                  </a:lnTo>
                  <a:lnTo>
                    <a:pt x="35852" y="510540"/>
                  </a:lnTo>
                  <a:lnTo>
                    <a:pt x="2196846" y="510540"/>
                  </a:lnTo>
                  <a:lnTo>
                    <a:pt x="2210800" y="507730"/>
                  </a:lnTo>
                  <a:lnTo>
                    <a:pt x="2222182" y="500062"/>
                  </a:lnTo>
                  <a:lnTo>
                    <a:pt x="2229850" y="488680"/>
                  </a:lnTo>
                  <a:lnTo>
                    <a:pt x="2232660" y="474725"/>
                  </a:lnTo>
                  <a:lnTo>
                    <a:pt x="2232660" y="35813"/>
                  </a:lnTo>
                  <a:lnTo>
                    <a:pt x="2229850" y="21859"/>
                  </a:lnTo>
                  <a:lnTo>
                    <a:pt x="2222182" y="10477"/>
                  </a:lnTo>
                  <a:lnTo>
                    <a:pt x="2210800" y="2809"/>
                  </a:lnTo>
                  <a:lnTo>
                    <a:pt x="219684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6559" y="5041900"/>
              <a:ext cx="2232660" cy="510540"/>
            </a:xfrm>
            <a:custGeom>
              <a:avLst/>
              <a:gdLst/>
              <a:ahLst/>
              <a:cxnLst/>
              <a:rect l="l" t="t" r="r" b="b"/>
              <a:pathLst>
                <a:path w="2232660" h="510539">
                  <a:moveTo>
                    <a:pt x="0" y="35813"/>
                  </a:moveTo>
                  <a:lnTo>
                    <a:pt x="2817" y="21859"/>
                  </a:lnTo>
                  <a:lnTo>
                    <a:pt x="10501" y="10477"/>
                  </a:lnTo>
                  <a:lnTo>
                    <a:pt x="21897" y="2809"/>
                  </a:lnTo>
                  <a:lnTo>
                    <a:pt x="35852" y="0"/>
                  </a:lnTo>
                  <a:lnTo>
                    <a:pt x="2196846" y="0"/>
                  </a:lnTo>
                  <a:lnTo>
                    <a:pt x="2210800" y="2809"/>
                  </a:lnTo>
                  <a:lnTo>
                    <a:pt x="2222182" y="10477"/>
                  </a:lnTo>
                  <a:lnTo>
                    <a:pt x="2229850" y="21859"/>
                  </a:lnTo>
                  <a:lnTo>
                    <a:pt x="2232660" y="35813"/>
                  </a:lnTo>
                  <a:lnTo>
                    <a:pt x="2232660" y="474725"/>
                  </a:lnTo>
                  <a:lnTo>
                    <a:pt x="2229850" y="488680"/>
                  </a:lnTo>
                  <a:lnTo>
                    <a:pt x="2222182" y="500062"/>
                  </a:lnTo>
                  <a:lnTo>
                    <a:pt x="2210800" y="507730"/>
                  </a:lnTo>
                  <a:lnTo>
                    <a:pt x="2196846" y="510540"/>
                  </a:lnTo>
                  <a:lnTo>
                    <a:pt x="35852" y="510540"/>
                  </a:lnTo>
                  <a:lnTo>
                    <a:pt x="21897" y="507730"/>
                  </a:lnTo>
                  <a:lnTo>
                    <a:pt x="10501" y="500062"/>
                  </a:lnTo>
                  <a:lnTo>
                    <a:pt x="2817" y="488680"/>
                  </a:lnTo>
                  <a:lnTo>
                    <a:pt x="0" y="474725"/>
                  </a:lnTo>
                  <a:lnTo>
                    <a:pt x="0" y="35813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67852" y="5040376"/>
            <a:ext cx="16141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959" marR="5080" indent="-429895">
              <a:spcBef>
                <a:spcPts val="100"/>
              </a:spcBef>
            </a:pPr>
            <a:r>
              <a:rPr sz="1600" spc="-10" dirty="0">
                <a:latin typeface="Malgun Gothic"/>
                <a:cs typeface="Malgun Gothic"/>
              </a:rPr>
              <a:t>Responsive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Force (대응력)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22</a:t>
            </a:fld>
            <a:endParaRPr spc="-25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871341" y="5045455"/>
            <a:ext cx="66871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40"/>
              </a:lnSpc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100%</a:t>
            </a:r>
            <a:r>
              <a:rPr sz="1200" spc="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Configure</a:t>
            </a:r>
            <a:r>
              <a:rPr sz="1200" spc="5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환경으로</a:t>
            </a:r>
            <a:r>
              <a:rPr sz="1200" spc="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새로운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Biz.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Needs</a:t>
            </a:r>
            <a:r>
              <a:rPr sz="1200" spc="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나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변화에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능동적으로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대응할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있으며,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동시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다발</a:t>
            </a:r>
            <a:endParaRPr sz="1200">
              <a:latin typeface="Malgun Gothic"/>
              <a:cs typeface="Malgun Gothic"/>
            </a:endParaRPr>
          </a:p>
          <a:p>
            <a:pPr marL="12700"/>
            <a:r>
              <a:rPr sz="1200" dirty="0">
                <a:latin typeface="Malgun Gothic"/>
                <a:cs typeface="Malgun Gothic"/>
              </a:rPr>
              <a:t>적인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프로젝트를</a:t>
            </a:r>
            <a:r>
              <a:rPr sz="1200" spc="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진행할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있는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글로벌 비즈니스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대응력을</a:t>
            </a:r>
            <a:r>
              <a:rPr sz="1200" spc="-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확보할</a:t>
            </a:r>
            <a:r>
              <a:rPr sz="1200" spc="-1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있다.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71341" y="3770630"/>
            <a:ext cx="6685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짧은</a:t>
            </a:r>
            <a:r>
              <a:rPr sz="1200" spc="114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커스터마이징</a:t>
            </a:r>
            <a:r>
              <a:rPr sz="1200" spc="1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기간이</a:t>
            </a:r>
            <a:r>
              <a:rPr sz="1200" spc="114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가능함으로,</a:t>
            </a:r>
            <a:r>
              <a:rPr sz="1200" spc="1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투입</a:t>
            </a:r>
            <a:r>
              <a:rPr sz="1200" spc="114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인력</a:t>
            </a:r>
            <a:r>
              <a:rPr sz="1200" spc="114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절감으로</a:t>
            </a:r>
            <a:r>
              <a:rPr sz="1200" spc="1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인한</a:t>
            </a:r>
            <a:r>
              <a:rPr sz="1200" spc="1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라이선스</a:t>
            </a:r>
            <a:r>
              <a:rPr sz="1200" spc="1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수익</a:t>
            </a:r>
            <a:r>
              <a:rPr sz="1200" spc="1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비율을</a:t>
            </a:r>
            <a:r>
              <a:rPr sz="1200" spc="114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높일</a:t>
            </a:r>
            <a:r>
              <a:rPr sz="1200" spc="125" dirty="0">
                <a:latin typeface="Malgun Gothic"/>
                <a:cs typeface="Malgun Gothic"/>
              </a:rPr>
              <a:t> </a:t>
            </a:r>
            <a:r>
              <a:rPr sz="1200" spc="-50" dirty="0">
                <a:latin typeface="Malgun Gothic"/>
                <a:cs typeface="Malgun Gothic"/>
              </a:rPr>
              <a:t>수 </a:t>
            </a:r>
            <a:r>
              <a:rPr sz="1200" dirty="0">
                <a:latin typeface="Malgun Gothic"/>
                <a:cs typeface="Malgun Gothic"/>
              </a:rPr>
              <a:t>있으며,</a:t>
            </a:r>
            <a:r>
              <a:rPr sz="1200" spc="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프로그래머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투입이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아닌,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제품</a:t>
            </a:r>
            <a:r>
              <a:rPr sz="1200" spc="4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컨설턴트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투입으로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프로젝트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서비스의</a:t>
            </a:r>
            <a:r>
              <a:rPr sz="1200" spc="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질과</a:t>
            </a:r>
            <a:r>
              <a:rPr sz="1200" spc="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수익을</a:t>
            </a:r>
            <a:r>
              <a:rPr sz="1200" spc="3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증대할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있다.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63980" y="145759"/>
            <a:ext cx="5663565" cy="7296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spcBef>
                <a:spcPts val="790"/>
              </a:spcBef>
            </a:pPr>
            <a:r>
              <a:rPr b="1" dirty="0">
                <a:latin typeface="Malgun Gothic"/>
                <a:cs typeface="Malgun Gothic"/>
              </a:rPr>
              <a:t>Agados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based</a:t>
            </a:r>
            <a:r>
              <a:rPr b="1" spc="-25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Biz.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Application 이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가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갖게</a:t>
            </a:r>
            <a:r>
              <a:rPr b="1" spc="-20" dirty="0">
                <a:latin typeface="Malgun Gothic"/>
                <a:cs typeface="Malgun Gothic"/>
              </a:rPr>
              <a:t> </a:t>
            </a:r>
            <a:r>
              <a:rPr b="1" dirty="0">
                <a:latin typeface="Malgun Gothic"/>
                <a:cs typeface="Malgun Gothic"/>
              </a:rPr>
              <a:t>될</a:t>
            </a:r>
            <a:r>
              <a:rPr b="1" spc="-40" dirty="0">
                <a:latin typeface="Malgun Gothic"/>
                <a:cs typeface="Malgun Gothic"/>
              </a:rPr>
              <a:t> </a:t>
            </a:r>
            <a:r>
              <a:rPr b="1" spc="-10" dirty="0">
                <a:latin typeface="Malgun Gothic"/>
                <a:cs typeface="Malgun Gothic"/>
              </a:rPr>
              <a:t>Benefit</a:t>
            </a:r>
            <a:endParaRPr>
              <a:latin typeface="Malgun Gothic"/>
              <a:cs typeface="Malgun Gothic"/>
            </a:endParaRPr>
          </a:p>
          <a:p>
            <a:pPr marL="27305">
              <a:spcBef>
                <a:spcPts val="650"/>
              </a:spcBef>
            </a:pP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Application(Package/Service)</a:t>
            </a:r>
            <a:r>
              <a:rPr sz="1700" spc="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Version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관리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39921" y="1182623"/>
            <a:ext cx="3302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dirty="0">
                <a:solidFill>
                  <a:srgbClr val="F68221"/>
                </a:solidFill>
                <a:latin typeface="Malgun Gothic"/>
                <a:cs typeface="Malgun Gothic"/>
              </a:rPr>
              <a:t>완벽한</a:t>
            </a:r>
            <a:r>
              <a:rPr sz="2800" b="1" spc="-10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2800" b="1" dirty="0">
                <a:solidFill>
                  <a:srgbClr val="F68221"/>
                </a:solidFill>
                <a:latin typeface="Malgun Gothic"/>
                <a:cs typeface="Malgun Gothic"/>
              </a:rPr>
              <a:t>Version</a:t>
            </a:r>
            <a:r>
              <a:rPr sz="2800" b="1" spc="-100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2800" b="1" spc="-25" dirty="0">
                <a:solidFill>
                  <a:srgbClr val="F68221"/>
                </a:solidFill>
                <a:latin typeface="Malgun Gothic"/>
                <a:cs typeface="Malgun Gothic"/>
              </a:rPr>
              <a:t>관리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74140" y="2059939"/>
            <a:ext cx="4249420" cy="4406900"/>
            <a:chOff x="231140" y="2059939"/>
            <a:chExt cx="4249420" cy="4406900"/>
          </a:xfrm>
        </p:grpSpPr>
        <p:sp>
          <p:nvSpPr>
            <p:cNvPr id="7" name="object 7"/>
            <p:cNvSpPr/>
            <p:nvPr/>
          </p:nvSpPr>
          <p:spPr>
            <a:xfrm>
              <a:off x="243840" y="2341879"/>
              <a:ext cx="4224020" cy="4112260"/>
            </a:xfrm>
            <a:custGeom>
              <a:avLst/>
              <a:gdLst/>
              <a:ahLst/>
              <a:cxnLst/>
              <a:rect l="l" t="t" r="r" b="b"/>
              <a:pathLst>
                <a:path w="4224020" h="4112260">
                  <a:moveTo>
                    <a:pt x="4100449" y="0"/>
                  </a:moveTo>
                  <a:lnTo>
                    <a:pt x="123571" y="0"/>
                  </a:lnTo>
                  <a:lnTo>
                    <a:pt x="75470" y="9717"/>
                  </a:lnTo>
                  <a:lnTo>
                    <a:pt x="36191" y="36210"/>
                  </a:lnTo>
                  <a:lnTo>
                    <a:pt x="9710" y="75491"/>
                  </a:lnTo>
                  <a:lnTo>
                    <a:pt x="0" y="123571"/>
                  </a:lnTo>
                  <a:lnTo>
                    <a:pt x="0" y="3988689"/>
                  </a:lnTo>
                  <a:lnTo>
                    <a:pt x="9710" y="4036789"/>
                  </a:lnTo>
                  <a:lnTo>
                    <a:pt x="36191" y="4076068"/>
                  </a:lnTo>
                  <a:lnTo>
                    <a:pt x="75470" y="4102549"/>
                  </a:lnTo>
                  <a:lnTo>
                    <a:pt x="123571" y="4112260"/>
                  </a:lnTo>
                  <a:lnTo>
                    <a:pt x="4100449" y="4112260"/>
                  </a:lnTo>
                  <a:lnTo>
                    <a:pt x="4148528" y="4102549"/>
                  </a:lnTo>
                  <a:lnTo>
                    <a:pt x="4187809" y="4076068"/>
                  </a:lnTo>
                  <a:lnTo>
                    <a:pt x="4214302" y="4036789"/>
                  </a:lnTo>
                  <a:lnTo>
                    <a:pt x="4224020" y="3988689"/>
                  </a:lnTo>
                  <a:lnTo>
                    <a:pt x="4224020" y="123571"/>
                  </a:lnTo>
                  <a:lnTo>
                    <a:pt x="4214302" y="75491"/>
                  </a:lnTo>
                  <a:lnTo>
                    <a:pt x="4187809" y="36210"/>
                  </a:lnTo>
                  <a:lnTo>
                    <a:pt x="4148528" y="9717"/>
                  </a:lnTo>
                  <a:lnTo>
                    <a:pt x="410044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" y="2341879"/>
              <a:ext cx="4224020" cy="4112260"/>
            </a:xfrm>
            <a:custGeom>
              <a:avLst/>
              <a:gdLst/>
              <a:ahLst/>
              <a:cxnLst/>
              <a:rect l="l" t="t" r="r" b="b"/>
              <a:pathLst>
                <a:path w="4224020" h="4112260">
                  <a:moveTo>
                    <a:pt x="0" y="123571"/>
                  </a:moveTo>
                  <a:lnTo>
                    <a:pt x="9710" y="75491"/>
                  </a:lnTo>
                  <a:lnTo>
                    <a:pt x="36191" y="36210"/>
                  </a:lnTo>
                  <a:lnTo>
                    <a:pt x="75470" y="9717"/>
                  </a:lnTo>
                  <a:lnTo>
                    <a:pt x="123571" y="0"/>
                  </a:lnTo>
                  <a:lnTo>
                    <a:pt x="4100449" y="0"/>
                  </a:lnTo>
                  <a:lnTo>
                    <a:pt x="4148528" y="9717"/>
                  </a:lnTo>
                  <a:lnTo>
                    <a:pt x="4187809" y="36210"/>
                  </a:lnTo>
                  <a:lnTo>
                    <a:pt x="4214302" y="75491"/>
                  </a:lnTo>
                  <a:lnTo>
                    <a:pt x="4224020" y="123571"/>
                  </a:lnTo>
                  <a:lnTo>
                    <a:pt x="4224020" y="3988689"/>
                  </a:lnTo>
                  <a:lnTo>
                    <a:pt x="4214302" y="4036789"/>
                  </a:lnTo>
                  <a:lnTo>
                    <a:pt x="4187809" y="4076068"/>
                  </a:lnTo>
                  <a:lnTo>
                    <a:pt x="4148528" y="4102549"/>
                  </a:lnTo>
                  <a:lnTo>
                    <a:pt x="4100449" y="4112260"/>
                  </a:lnTo>
                  <a:lnTo>
                    <a:pt x="123571" y="4112260"/>
                  </a:lnTo>
                  <a:lnTo>
                    <a:pt x="75470" y="4102549"/>
                  </a:lnTo>
                  <a:lnTo>
                    <a:pt x="36191" y="4076068"/>
                  </a:lnTo>
                  <a:lnTo>
                    <a:pt x="9710" y="4036789"/>
                  </a:lnTo>
                  <a:lnTo>
                    <a:pt x="0" y="3988689"/>
                  </a:lnTo>
                  <a:lnTo>
                    <a:pt x="0" y="123571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840" y="2059939"/>
              <a:ext cx="1440180" cy="505459"/>
            </a:xfrm>
            <a:custGeom>
              <a:avLst/>
              <a:gdLst/>
              <a:ahLst/>
              <a:cxnLst/>
              <a:rect l="l" t="t" r="r" b="b"/>
              <a:pathLst>
                <a:path w="1440180" h="505460">
                  <a:moveTo>
                    <a:pt x="1355979" y="0"/>
                  </a:moveTo>
                  <a:lnTo>
                    <a:pt x="84201" y="0"/>
                  </a:lnTo>
                  <a:lnTo>
                    <a:pt x="51435" y="6619"/>
                  </a:lnTo>
                  <a:lnTo>
                    <a:pt x="24669" y="24669"/>
                  </a:lnTo>
                  <a:lnTo>
                    <a:pt x="6619" y="51435"/>
                  </a:lnTo>
                  <a:lnTo>
                    <a:pt x="0" y="84200"/>
                  </a:lnTo>
                  <a:lnTo>
                    <a:pt x="0" y="421259"/>
                  </a:lnTo>
                  <a:lnTo>
                    <a:pt x="6619" y="454025"/>
                  </a:lnTo>
                  <a:lnTo>
                    <a:pt x="24669" y="480790"/>
                  </a:lnTo>
                  <a:lnTo>
                    <a:pt x="51435" y="498840"/>
                  </a:lnTo>
                  <a:lnTo>
                    <a:pt x="84201" y="505460"/>
                  </a:lnTo>
                  <a:lnTo>
                    <a:pt x="1355979" y="505460"/>
                  </a:lnTo>
                  <a:lnTo>
                    <a:pt x="1388745" y="498840"/>
                  </a:lnTo>
                  <a:lnTo>
                    <a:pt x="1415510" y="480790"/>
                  </a:lnTo>
                  <a:lnTo>
                    <a:pt x="1433560" y="454025"/>
                  </a:lnTo>
                  <a:lnTo>
                    <a:pt x="1440180" y="421259"/>
                  </a:lnTo>
                  <a:lnTo>
                    <a:pt x="1440180" y="84200"/>
                  </a:lnTo>
                  <a:lnTo>
                    <a:pt x="1433560" y="51435"/>
                  </a:lnTo>
                  <a:lnTo>
                    <a:pt x="1415510" y="24669"/>
                  </a:lnTo>
                  <a:lnTo>
                    <a:pt x="1388745" y="6619"/>
                  </a:lnTo>
                  <a:lnTo>
                    <a:pt x="135597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685279" y="2059939"/>
            <a:ext cx="4175760" cy="4406900"/>
            <a:chOff x="5542279" y="2059939"/>
            <a:chExt cx="4175760" cy="4406900"/>
          </a:xfrm>
        </p:grpSpPr>
        <p:sp>
          <p:nvSpPr>
            <p:cNvPr id="11" name="object 11"/>
            <p:cNvSpPr/>
            <p:nvPr/>
          </p:nvSpPr>
          <p:spPr>
            <a:xfrm>
              <a:off x="5554979" y="2341879"/>
              <a:ext cx="4150360" cy="4112260"/>
            </a:xfrm>
            <a:custGeom>
              <a:avLst/>
              <a:gdLst/>
              <a:ahLst/>
              <a:cxnLst/>
              <a:rect l="l" t="t" r="r" b="b"/>
              <a:pathLst>
                <a:path w="4150359" h="4112260">
                  <a:moveTo>
                    <a:pt x="4058030" y="0"/>
                  </a:moveTo>
                  <a:lnTo>
                    <a:pt x="92329" y="0"/>
                  </a:lnTo>
                  <a:lnTo>
                    <a:pt x="56417" y="7264"/>
                  </a:lnTo>
                  <a:lnTo>
                    <a:pt x="27066" y="27066"/>
                  </a:lnTo>
                  <a:lnTo>
                    <a:pt x="7264" y="56417"/>
                  </a:lnTo>
                  <a:lnTo>
                    <a:pt x="0" y="92329"/>
                  </a:lnTo>
                  <a:lnTo>
                    <a:pt x="0" y="4019892"/>
                  </a:lnTo>
                  <a:lnTo>
                    <a:pt x="7264" y="4055847"/>
                  </a:lnTo>
                  <a:lnTo>
                    <a:pt x="27066" y="4085207"/>
                  </a:lnTo>
                  <a:lnTo>
                    <a:pt x="56417" y="4105001"/>
                  </a:lnTo>
                  <a:lnTo>
                    <a:pt x="92329" y="4112260"/>
                  </a:lnTo>
                  <a:lnTo>
                    <a:pt x="4058030" y="4112260"/>
                  </a:lnTo>
                  <a:lnTo>
                    <a:pt x="4093942" y="4105001"/>
                  </a:lnTo>
                  <a:lnTo>
                    <a:pt x="4123293" y="4085207"/>
                  </a:lnTo>
                  <a:lnTo>
                    <a:pt x="4143095" y="4055847"/>
                  </a:lnTo>
                  <a:lnTo>
                    <a:pt x="4150360" y="4019892"/>
                  </a:lnTo>
                  <a:lnTo>
                    <a:pt x="4150360" y="92329"/>
                  </a:lnTo>
                  <a:lnTo>
                    <a:pt x="4143095" y="56417"/>
                  </a:lnTo>
                  <a:lnTo>
                    <a:pt x="4123293" y="27066"/>
                  </a:lnTo>
                  <a:lnTo>
                    <a:pt x="4093942" y="7264"/>
                  </a:lnTo>
                  <a:lnTo>
                    <a:pt x="40580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54979" y="2341879"/>
              <a:ext cx="4150360" cy="4112260"/>
            </a:xfrm>
            <a:custGeom>
              <a:avLst/>
              <a:gdLst/>
              <a:ahLst/>
              <a:cxnLst/>
              <a:rect l="l" t="t" r="r" b="b"/>
              <a:pathLst>
                <a:path w="4150359" h="4112260">
                  <a:moveTo>
                    <a:pt x="0" y="92329"/>
                  </a:moveTo>
                  <a:lnTo>
                    <a:pt x="7264" y="56417"/>
                  </a:lnTo>
                  <a:lnTo>
                    <a:pt x="27066" y="27066"/>
                  </a:lnTo>
                  <a:lnTo>
                    <a:pt x="56417" y="7264"/>
                  </a:lnTo>
                  <a:lnTo>
                    <a:pt x="92329" y="0"/>
                  </a:lnTo>
                  <a:lnTo>
                    <a:pt x="4058030" y="0"/>
                  </a:lnTo>
                  <a:lnTo>
                    <a:pt x="4093942" y="7264"/>
                  </a:lnTo>
                  <a:lnTo>
                    <a:pt x="4123293" y="27066"/>
                  </a:lnTo>
                  <a:lnTo>
                    <a:pt x="4143095" y="56417"/>
                  </a:lnTo>
                  <a:lnTo>
                    <a:pt x="4150360" y="92329"/>
                  </a:lnTo>
                  <a:lnTo>
                    <a:pt x="4150360" y="4019892"/>
                  </a:lnTo>
                  <a:lnTo>
                    <a:pt x="4143095" y="4055847"/>
                  </a:lnTo>
                  <a:lnTo>
                    <a:pt x="4123293" y="4085207"/>
                  </a:lnTo>
                  <a:lnTo>
                    <a:pt x="4093942" y="4105001"/>
                  </a:lnTo>
                  <a:lnTo>
                    <a:pt x="4058030" y="4112260"/>
                  </a:lnTo>
                  <a:lnTo>
                    <a:pt x="92329" y="4112260"/>
                  </a:lnTo>
                  <a:lnTo>
                    <a:pt x="56417" y="4105001"/>
                  </a:lnTo>
                  <a:lnTo>
                    <a:pt x="27066" y="4085207"/>
                  </a:lnTo>
                  <a:lnTo>
                    <a:pt x="7264" y="4055847"/>
                  </a:lnTo>
                  <a:lnTo>
                    <a:pt x="0" y="4019892"/>
                  </a:lnTo>
                  <a:lnTo>
                    <a:pt x="0" y="92329"/>
                  </a:lnTo>
                  <a:close/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24979" y="2059939"/>
              <a:ext cx="1727200" cy="505459"/>
            </a:xfrm>
            <a:custGeom>
              <a:avLst/>
              <a:gdLst/>
              <a:ahLst/>
              <a:cxnLst/>
              <a:rect l="l" t="t" r="r" b="b"/>
              <a:pathLst>
                <a:path w="1727200" h="505460">
                  <a:moveTo>
                    <a:pt x="1642999" y="0"/>
                  </a:moveTo>
                  <a:lnTo>
                    <a:pt x="84200" y="0"/>
                  </a:lnTo>
                  <a:lnTo>
                    <a:pt x="51434" y="6619"/>
                  </a:lnTo>
                  <a:lnTo>
                    <a:pt x="24669" y="24669"/>
                  </a:lnTo>
                  <a:lnTo>
                    <a:pt x="6619" y="51435"/>
                  </a:lnTo>
                  <a:lnTo>
                    <a:pt x="0" y="84200"/>
                  </a:lnTo>
                  <a:lnTo>
                    <a:pt x="0" y="421259"/>
                  </a:lnTo>
                  <a:lnTo>
                    <a:pt x="6619" y="454025"/>
                  </a:lnTo>
                  <a:lnTo>
                    <a:pt x="24669" y="480790"/>
                  </a:lnTo>
                  <a:lnTo>
                    <a:pt x="51434" y="498840"/>
                  </a:lnTo>
                  <a:lnTo>
                    <a:pt x="84200" y="505460"/>
                  </a:lnTo>
                  <a:lnTo>
                    <a:pt x="1642999" y="505460"/>
                  </a:lnTo>
                  <a:lnTo>
                    <a:pt x="1675765" y="498840"/>
                  </a:lnTo>
                  <a:lnTo>
                    <a:pt x="1702530" y="480790"/>
                  </a:lnTo>
                  <a:lnTo>
                    <a:pt x="1720580" y="454025"/>
                  </a:lnTo>
                  <a:lnTo>
                    <a:pt x="1727200" y="421259"/>
                  </a:lnTo>
                  <a:lnTo>
                    <a:pt x="1727200" y="84200"/>
                  </a:lnTo>
                  <a:lnTo>
                    <a:pt x="1720580" y="51435"/>
                  </a:lnTo>
                  <a:lnTo>
                    <a:pt x="1702530" y="24669"/>
                  </a:lnTo>
                  <a:lnTo>
                    <a:pt x="1675765" y="6619"/>
                  </a:lnTo>
                  <a:lnTo>
                    <a:pt x="164299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5722620" y="3710940"/>
            <a:ext cx="889000" cy="1394460"/>
            <a:chOff x="4579620" y="3710940"/>
            <a:chExt cx="889000" cy="1394460"/>
          </a:xfrm>
        </p:grpSpPr>
        <p:sp>
          <p:nvSpPr>
            <p:cNvPr id="15" name="object 15"/>
            <p:cNvSpPr/>
            <p:nvPr/>
          </p:nvSpPr>
          <p:spPr>
            <a:xfrm>
              <a:off x="4592320" y="3723640"/>
              <a:ext cx="863600" cy="1369060"/>
            </a:xfrm>
            <a:custGeom>
              <a:avLst/>
              <a:gdLst/>
              <a:ahLst/>
              <a:cxnLst/>
              <a:rect l="l" t="t" r="r" b="b"/>
              <a:pathLst>
                <a:path w="863600" h="1369060">
                  <a:moveTo>
                    <a:pt x="431800" y="0"/>
                  </a:moveTo>
                  <a:lnTo>
                    <a:pt x="431800" y="342265"/>
                  </a:lnTo>
                  <a:lnTo>
                    <a:pt x="0" y="342265"/>
                  </a:lnTo>
                  <a:lnTo>
                    <a:pt x="0" y="1026795"/>
                  </a:lnTo>
                  <a:lnTo>
                    <a:pt x="431800" y="1026795"/>
                  </a:lnTo>
                  <a:lnTo>
                    <a:pt x="431800" y="1369060"/>
                  </a:lnTo>
                  <a:lnTo>
                    <a:pt x="863600" y="68453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92320" y="3723640"/>
              <a:ext cx="863600" cy="1369060"/>
            </a:xfrm>
            <a:custGeom>
              <a:avLst/>
              <a:gdLst/>
              <a:ahLst/>
              <a:cxnLst/>
              <a:rect l="l" t="t" r="r" b="b"/>
              <a:pathLst>
                <a:path w="863600" h="1369060">
                  <a:moveTo>
                    <a:pt x="0" y="342265"/>
                  </a:moveTo>
                  <a:lnTo>
                    <a:pt x="431800" y="342265"/>
                  </a:lnTo>
                  <a:lnTo>
                    <a:pt x="431800" y="0"/>
                  </a:lnTo>
                  <a:lnTo>
                    <a:pt x="863600" y="684530"/>
                  </a:lnTo>
                  <a:lnTo>
                    <a:pt x="431800" y="1369060"/>
                  </a:lnTo>
                  <a:lnTo>
                    <a:pt x="431800" y="1026795"/>
                  </a:lnTo>
                  <a:lnTo>
                    <a:pt x="0" y="1026795"/>
                  </a:lnTo>
                  <a:lnTo>
                    <a:pt x="0" y="34226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213481" y="2158429"/>
            <a:ext cx="5784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FFFFFF"/>
                </a:solidFill>
                <a:latin typeface="Malgun Gothic"/>
                <a:cs typeface="Malgun Gothic"/>
              </a:rPr>
              <a:t>AS-</a:t>
            </a:r>
            <a:r>
              <a:rPr spc="-25" dirty="0">
                <a:solidFill>
                  <a:srgbClr val="FFFFFF"/>
                </a:solidFill>
                <a:latin typeface="Malgun Gothic"/>
                <a:cs typeface="Malgun Gothic"/>
              </a:rPr>
              <a:t>IS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62671" y="2021460"/>
            <a:ext cx="13442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  <a:latin typeface="Malgun Gothic"/>
                <a:cs typeface="Malgun Gothic"/>
              </a:rPr>
              <a:t>Agados</a:t>
            </a: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pc="-25" dirty="0">
                <a:solidFill>
                  <a:srgbClr val="FFFFFF"/>
                </a:solidFill>
                <a:latin typeface="Malgun Gothic"/>
                <a:cs typeface="Malgun Gothic"/>
              </a:rPr>
              <a:t>기반</a:t>
            </a:r>
            <a:endParaRPr>
              <a:latin typeface="Malgun Gothic"/>
              <a:cs typeface="Malgun Gothic"/>
            </a:endParaRPr>
          </a:p>
          <a:p>
            <a:pPr marL="85725"/>
            <a:r>
              <a:rPr spc="-10" dirty="0">
                <a:solidFill>
                  <a:srgbClr val="FFFFFF"/>
                </a:solidFill>
                <a:latin typeface="Malgun Gothic"/>
                <a:cs typeface="Malgun Gothic"/>
              </a:rPr>
              <a:t>Application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10180" y="2852421"/>
            <a:ext cx="1371600" cy="745717"/>
          </a:xfrm>
          <a:prstGeom prst="rect">
            <a:avLst/>
          </a:prstGeom>
          <a:solidFill>
            <a:srgbClr val="F78D35"/>
          </a:solidFill>
        </p:spPr>
        <p:txBody>
          <a:bodyPr vert="horz" wrap="square" lIns="0" tIns="189865" rIns="0" bIns="0" rtlCol="0">
            <a:spAutoFit/>
          </a:bodyPr>
          <a:lstStyle/>
          <a:p>
            <a:pPr algn="ctr">
              <a:spcBef>
                <a:spcPts val="1495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  <a:p>
            <a:pPr marL="1270" algn="ctr">
              <a:spcBef>
                <a:spcPts val="5"/>
              </a:spcBef>
            </a:pPr>
            <a:r>
              <a:rPr spc="-10" dirty="0">
                <a:solidFill>
                  <a:srgbClr val="FFFFFF"/>
                </a:solidFill>
                <a:latin typeface="Malgun Gothic"/>
                <a:cs typeface="Malgun Gothic"/>
              </a:rPr>
              <a:t>Application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46580" y="4582159"/>
            <a:ext cx="866140" cy="709168"/>
          </a:xfrm>
          <a:prstGeom prst="rect">
            <a:avLst/>
          </a:prstGeom>
          <a:solidFill>
            <a:srgbClr val="5F497A"/>
          </a:solidFill>
        </p:spPr>
        <p:txBody>
          <a:bodyPr vert="horz" wrap="square" lIns="0" tIns="153670" rIns="0" bIns="0" rtlCol="0">
            <a:spAutoFit/>
          </a:bodyPr>
          <a:lstStyle/>
          <a:p>
            <a:pPr marL="194310">
              <a:spcBef>
                <a:spcPts val="121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  <a:p>
            <a:pPr marL="236854"/>
            <a:r>
              <a:rPr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1639" y="4582159"/>
            <a:ext cx="863600" cy="709168"/>
          </a:xfrm>
          <a:prstGeom prst="rect">
            <a:avLst/>
          </a:prstGeom>
          <a:solidFill>
            <a:srgbClr val="77923B"/>
          </a:solidFill>
        </p:spPr>
        <p:txBody>
          <a:bodyPr vert="horz" wrap="square" lIns="0" tIns="153670" rIns="0" bIns="0" rtlCol="0">
            <a:spAutoFit/>
          </a:bodyPr>
          <a:lstStyle/>
          <a:p>
            <a:pPr marL="192405">
              <a:spcBef>
                <a:spcPts val="121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  <a:p>
            <a:pPr marL="243204"/>
            <a:r>
              <a:rPr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52900" y="4582159"/>
            <a:ext cx="863600" cy="709168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153670" rIns="0" bIns="0" rtlCol="0">
            <a:spAutoFit/>
          </a:bodyPr>
          <a:lstStyle/>
          <a:p>
            <a:pPr marL="192405">
              <a:spcBef>
                <a:spcPts val="121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  <a:p>
            <a:pPr marL="238125"/>
            <a:r>
              <a:rPr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226678" y="3789680"/>
            <a:ext cx="2409190" cy="793115"/>
          </a:xfrm>
          <a:custGeom>
            <a:avLst/>
            <a:gdLst/>
            <a:ahLst/>
            <a:cxnLst/>
            <a:rect l="l" t="t" r="r" b="b"/>
            <a:pathLst>
              <a:path w="2409190" h="793114">
                <a:moveTo>
                  <a:pt x="2409075" y="703961"/>
                </a:moveTo>
                <a:lnTo>
                  <a:pt x="2408059" y="700024"/>
                </a:lnTo>
                <a:lnTo>
                  <a:pt x="2405138" y="698246"/>
                </a:lnTo>
                <a:lnTo>
                  <a:pt x="2402090" y="696595"/>
                </a:lnTo>
                <a:lnTo>
                  <a:pt x="2398153" y="697611"/>
                </a:lnTo>
                <a:lnTo>
                  <a:pt x="2396375" y="700532"/>
                </a:lnTo>
                <a:lnTo>
                  <a:pt x="2363863" y="756272"/>
                </a:lnTo>
                <a:lnTo>
                  <a:pt x="2363736" y="780034"/>
                </a:lnTo>
                <a:lnTo>
                  <a:pt x="2363736" y="776732"/>
                </a:lnTo>
                <a:lnTo>
                  <a:pt x="2363736" y="756488"/>
                </a:lnTo>
                <a:lnTo>
                  <a:pt x="2363736" y="402590"/>
                </a:lnTo>
                <a:lnTo>
                  <a:pt x="2363736" y="392811"/>
                </a:lnTo>
                <a:lnTo>
                  <a:pt x="2360942" y="389890"/>
                </a:lnTo>
                <a:lnTo>
                  <a:pt x="1176159" y="389890"/>
                </a:lnTo>
                <a:lnTo>
                  <a:pt x="1176159" y="0"/>
                </a:lnTo>
                <a:lnTo>
                  <a:pt x="1175651" y="0"/>
                </a:lnTo>
                <a:lnTo>
                  <a:pt x="1174127" y="0"/>
                </a:lnTo>
                <a:lnTo>
                  <a:pt x="1163459" y="0"/>
                </a:lnTo>
                <a:lnTo>
                  <a:pt x="1162951" y="0"/>
                </a:lnTo>
                <a:lnTo>
                  <a:pt x="1161427" y="0"/>
                </a:lnTo>
                <a:lnTo>
                  <a:pt x="1161427" y="389890"/>
                </a:lnTo>
                <a:lnTo>
                  <a:pt x="48196" y="389890"/>
                </a:lnTo>
                <a:lnTo>
                  <a:pt x="45351" y="392811"/>
                </a:lnTo>
                <a:lnTo>
                  <a:pt x="45351" y="756450"/>
                </a:lnTo>
                <a:lnTo>
                  <a:pt x="12738" y="700532"/>
                </a:lnTo>
                <a:lnTo>
                  <a:pt x="10972" y="697611"/>
                </a:lnTo>
                <a:lnTo>
                  <a:pt x="7086" y="696595"/>
                </a:lnTo>
                <a:lnTo>
                  <a:pt x="4051" y="698246"/>
                </a:lnTo>
                <a:lnTo>
                  <a:pt x="1028" y="700024"/>
                </a:lnTo>
                <a:lnTo>
                  <a:pt x="0" y="703961"/>
                </a:lnTo>
                <a:lnTo>
                  <a:pt x="51701" y="792607"/>
                </a:lnTo>
                <a:lnTo>
                  <a:pt x="59029" y="780034"/>
                </a:lnTo>
                <a:lnTo>
                  <a:pt x="103403" y="703961"/>
                </a:lnTo>
                <a:lnTo>
                  <a:pt x="102374" y="700024"/>
                </a:lnTo>
                <a:lnTo>
                  <a:pt x="99352" y="698246"/>
                </a:lnTo>
                <a:lnTo>
                  <a:pt x="96316" y="696595"/>
                </a:lnTo>
                <a:lnTo>
                  <a:pt x="92430" y="697611"/>
                </a:lnTo>
                <a:lnTo>
                  <a:pt x="90665" y="700532"/>
                </a:lnTo>
                <a:lnTo>
                  <a:pt x="58051" y="756450"/>
                </a:lnTo>
                <a:lnTo>
                  <a:pt x="51701" y="767334"/>
                </a:lnTo>
                <a:lnTo>
                  <a:pt x="58039" y="756450"/>
                </a:lnTo>
                <a:lnTo>
                  <a:pt x="58051" y="402590"/>
                </a:lnTo>
                <a:lnTo>
                  <a:pt x="1160411" y="402590"/>
                </a:lnTo>
                <a:lnTo>
                  <a:pt x="1160411" y="756488"/>
                </a:lnTo>
                <a:lnTo>
                  <a:pt x="1127772" y="700532"/>
                </a:lnTo>
                <a:lnTo>
                  <a:pt x="1125994" y="697611"/>
                </a:lnTo>
                <a:lnTo>
                  <a:pt x="1122184" y="696595"/>
                </a:lnTo>
                <a:lnTo>
                  <a:pt x="1119136" y="698246"/>
                </a:lnTo>
                <a:lnTo>
                  <a:pt x="1116088" y="700024"/>
                </a:lnTo>
                <a:lnTo>
                  <a:pt x="1115072" y="703961"/>
                </a:lnTo>
                <a:lnTo>
                  <a:pt x="1166761" y="792607"/>
                </a:lnTo>
                <a:lnTo>
                  <a:pt x="1174089" y="780034"/>
                </a:lnTo>
                <a:lnTo>
                  <a:pt x="1218450" y="703961"/>
                </a:lnTo>
                <a:lnTo>
                  <a:pt x="1217434" y="700024"/>
                </a:lnTo>
                <a:lnTo>
                  <a:pt x="1214386" y="698246"/>
                </a:lnTo>
                <a:lnTo>
                  <a:pt x="1211338" y="696595"/>
                </a:lnTo>
                <a:lnTo>
                  <a:pt x="1207528" y="697611"/>
                </a:lnTo>
                <a:lnTo>
                  <a:pt x="1205750" y="700532"/>
                </a:lnTo>
                <a:lnTo>
                  <a:pt x="1173111" y="756488"/>
                </a:lnTo>
                <a:lnTo>
                  <a:pt x="1173111" y="402590"/>
                </a:lnTo>
                <a:lnTo>
                  <a:pt x="1173365" y="402590"/>
                </a:lnTo>
                <a:lnTo>
                  <a:pt x="2351036" y="402590"/>
                </a:lnTo>
                <a:lnTo>
                  <a:pt x="2351163" y="756488"/>
                </a:lnTo>
                <a:lnTo>
                  <a:pt x="2351036" y="780034"/>
                </a:lnTo>
                <a:lnTo>
                  <a:pt x="2351036" y="756272"/>
                </a:lnTo>
                <a:lnTo>
                  <a:pt x="2318524" y="700532"/>
                </a:lnTo>
                <a:lnTo>
                  <a:pt x="2316746" y="697611"/>
                </a:lnTo>
                <a:lnTo>
                  <a:pt x="2312809" y="696595"/>
                </a:lnTo>
                <a:lnTo>
                  <a:pt x="2309761" y="698246"/>
                </a:lnTo>
                <a:lnTo>
                  <a:pt x="2306713" y="700024"/>
                </a:lnTo>
                <a:lnTo>
                  <a:pt x="2305697" y="703961"/>
                </a:lnTo>
                <a:lnTo>
                  <a:pt x="2357386" y="792607"/>
                </a:lnTo>
                <a:lnTo>
                  <a:pt x="2364727" y="780034"/>
                </a:lnTo>
                <a:lnTo>
                  <a:pt x="2407424" y="707009"/>
                </a:lnTo>
                <a:lnTo>
                  <a:pt x="2409075" y="70396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86267" y="5547678"/>
            <a:ext cx="3234690" cy="86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>
              <a:spcBef>
                <a:spcPts val="100"/>
              </a:spcBef>
              <a:tabLst>
                <a:tab pos="1195705" algn="l"/>
                <a:tab pos="2348230" algn="l"/>
              </a:tabLst>
            </a:pPr>
            <a:r>
              <a:rPr dirty="0">
                <a:latin typeface="Malgun Gothic"/>
                <a:cs typeface="Malgun Gothic"/>
              </a:rPr>
              <a:t>A</a:t>
            </a:r>
            <a:r>
              <a:rPr spc="-15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Site</a:t>
            </a:r>
            <a:r>
              <a:rPr dirty="0">
                <a:latin typeface="Malgun Gothic"/>
                <a:cs typeface="Malgun Gothic"/>
              </a:rPr>
              <a:t>	B</a:t>
            </a:r>
            <a:r>
              <a:rPr spc="-20" dirty="0">
                <a:latin typeface="Malgun Gothic"/>
                <a:cs typeface="Malgun Gothic"/>
              </a:rPr>
              <a:t> Site</a:t>
            </a:r>
            <a:r>
              <a:rPr dirty="0">
                <a:latin typeface="Malgun Gothic"/>
                <a:cs typeface="Malgun Gothic"/>
              </a:rPr>
              <a:t>	C </a:t>
            </a:r>
            <a:r>
              <a:rPr spc="-20" dirty="0">
                <a:latin typeface="Malgun Gothic"/>
                <a:cs typeface="Malgun Gothic"/>
              </a:rPr>
              <a:t>Site</a:t>
            </a:r>
            <a:endParaRPr>
              <a:latin typeface="Malgun Gothic"/>
              <a:cs typeface="Malgun Gothic"/>
            </a:endParaRPr>
          </a:p>
          <a:p>
            <a:pPr marL="12700">
              <a:spcBef>
                <a:spcPts val="2560"/>
              </a:spcBef>
            </a:pP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Site</a:t>
            </a:r>
            <a:r>
              <a:rPr sz="1600" b="1" spc="-2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별로</a:t>
            </a:r>
            <a:r>
              <a:rPr sz="1600" b="1" spc="-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서로</a:t>
            </a:r>
            <a:r>
              <a:rPr sz="1600" b="1" spc="-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다른</a:t>
            </a:r>
            <a:r>
              <a:rPr sz="1600" b="1" spc="1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시스템화</a:t>
            </a:r>
            <a:r>
              <a:rPr sz="1600" b="1" spc="-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68221"/>
                </a:solidFill>
                <a:latin typeface="Malgun Gothic"/>
                <a:cs typeface="Malgun Gothic"/>
              </a:rPr>
              <a:t>된다.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22919" y="2852421"/>
            <a:ext cx="1371600" cy="745717"/>
          </a:xfrm>
          <a:prstGeom prst="rect">
            <a:avLst/>
          </a:prstGeom>
          <a:solidFill>
            <a:srgbClr val="F78D35"/>
          </a:solidFill>
        </p:spPr>
        <p:txBody>
          <a:bodyPr vert="horz" wrap="square" lIns="0" tIns="189865" rIns="0" bIns="0" rtlCol="0">
            <a:spAutoFit/>
          </a:bodyPr>
          <a:lstStyle/>
          <a:p>
            <a:pPr marL="3175" algn="ctr">
              <a:spcBef>
                <a:spcPts val="1495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  <a:p>
            <a:pPr marL="5080" algn="ctr">
              <a:spcBef>
                <a:spcPts val="5"/>
              </a:spcBef>
            </a:pPr>
            <a:r>
              <a:rPr spc="-10" dirty="0">
                <a:solidFill>
                  <a:srgbClr val="FFFFFF"/>
                </a:solidFill>
                <a:latin typeface="Malgun Gothic"/>
                <a:cs typeface="Malgun Gothic"/>
              </a:rPr>
              <a:t>Application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33260" y="5125720"/>
            <a:ext cx="934719" cy="293670"/>
          </a:xfrm>
          <a:prstGeom prst="rect">
            <a:avLst/>
          </a:prstGeom>
          <a:solidFill>
            <a:srgbClr val="5F497A"/>
          </a:solidFill>
        </p:spPr>
        <p:txBody>
          <a:bodyPr vert="horz" wrap="square" lIns="0" tIns="16510" rIns="0" bIns="0" rtlCol="0">
            <a:spAutoFit/>
          </a:bodyPr>
          <a:lstStyle/>
          <a:p>
            <a:pPr algn="ctr">
              <a:spcBef>
                <a:spcPts val="130"/>
              </a:spcBef>
            </a:pP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46440" y="5125721"/>
            <a:ext cx="932180" cy="294311"/>
          </a:xfrm>
          <a:prstGeom prst="rect">
            <a:avLst/>
          </a:prstGeom>
          <a:solidFill>
            <a:srgbClr val="77923B"/>
          </a:solidFill>
        </p:spPr>
        <p:txBody>
          <a:bodyPr vert="horz" wrap="square" lIns="0" tIns="17145" rIns="0" bIns="0" rtlCol="0">
            <a:spAutoFit/>
          </a:bodyPr>
          <a:lstStyle/>
          <a:p>
            <a:pPr marL="1905" algn="ctr">
              <a:spcBef>
                <a:spcPts val="135"/>
              </a:spcBef>
            </a:pP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B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95180" y="5123179"/>
            <a:ext cx="937260" cy="293670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16510" rIns="0" bIns="0" rtlCol="0">
            <a:spAutoFit/>
          </a:bodyPr>
          <a:lstStyle/>
          <a:p>
            <a:pPr marL="2540" algn="ctr">
              <a:spcBef>
                <a:spcPts val="130"/>
              </a:spcBef>
            </a:pPr>
            <a:r>
              <a:rPr spc="-50" dirty="0">
                <a:solidFill>
                  <a:srgbClr val="FFFFFF"/>
                </a:solidFill>
                <a:latin typeface="Malgun Gothic"/>
                <a:cs typeface="Malgun Gothic"/>
              </a:rPr>
              <a:t>C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33260" y="4582160"/>
            <a:ext cx="934719" cy="398827"/>
          </a:xfrm>
          <a:prstGeom prst="rect">
            <a:avLst/>
          </a:prstGeom>
          <a:solidFill>
            <a:srgbClr val="F78D35"/>
          </a:solidFill>
        </p:spPr>
        <p:txBody>
          <a:bodyPr vert="horz" wrap="square" lIns="0" tIns="120650" rIns="0" bIns="0" rtlCol="0">
            <a:spAutoFit/>
          </a:bodyPr>
          <a:lstStyle/>
          <a:p>
            <a:pPr marL="229235">
              <a:spcBef>
                <a:spcPts val="95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43900" y="4582160"/>
            <a:ext cx="937260" cy="398827"/>
          </a:xfrm>
          <a:prstGeom prst="rect">
            <a:avLst/>
          </a:prstGeom>
          <a:solidFill>
            <a:srgbClr val="F78D35"/>
          </a:solidFill>
        </p:spPr>
        <p:txBody>
          <a:bodyPr vert="horz" wrap="square" lIns="0" tIns="120650" rIns="0" bIns="0" rtlCol="0">
            <a:spAutoFit/>
          </a:bodyPr>
          <a:lstStyle/>
          <a:p>
            <a:pPr marL="231775">
              <a:spcBef>
                <a:spcPts val="95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95180" y="4582160"/>
            <a:ext cx="937260" cy="398827"/>
          </a:xfrm>
          <a:prstGeom prst="rect">
            <a:avLst/>
          </a:prstGeom>
          <a:solidFill>
            <a:srgbClr val="F78D35"/>
          </a:solidFill>
        </p:spPr>
        <p:txBody>
          <a:bodyPr vert="horz" wrap="square" lIns="0" tIns="120650" rIns="0" bIns="0" rtlCol="0">
            <a:spAutoFit/>
          </a:bodyPr>
          <a:lstStyle/>
          <a:p>
            <a:pPr marL="232410">
              <a:spcBef>
                <a:spcPts val="950"/>
              </a:spcBef>
            </a:pPr>
            <a:r>
              <a:rPr spc="-20" dirty="0">
                <a:solidFill>
                  <a:srgbClr val="FFFFFF"/>
                </a:solidFill>
                <a:latin typeface="Malgun Gothic"/>
                <a:cs typeface="Malgun Gothic"/>
              </a:rPr>
              <a:t>Base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48931" y="3789680"/>
            <a:ext cx="2767330" cy="793115"/>
          </a:xfrm>
          <a:custGeom>
            <a:avLst/>
            <a:gdLst/>
            <a:ahLst/>
            <a:cxnLst/>
            <a:rect l="l" t="t" r="r" b="b"/>
            <a:pathLst>
              <a:path w="2767329" h="793114">
                <a:moveTo>
                  <a:pt x="2766949" y="703961"/>
                </a:moveTo>
                <a:lnTo>
                  <a:pt x="2765933" y="700024"/>
                </a:lnTo>
                <a:lnTo>
                  <a:pt x="2762885" y="698246"/>
                </a:lnTo>
                <a:lnTo>
                  <a:pt x="2759837" y="696595"/>
                </a:lnTo>
                <a:lnTo>
                  <a:pt x="2755900" y="697611"/>
                </a:lnTo>
                <a:lnTo>
                  <a:pt x="2754249" y="700532"/>
                </a:lnTo>
                <a:lnTo>
                  <a:pt x="2721610" y="756488"/>
                </a:lnTo>
                <a:lnTo>
                  <a:pt x="2715247" y="767372"/>
                </a:lnTo>
                <a:lnTo>
                  <a:pt x="2721597" y="756488"/>
                </a:lnTo>
                <a:lnTo>
                  <a:pt x="2721610" y="402590"/>
                </a:lnTo>
                <a:lnTo>
                  <a:pt x="2721610" y="392811"/>
                </a:lnTo>
                <a:lnTo>
                  <a:pt x="2718689" y="389890"/>
                </a:lnTo>
                <a:lnTo>
                  <a:pt x="1367028" y="389890"/>
                </a:lnTo>
                <a:lnTo>
                  <a:pt x="1366901" y="389890"/>
                </a:lnTo>
                <a:lnTo>
                  <a:pt x="1366901" y="389636"/>
                </a:lnTo>
                <a:lnTo>
                  <a:pt x="1366901" y="0"/>
                </a:lnTo>
                <a:lnTo>
                  <a:pt x="1366139" y="0"/>
                </a:lnTo>
                <a:lnTo>
                  <a:pt x="1354201" y="0"/>
                </a:lnTo>
                <a:lnTo>
                  <a:pt x="1353439" y="0"/>
                </a:lnTo>
                <a:lnTo>
                  <a:pt x="1353439" y="389636"/>
                </a:lnTo>
                <a:lnTo>
                  <a:pt x="48133" y="389636"/>
                </a:lnTo>
                <a:lnTo>
                  <a:pt x="45339" y="392557"/>
                </a:lnTo>
                <a:lnTo>
                  <a:pt x="45339" y="756107"/>
                </a:lnTo>
                <a:lnTo>
                  <a:pt x="10922" y="697103"/>
                </a:lnTo>
                <a:lnTo>
                  <a:pt x="7112" y="696087"/>
                </a:lnTo>
                <a:lnTo>
                  <a:pt x="1016" y="699643"/>
                </a:lnTo>
                <a:lnTo>
                  <a:pt x="0" y="703453"/>
                </a:lnTo>
                <a:lnTo>
                  <a:pt x="51689" y="792099"/>
                </a:lnTo>
                <a:lnTo>
                  <a:pt x="59016" y="779526"/>
                </a:lnTo>
                <a:lnTo>
                  <a:pt x="103378" y="703453"/>
                </a:lnTo>
                <a:lnTo>
                  <a:pt x="102362" y="699643"/>
                </a:lnTo>
                <a:lnTo>
                  <a:pt x="96266" y="696087"/>
                </a:lnTo>
                <a:lnTo>
                  <a:pt x="92456" y="697103"/>
                </a:lnTo>
                <a:lnTo>
                  <a:pt x="58039" y="756107"/>
                </a:lnTo>
                <a:lnTo>
                  <a:pt x="51689" y="766991"/>
                </a:lnTo>
                <a:lnTo>
                  <a:pt x="46228" y="776351"/>
                </a:lnTo>
                <a:lnTo>
                  <a:pt x="51676" y="766991"/>
                </a:lnTo>
                <a:lnTo>
                  <a:pt x="58026" y="756107"/>
                </a:lnTo>
                <a:lnTo>
                  <a:pt x="58039" y="402336"/>
                </a:lnTo>
                <a:lnTo>
                  <a:pt x="1355979" y="402336"/>
                </a:lnTo>
                <a:lnTo>
                  <a:pt x="1356233" y="402590"/>
                </a:lnTo>
                <a:lnTo>
                  <a:pt x="1357249" y="402590"/>
                </a:lnTo>
                <a:lnTo>
                  <a:pt x="1357249" y="756272"/>
                </a:lnTo>
                <a:lnTo>
                  <a:pt x="1324610" y="700532"/>
                </a:lnTo>
                <a:lnTo>
                  <a:pt x="1322832" y="697611"/>
                </a:lnTo>
                <a:lnTo>
                  <a:pt x="1318895" y="696595"/>
                </a:lnTo>
                <a:lnTo>
                  <a:pt x="1315847" y="698246"/>
                </a:lnTo>
                <a:lnTo>
                  <a:pt x="1312926" y="700024"/>
                </a:lnTo>
                <a:lnTo>
                  <a:pt x="1311910" y="703961"/>
                </a:lnTo>
                <a:lnTo>
                  <a:pt x="1313561" y="707009"/>
                </a:lnTo>
                <a:lnTo>
                  <a:pt x="1363599" y="792607"/>
                </a:lnTo>
                <a:lnTo>
                  <a:pt x="1370926" y="780034"/>
                </a:lnTo>
                <a:lnTo>
                  <a:pt x="1415288" y="703961"/>
                </a:lnTo>
                <a:lnTo>
                  <a:pt x="1414272" y="700024"/>
                </a:lnTo>
                <a:lnTo>
                  <a:pt x="1411224" y="698246"/>
                </a:lnTo>
                <a:lnTo>
                  <a:pt x="1408176" y="696595"/>
                </a:lnTo>
                <a:lnTo>
                  <a:pt x="1404239" y="697611"/>
                </a:lnTo>
                <a:lnTo>
                  <a:pt x="1402461" y="700532"/>
                </a:lnTo>
                <a:lnTo>
                  <a:pt x="1369949" y="756272"/>
                </a:lnTo>
                <a:lnTo>
                  <a:pt x="1369949" y="756488"/>
                </a:lnTo>
                <a:lnTo>
                  <a:pt x="1363535" y="767270"/>
                </a:lnTo>
                <a:lnTo>
                  <a:pt x="1369822" y="756488"/>
                </a:lnTo>
                <a:lnTo>
                  <a:pt x="1369949" y="402590"/>
                </a:lnTo>
                <a:lnTo>
                  <a:pt x="2708910" y="402590"/>
                </a:lnTo>
                <a:lnTo>
                  <a:pt x="2708910" y="756488"/>
                </a:lnTo>
                <a:lnTo>
                  <a:pt x="2676271" y="700532"/>
                </a:lnTo>
                <a:lnTo>
                  <a:pt x="2674493" y="697611"/>
                </a:lnTo>
                <a:lnTo>
                  <a:pt x="2670556" y="696595"/>
                </a:lnTo>
                <a:lnTo>
                  <a:pt x="2667635" y="698246"/>
                </a:lnTo>
                <a:lnTo>
                  <a:pt x="2664587" y="700024"/>
                </a:lnTo>
                <a:lnTo>
                  <a:pt x="2663571" y="703961"/>
                </a:lnTo>
                <a:lnTo>
                  <a:pt x="2715260" y="792607"/>
                </a:lnTo>
                <a:lnTo>
                  <a:pt x="2722588" y="780034"/>
                </a:lnTo>
                <a:lnTo>
                  <a:pt x="2766949" y="703961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184390" y="5526088"/>
            <a:ext cx="3286760" cy="89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311910" algn="l"/>
                <a:tab pos="2667635" algn="l"/>
              </a:tabLst>
            </a:pPr>
            <a:r>
              <a:rPr dirty="0">
                <a:latin typeface="Malgun Gothic"/>
                <a:cs typeface="Malgun Gothic"/>
              </a:rPr>
              <a:t>A</a:t>
            </a:r>
            <a:r>
              <a:rPr spc="-15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Site</a:t>
            </a:r>
            <a:r>
              <a:rPr dirty="0">
                <a:latin typeface="Malgun Gothic"/>
                <a:cs typeface="Malgun Gothic"/>
              </a:rPr>
              <a:t>	B</a:t>
            </a:r>
            <a:r>
              <a:rPr spc="-10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Site</a:t>
            </a:r>
            <a:r>
              <a:rPr dirty="0">
                <a:latin typeface="Malgun Gothic"/>
                <a:cs typeface="Malgun Gothic"/>
              </a:rPr>
              <a:t>	C</a:t>
            </a:r>
            <a:r>
              <a:rPr spc="-10" dirty="0">
                <a:latin typeface="Malgun Gothic"/>
                <a:cs typeface="Malgun Gothic"/>
              </a:rPr>
              <a:t> </a:t>
            </a:r>
            <a:r>
              <a:rPr spc="-20" dirty="0">
                <a:latin typeface="Malgun Gothic"/>
                <a:cs typeface="Malgun Gothic"/>
              </a:rPr>
              <a:t>Site</a:t>
            </a:r>
            <a:endParaRPr>
              <a:latin typeface="Malgun Gothic"/>
              <a:cs typeface="Malgun Gothic"/>
            </a:endParaRPr>
          </a:p>
          <a:p>
            <a:pPr marL="138430">
              <a:spcBef>
                <a:spcPts val="2730"/>
              </a:spcBef>
            </a:pP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Base Model이</a:t>
            </a:r>
            <a:r>
              <a:rPr sz="1600" b="1" spc="-35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68221"/>
                </a:solidFill>
                <a:latin typeface="Malgun Gothic"/>
                <a:cs typeface="Malgun Gothic"/>
              </a:rPr>
              <a:t>사이트마다</a:t>
            </a:r>
            <a:r>
              <a:rPr sz="1600" b="1" spc="-10" dirty="0">
                <a:solidFill>
                  <a:srgbClr val="F68221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F68221"/>
                </a:solidFill>
                <a:latin typeface="Malgun Gothic"/>
                <a:cs typeface="Malgun Gothic"/>
              </a:rPr>
              <a:t>유지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23</a:t>
            </a:fld>
            <a:endParaRPr spc="-25" dirty="0"/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931657" y="3873119"/>
            <a:ext cx="175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동시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업그래이드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가능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24911" y="3749040"/>
            <a:ext cx="17506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동시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버전</a:t>
            </a:r>
            <a:r>
              <a:rPr sz="1400" spc="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업그래이드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724911" y="3962400"/>
            <a:ext cx="5594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latin typeface="Malgun Gothic"/>
                <a:cs typeface="Malgun Gothic"/>
              </a:rPr>
              <a:t>불가능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06220" y="1544319"/>
            <a:ext cx="9161780" cy="3629660"/>
            <a:chOff x="363220" y="1544319"/>
            <a:chExt cx="9161780" cy="3629660"/>
          </a:xfrm>
        </p:grpSpPr>
        <p:sp>
          <p:nvSpPr>
            <p:cNvPr id="5" name="object 5"/>
            <p:cNvSpPr/>
            <p:nvPr/>
          </p:nvSpPr>
          <p:spPr>
            <a:xfrm>
              <a:off x="8087360" y="1557019"/>
              <a:ext cx="1424940" cy="3604260"/>
            </a:xfrm>
            <a:custGeom>
              <a:avLst/>
              <a:gdLst/>
              <a:ahLst/>
              <a:cxnLst/>
              <a:rect l="l" t="t" r="r" b="b"/>
              <a:pathLst>
                <a:path w="1424940" h="3604260">
                  <a:moveTo>
                    <a:pt x="0" y="30606"/>
                  </a:moveTo>
                  <a:lnTo>
                    <a:pt x="2407" y="18698"/>
                  </a:lnTo>
                  <a:lnTo>
                    <a:pt x="8969" y="8969"/>
                  </a:lnTo>
                  <a:lnTo>
                    <a:pt x="18698" y="2407"/>
                  </a:lnTo>
                  <a:lnTo>
                    <a:pt x="30607" y="0"/>
                  </a:lnTo>
                  <a:lnTo>
                    <a:pt x="1394333" y="0"/>
                  </a:lnTo>
                  <a:lnTo>
                    <a:pt x="1406241" y="2407"/>
                  </a:lnTo>
                  <a:lnTo>
                    <a:pt x="1415970" y="8969"/>
                  </a:lnTo>
                  <a:lnTo>
                    <a:pt x="1422532" y="18698"/>
                  </a:lnTo>
                  <a:lnTo>
                    <a:pt x="1424940" y="30606"/>
                  </a:lnTo>
                  <a:lnTo>
                    <a:pt x="1424940" y="3573653"/>
                  </a:lnTo>
                  <a:lnTo>
                    <a:pt x="1422532" y="3585561"/>
                  </a:lnTo>
                  <a:lnTo>
                    <a:pt x="1415970" y="3595290"/>
                  </a:lnTo>
                  <a:lnTo>
                    <a:pt x="1406241" y="3601852"/>
                  </a:lnTo>
                  <a:lnTo>
                    <a:pt x="1394333" y="3604259"/>
                  </a:lnTo>
                  <a:lnTo>
                    <a:pt x="30607" y="3604259"/>
                  </a:lnTo>
                  <a:lnTo>
                    <a:pt x="18698" y="3601852"/>
                  </a:lnTo>
                  <a:lnTo>
                    <a:pt x="8969" y="3595290"/>
                  </a:lnTo>
                  <a:lnTo>
                    <a:pt x="2407" y="3585561"/>
                  </a:lnTo>
                  <a:lnTo>
                    <a:pt x="0" y="3573653"/>
                  </a:lnTo>
                  <a:lnTo>
                    <a:pt x="0" y="3060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5920" y="1557019"/>
              <a:ext cx="2453640" cy="3604260"/>
            </a:xfrm>
            <a:custGeom>
              <a:avLst/>
              <a:gdLst/>
              <a:ahLst/>
              <a:cxnLst/>
              <a:rect l="l" t="t" r="r" b="b"/>
              <a:pathLst>
                <a:path w="2453640" h="3604260">
                  <a:moveTo>
                    <a:pt x="2358898" y="0"/>
                  </a:moveTo>
                  <a:lnTo>
                    <a:pt x="94691" y="0"/>
                  </a:lnTo>
                  <a:lnTo>
                    <a:pt x="57832" y="7445"/>
                  </a:lnTo>
                  <a:lnTo>
                    <a:pt x="27733" y="27749"/>
                  </a:lnTo>
                  <a:lnTo>
                    <a:pt x="7441" y="57864"/>
                  </a:lnTo>
                  <a:lnTo>
                    <a:pt x="0" y="94741"/>
                  </a:lnTo>
                  <a:lnTo>
                    <a:pt x="0" y="3509517"/>
                  </a:lnTo>
                  <a:lnTo>
                    <a:pt x="7441" y="3546395"/>
                  </a:lnTo>
                  <a:lnTo>
                    <a:pt x="27733" y="3576510"/>
                  </a:lnTo>
                  <a:lnTo>
                    <a:pt x="57832" y="3596814"/>
                  </a:lnTo>
                  <a:lnTo>
                    <a:pt x="94691" y="3604259"/>
                  </a:lnTo>
                  <a:lnTo>
                    <a:pt x="2358898" y="3604259"/>
                  </a:lnTo>
                  <a:lnTo>
                    <a:pt x="2395775" y="3596814"/>
                  </a:lnTo>
                  <a:lnTo>
                    <a:pt x="2425890" y="3576510"/>
                  </a:lnTo>
                  <a:lnTo>
                    <a:pt x="2446194" y="3546395"/>
                  </a:lnTo>
                  <a:lnTo>
                    <a:pt x="2453640" y="3509517"/>
                  </a:lnTo>
                  <a:lnTo>
                    <a:pt x="2453640" y="94741"/>
                  </a:lnTo>
                  <a:lnTo>
                    <a:pt x="2446194" y="57864"/>
                  </a:lnTo>
                  <a:lnTo>
                    <a:pt x="2425890" y="27749"/>
                  </a:lnTo>
                  <a:lnTo>
                    <a:pt x="2395775" y="7445"/>
                  </a:lnTo>
                  <a:lnTo>
                    <a:pt x="235889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5920" y="1557019"/>
              <a:ext cx="2453640" cy="3604260"/>
            </a:xfrm>
            <a:custGeom>
              <a:avLst/>
              <a:gdLst/>
              <a:ahLst/>
              <a:cxnLst/>
              <a:rect l="l" t="t" r="r" b="b"/>
              <a:pathLst>
                <a:path w="2453640" h="3604260">
                  <a:moveTo>
                    <a:pt x="0" y="94741"/>
                  </a:moveTo>
                  <a:lnTo>
                    <a:pt x="7441" y="57864"/>
                  </a:lnTo>
                  <a:lnTo>
                    <a:pt x="27733" y="27749"/>
                  </a:lnTo>
                  <a:lnTo>
                    <a:pt x="57832" y="7445"/>
                  </a:lnTo>
                  <a:lnTo>
                    <a:pt x="94691" y="0"/>
                  </a:lnTo>
                  <a:lnTo>
                    <a:pt x="2358898" y="0"/>
                  </a:lnTo>
                  <a:lnTo>
                    <a:pt x="2395775" y="7445"/>
                  </a:lnTo>
                  <a:lnTo>
                    <a:pt x="2425890" y="27749"/>
                  </a:lnTo>
                  <a:lnTo>
                    <a:pt x="2446194" y="57864"/>
                  </a:lnTo>
                  <a:lnTo>
                    <a:pt x="2453640" y="94741"/>
                  </a:lnTo>
                  <a:lnTo>
                    <a:pt x="2453640" y="3509517"/>
                  </a:lnTo>
                  <a:lnTo>
                    <a:pt x="2446194" y="3546395"/>
                  </a:lnTo>
                  <a:lnTo>
                    <a:pt x="2425890" y="3576510"/>
                  </a:lnTo>
                  <a:lnTo>
                    <a:pt x="2395775" y="3596814"/>
                  </a:lnTo>
                  <a:lnTo>
                    <a:pt x="2358898" y="3604259"/>
                  </a:lnTo>
                  <a:lnTo>
                    <a:pt x="94691" y="3604259"/>
                  </a:lnTo>
                  <a:lnTo>
                    <a:pt x="57832" y="3596814"/>
                  </a:lnTo>
                  <a:lnTo>
                    <a:pt x="27733" y="3576510"/>
                  </a:lnTo>
                  <a:lnTo>
                    <a:pt x="7441" y="3546395"/>
                  </a:lnTo>
                  <a:lnTo>
                    <a:pt x="0" y="3509517"/>
                  </a:lnTo>
                  <a:lnTo>
                    <a:pt x="0" y="94741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6120" y="36962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1"/>
                  </a:lnTo>
                  <a:lnTo>
                    <a:pt x="1698752" y="296671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04871" y="3644899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7"/>
                  </a:lnTo>
                  <a:lnTo>
                    <a:pt x="0" y="347980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6120" y="3644899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7"/>
                  </a:lnTo>
                  <a:lnTo>
                    <a:pt x="1698752" y="51307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120" y="3644899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7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80"/>
                  </a:lnTo>
                  <a:lnTo>
                    <a:pt x="0" y="347980"/>
                  </a:lnTo>
                  <a:lnTo>
                    <a:pt x="0" y="51307"/>
                  </a:lnTo>
                  <a:close/>
                </a:path>
                <a:path w="1750060" h="347979">
                  <a:moveTo>
                    <a:pt x="0" y="51307"/>
                  </a:moveTo>
                  <a:lnTo>
                    <a:pt x="1698752" y="51307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7"/>
                  </a:moveTo>
                  <a:lnTo>
                    <a:pt x="1698752" y="34798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380974" y="50585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5" dirty="0"/>
              <a:t> </a:t>
            </a:r>
            <a:r>
              <a:rPr dirty="0"/>
              <a:t>기반</a:t>
            </a:r>
            <a:r>
              <a:rPr spc="-15" dirty="0"/>
              <a:t> </a:t>
            </a:r>
            <a:r>
              <a:rPr dirty="0"/>
              <a:t>Application의</a:t>
            </a:r>
            <a:r>
              <a:rPr spc="-30" dirty="0"/>
              <a:t> </a:t>
            </a:r>
            <a:r>
              <a:rPr dirty="0"/>
              <a:t>아키텍처</a:t>
            </a:r>
            <a:r>
              <a:rPr spc="-15" dirty="0"/>
              <a:t> </a:t>
            </a:r>
            <a:r>
              <a:rPr spc="-25" dirty="0"/>
              <a:t>형상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78585" y="590296"/>
            <a:ext cx="59709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Agados가</a:t>
            </a: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적용되었을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때의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아키텍처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(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Full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적용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Malgun Gothic"/>
                <a:cs typeface="Malgun Gothic"/>
              </a:rPr>
              <a:t>)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9119" y="3694048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marR="244475" indent="353060">
              <a:spcBef>
                <a:spcPts val="100"/>
              </a:spcBef>
            </a:pP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Designer</a:t>
            </a:r>
            <a:r>
              <a:rPr sz="900" b="1" spc="50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Lower</a:t>
            </a:r>
            <a:r>
              <a:rPr sz="900" b="1" spc="-7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Configure</a:t>
            </a:r>
            <a:r>
              <a:rPr sz="900" b="1" spc="-35" dirty="0">
                <a:latin typeface="Malgun Gothic"/>
                <a:cs typeface="Malgun Gothic"/>
              </a:rPr>
              <a:t> </a:t>
            </a:r>
            <a:r>
              <a:rPr sz="900" b="1" spc="-20" dirty="0"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44040" y="3208020"/>
            <a:ext cx="1760220" cy="358140"/>
            <a:chOff x="701040" y="3208020"/>
            <a:chExt cx="1760220" cy="358140"/>
          </a:xfrm>
        </p:grpSpPr>
        <p:sp>
          <p:nvSpPr>
            <p:cNvPr id="16" name="object 16"/>
            <p:cNvSpPr/>
            <p:nvPr/>
          </p:nvSpPr>
          <p:spPr>
            <a:xfrm>
              <a:off x="706120" y="32644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04872" y="32131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8"/>
                  </a:lnTo>
                  <a:lnTo>
                    <a:pt x="0" y="347979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6120" y="32131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8"/>
                  </a:lnTo>
                  <a:lnTo>
                    <a:pt x="1698752" y="51308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6120" y="32131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8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8"/>
                  </a:lnTo>
                  <a:close/>
                </a:path>
                <a:path w="1750060" h="347979">
                  <a:moveTo>
                    <a:pt x="0" y="51308"/>
                  </a:moveTo>
                  <a:lnTo>
                    <a:pt x="1698752" y="51308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8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849119" y="3261424"/>
            <a:ext cx="1694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Configure</a:t>
            </a:r>
            <a:r>
              <a:rPr sz="900" b="1" spc="-4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20" dirty="0">
                <a:solidFill>
                  <a:srgbClr val="E36C09"/>
                </a:solidFill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  <a:p>
            <a:pPr marL="5080" algn="ctr">
              <a:spcBef>
                <a:spcPts val="5"/>
              </a:spcBef>
            </a:pPr>
            <a:r>
              <a:rPr sz="900" b="1" dirty="0">
                <a:latin typeface="Malgun Gothic"/>
                <a:cs typeface="Malgun Gothic"/>
              </a:rPr>
              <a:t>Higher</a:t>
            </a:r>
            <a:r>
              <a:rPr sz="900" b="1" spc="-5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Configure</a:t>
            </a:r>
            <a:r>
              <a:rPr sz="900" b="1" spc="-50" dirty="0">
                <a:latin typeface="Malgun Gothic"/>
                <a:cs typeface="Malgun Gothic"/>
              </a:rPr>
              <a:t> </a:t>
            </a:r>
            <a:r>
              <a:rPr sz="900" b="1" spc="-20" dirty="0"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56740" y="4516120"/>
            <a:ext cx="1760220" cy="358140"/>
            <a:chOff x="713740" y="4516120"/>
            <a:chExt cx="1760220" cy="358140"/>
          </a:xfrm>
        </p:grpSpPr>
        <p:sp>
          <p:nvSpPr>
            <p:cNvPr id="22" name="object 22"/>
            <p:cNvSpPr/>
            <p:nvPr/>
          </p:nvSpPr>
          <p:spPr>
            <a:xfrm>
              <a:off x="718820" y="45725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1"/>
                  </a:lnTo>
                  <a:lnTo>
                    <a:pt x="1698752" y="296671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17572" y="45212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7"/>
                  </a:lnTo>
                  <a:lnTo>
                    <a:pt x="0" y="347980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8820" y="45212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7"/>
                  </a:lnTo>
                  <a:lnTo>
                    <a:pt x="1698752" y="51307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8820" y="45212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7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80"/>
                  </a:lnTo>
                  <a:lnTo>
                    <a:pt x="0" y="347980"/>
                  </a:lnTo>
                  <a:lnTo>
                    <a:pt x="0" y="51307"/>
                  </a:lnTo>
                  <a:close/>
                </a:path>
                <a:path w="1750060" h="347979">
                  <a:moveTo>
                    <a:pt x="0" y="51307"/>
                  </a:moveTo>
                  <a:lnTo>
                    <a:pt x="1698752" y="51307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7"/>
                  </a:moveTo>
                  <a:lnTo>
                    <a:pt x="1698752" y="34798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119947" y="4638295"/>
            <a:ext cx="11823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Visual</a:t>
            </a:r>
            <a:r>
              <a:rPr sz="900" b="1" spc="-5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Monitor</a:t>
            </a:r>
            <a:r>
              <a:rPr sz="9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Client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844040" y="2776220"/>
            <a:ext cx="1760220" cy="358140"/>
            <a:chOff x="701040" y="2776220"/>
            <a:chExt cx="1760220" cy="358140"/>
          </a:xfrm>
        </p:grpSpPr>
        <p:sp>
          <p:nvSpPr>
            <p:cNvPr id="28" name="object 28"/>
            <p:cNvSpPr/>
            <p:nvPr/>
          </p:nvSpPr>
          <p:spPr>
            <a:xfrm>
              <a:off x="706120" y="28326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80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04872" y="27813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80">
                  <a:moveTo>
                    <a:pt x="51307" y="0"/>
                  </a:moveTo>
                  <a:lnTo>
                    <a:pt x="0" y="51308"/>
                  </a:lnTo>
                  <a:lnTo>
                    <a:pt x="0" y="347979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6120" y="27813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8"/>
                  </a:lnTo>
                  <a:lnTo>
                    <a:pt x="1698752" y="51308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6120" y="27813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80">
                  <a:moveTo>
                    <a:pt x="0" y="51308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8"/>
                  </a:lnTo>
                  <a:close/>
                </a:path>
                <a:path w="1750060" h="347980">
                  <a:moveTo>
                    <a:pt x="0" y="51308"/>
                  </a:moveTo>
                  <a:lnTo>
                    <a:pt x="1698752" y="51308"/>
                  </a:lnTo>
                  <a:lnTo>
                    <a:pt x="1750060" y="0"/>
                  </a:lnTo>
                </a:path>
                <a:path w="1750060" h="347980">
                  <a:moveTo>
                    <a:pt x="1698752" y="51308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49119" y="2829559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715" marR="500380" indent="129539">
              <a:spcBef>
                <a:spcPts val="100"/>
              </a:spcBef>
            </a:pP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Agados </a:t>
            </a: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Smart</a:t>
            </a:r>
            <a:r>
              <a:rPr sz="900" b="1" spc="-3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Client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920241" y="1587436"/>
            <a:ext cx="1634489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 marR="5080" indent="-196215">
              <a:spcBef>
                <a:spcPts val="100"/>
              </a:spcBef>
            </a:pPr>
            <a:r>
              <a:rPr sz="16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600" b="1" spc="-1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Smart</a:t>
            </a:r>
            <a:r>
              <a:rPr sz="1600" b="1" spc="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Client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(Web</a:t>
            </a:r>
            <a:r>
              <a:rPr sz="1600" b="1" spc="-8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Client)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81221" y="1544319"/>
            <a:ext cx="5393055" cy="3629660"/>
            <a:chOff x="3538220" y="1544319"/>
            <a:chExt cx="5393055" cy="3629660"/>
          </a:xfrm>
        </p:grpSpPr>
        <p:sp>
          <p:nvSpPr>
            <p:cNvPr id="35" name="object 35"/>
            <p:cNvSpPr/>
            <p:nvPr/>
          </p:nvSpPr>
          <p:spPr>
            <a:xfrm>
              <a:off x="3550920" y="1557019"/>
              <a:ext cx="3815079" cy="3604260"/>
            </a:xfrm>
            <a:custGeom>
              <a:avLst/>
              <a:gdLst/>
              <a:ahLst/>
              <a:cxnLst/>
              <a:rect l="l" t="t" r="r" b="b"/>
              <a:pathLst>
                <a:path w="3815079" h="3604260">
                  <a:moveTo>
                    <a:pt x="0" y="77469"/>
                  </a:moveTo>
                  <a:lnTo>
                    <a:pt x="6086" y="47309"/>
                  </a:lnTo>
                  <a:lnTo>
                    <a:pt x="22685" y="22685"/>
                  </a:lnTo>
                  <a:lnTo>
                    <a:pt x="47309" y="6086"/>
                  </a:lnTo>
                  <a:lnTo>
                    <a:pt x="77469" y="0"/>
                  </a:lnTo>
                  <a:lnTo>
                    <a:pt x="3737609" y="0"/>
                  </a:lnTo>
                  <a:lnTo>
                    <a:pt x="3767770" y="6086"/>
                  </a:lnTo>
                  <a:lnTo>
                    <a:pt x="3792394" y="22685"/>
                  </a:lnTo>
                  <a:lnTo>
                    <a:pt x="3808993" y="47309"/>
                  </a:lnTo>
                  <a:lnTo>
                    <a:pt x="3815079" y="77469"/>
                  </a:lnTo>
                  <a:lnTo>
                    <a:pt x="3815079" y="3526790"/>
                  </a:lnTo>
                  <a:lnTo>
                    <a:pt x="3808993" y="3556950"/>
                  </a:lnTo>
                  <a:lnTo>
                    <a:pt x="3792394" y="3581574"/>
                  </a:lnTo>
                  <a:lnTo>
                    <a:pt x="3767770" y="3598173"/>
                  </a:lnTo>
                  <a:lnTo>
                    <a:pt x="3737609" y="3604259"/>
                  </a:lnTo>
                  <a:lnTo>
                    <a:pt x="77469" y="3604259"/>
                  </a:lnTo>
                  <a:lnTo>
                    <a:pt x="47309" y="3598173"/>
                  </a:lnTo>
                  <a:lnTo>
                    <a:pt x="22685" y="3581574"/>
                  </a:lnTo>
                  <a:lnTo>
                    <a:pt x="6086" y="3556950"/>
                  </a:lnTo>
                  <a:lnTo>
                    <a:pt x="0" y="3526790"/>
                  </a:lnTo>
                  <a:lnTo>
                    <a:pt x="0" y="77469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6009" y="2786002"/>
              <a:ext cx="512623" cy="597277"/>
            </a:xfrm>
            <a:prstGeom prst="rect">
              <a:avLst/>
            </a:prstGeom>
          </p:spPr>
        </p:pic>
        <p:pic>
          <p:nvPicPr>
            <p:cNvPr id="37" name="object 37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1133" y="3783925"/>
              <a:ext cx="480179" cy="559474"/>
            </a:xfrm>
            <a:prstGeom prst="rect">
              <a:avLst/>
            </a:prstGeom>
          </p:spPr>
        </p:pic>
        <p:pic>
          <p:nvPicPr>
            <p:cNvPr id="38" name="object 38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1845" y="4518342"/>
              <a:ext cx="519112" cy="60483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9682734" y="2609850"/>
            <a:ext cx="9899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041255" y="2823209"/>
            <a:ext cx="2705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25" dirty="0">
                <a:solidFill>
                  <a:srgbClr val="0F243E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752966" y="3539490"/>
            <a:ext cx="9874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95205" y="3752850"/>
            <a:ext cx="7048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Rule</a:t>
            </a:r>
            <a:r>
              <a:rPr sz="1400" b="1" spc="-2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682734" y="4469765"/>
            <a:ext cx="9899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855835" y="4683125"/>
            <a:ext cx="644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Log</a:t>
            </a:r>
            <a:r>
              <a:rPr sz="1400" b="1" spc="-1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770120" y="2128520"/>
            <a:ext cx="2024380" cy="513080"/>
            <a:chOff x="3627120" y="2128520"/>
            <a:chExt cx="2024380" cy="513080"/>
          </a:xfrm>
        </p:grpSpPr>
        <p:sp>
          <p:nvSpPr>
            <p:cNvPr id="46" name="object 46"/>
            <p:cNvSpPr/>
            <p:nvPr/>
          </p:nvSpPr>
          <p:spPr>
            <a:xfrm>
              <a:off x="3632200" y="2207755"/>
              <a:ext cx="1940560" cy="429259"/>
            </a:xfrm>
            <a:custGeom>
              <a:avLst/>
              <a:gdLst/>
              <a:ahLst/>
              <a:cxnLst/>
              <a:rect l="l" t="t" r="r" b="b"/>
              <a:pathLst>
                <a:path w="1940560" h="429260">
                  <a:moveTo>
                    <a:pt x="1940052" y="0"/>
                  </a:moveTo>
                  <a:lnTo>
                    <a:pt x="0" y="0"/>
                  </a:lnTo>
                  <a:lnTo>
                    <a:pt x="0" y="428764"/>
                  </a:lnTo>
                  <a:lnTo>
                    <a:pt x="1940052" y="428764"/>
                  </a:lnTo>
                  <a:lnTo>
                    <a:pt x="1940052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72252" y="2133600"/>
              <a:ext cx="74295" cy="502920"/>
            </a:xfrm>
            <a:custGeom>
              <a:avLst/>
              <a:gdLst/>
              <a:ahLst/>
              <a:cxnLst/>
              <a:rect l="l" t="t" r="r" b="b"/>
              <a:pathLst>
                <a:path w="74295" h="502919">
                  <a:moveTo>
                    <a:pt x="74168" y="0"/>
                  </a:moveTo>
                  <a:lnTo>
                    <a:pt x="0" y="74167"/>
                  </a:lnTo>
                  <a:lnTo>
                    <a:pt x="0" y="502920"/>
                  </a:lnTo>
                  <a:lnTo>
                    <a:pt x="74168" y="428751"/>
                  </a:lnTo>
                  <a:lnTo>
                    <a:pt x="74168" y="0"/>
                  </a:lnTo>
                  <a:close/>
                </a:path>
              </a:pathLst>
            </a:custGeom>
            <a:solidFill>
              <a:srgbClr val="C89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32200" y="2133600"/>
              <a:ext cx="2014220" cy="74295"/>
            </a:xfrm>
            <a:custGeom>
              <a:avLst/>
              <a:gdLst/>
              <a:ahLst/>
              <a:cxnLst/>
              <a:rect l="l" t="t" r="r" b="b"/>
              <a:pathLst>
                <a:path w="2014220" h="74294">
                  <a:moveTo>
                    <a:pt x="2014220" y="0"/>
                  </a:moveTo>
                  <a:lnTo>
                    <a:pt x="74167" y="0"/>
                  </a:lnTo>
                  <a:lnTo>
                    <a:pt x="0" y="74167"/>
                  </a:lnTo>
                  <a:lnTo>
                    <a:pt x="1940052" y="74167"/>
                  </a:lnTo>
                  <a:lnTo>
                    <a:pt x="2014220" y="0"/>
                  </a:lnTo>
                  <a:close/>
                </a:path>
              </a:pathLst>
            </a:custGeom>
            <a:solidFill>
              <a:srgbClr val="FACC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32200" y="2133600"/>
              <a:ext cx="2014220" cy="502920"/>
            </a:xfrm>
            <a:custGeom>
              <a:avLst/>
              <a:gdLst/>
              <a:ahLst/>
              <a:cxnLst/>
              <a:rect l="l" t="t" r="r" b="b"/>
              <a:pathLst>
                <a:path w="2014220" h="502919">
                  <a:moveTo>
                    <a:pt x="0" y="74167"/>
                  </a:moveTo>
                  <a:lnTo>
                    <a:pt x="74167" y="0"/>
                  </a:lnTo>
                  <a:lnTo>
                    <a:pt x="2014220" y="0"/>
                  </a:lnTo>
                  <a:lnTo>
                    <a:pt x="2014220" y="428751"/>
                  </a:lnTo>
                  <a:lnTo>
                    <a:pt x="1940052" y="502920"/>
                  </a:lnTo>
                  <a:lnTo>
                    <a:pt x="0" y="502920"/>
                  </a:lnTo>
                  <a:lnTo>
                    <a:pt x="0" y="74167"/>
                  </a:lnTo>
                  <a:close/>
                </a:path>
                <a:path w="2014220" h="502919">
                  <a:moveTo>
                    <a:pt x="0" y="74167"/>
                  </a:moveTo>
                  <a:lnTo>
                    <a:pt x="1940052" y="74167"/>
                  </a:lnTo>
                  <a:lnTo>
                    <a:pt x="2014220" y="0"/>
                  </a:lnTo>
                </a:path>
                <a:path w="2014220" h="502919">
                  <a:moveTo>
                    <a:pt x="1940052" y="74167"/>
                  </a:moveTo>
                  <a:lnTo>
                    <a:pt x="1940052" y="5029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775200" y="2316479"/>
            <a:ext cx="19354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>
              <a:spcBef>
                <a:spcPts val="100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WAS</a:t>
            </a:r>
            <a:r>
              <a:rPr sz="1200" b="1" spc="-30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(JBoss,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IIS,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0F243E"/>
                </a:solidFill>
                <a:latin typeface="Malgun Gothic"/>
                <a:cs typeface="Malgun Gothic"/>
              </a:rPr>
              <a:t>…)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780279" y="2712720"/>
            <a:ext cx="2014220" cy="515620"/>
            <a:chOff x="3637279" y="2712720"/>
            <a:chExt cx="2014220" cy="515620"/>
          </a:xfrm>
        </p:grpSpPr>
        <p:sp>
          <p:nvSpPr>
            <p:cNvPr id="52" name="object 52"/>
            <p:cNvSpPr/>
            <p:nvPr/>
          </p:nvSpPr>
          <p:spPr>
            <a:xfrm>
              <a:off x="3642359" y="2792336"/>
              <a:ext cx="1929764" cy="431165"/>
            </a:xfrm>
            <a:custGeom>
              <a:avLst/>
              <a:gdLst/>
              <a:ahLst/>
              <a:cxnLst/>
              <a:rect l="l" t="t" r="r" b="b"/>
              <a:pathLst>
                <a:path w="1929764" h="431164">
                  <a:moveTo>
                    <a:pt x="1929511" y="0"/>
                  </a:moveTo>
                  <a:lnTo>
                    <a:pt x="0" y="0"/>
                  </a:lnTo>
                  <a:lnTo>
                    <a:pt x="0" y="430923"/>
                  </a:lnTo>
                  <a:lnTo>
                    <a:pt x="1929511" y="430923"/>
                  </a:lnTo>
                  <a:lnTo>
                    <a:pt x="1929511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71870" y="2717800"/>
              <a:ext cx="74930" cy="505459"/>
            </a:xfrm>
            <a:custGeom>
              <a:avLst/>
              <a:gdLst/>
              <a:ahLst/>
              <a:cxnLst/>
              <a:rect l="l" t="t" r="r" b="b"/>
              <a:pathLst>
                <a:path w="74929" h="505460">
                  <a:moveTo>
                    <a:pt x="74549" y="0"/>
                  </a:moveTo>
                  <a:lnTo>
                    <a:pt x="0" y="74549"/>
                  </a:lnTo>
                  <a:lnTo>
                    <a:pt x="0" y="505460"/>
                  </a:lnTo>
                  <a:lnTo>
                    <a:pt x="74549" y="430911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642359" y="2717800"/>
              <a:ext cx="2004060" cy="74930"/>
            </a:xfrm>
            <a:custGeom>
              <a:avLst/>
              <a:gdLst/>
              <a:ahLst/>
              <a:cxnLst/>
              <a:rect l="l" t="t" r="r" b="b"/>
              <a:pathLst>
                <a:path w="2004060" h="74930">
                  <a:moveTo>
                    <a:pt x="2004060" y="0"/>
                  </a:moveTo>
                  <a:lnTo>
                    <a:pt x="74549" y="0"/>
                  </a:lnTo>
                  <a:lnTo>
                    <a:pt x="0" y="74549"/>
                  </a:lnTo>
                  <a:lnTo>
                    <a:pt x="1929511" y="74549"/>
                  </a:lnTo>
                  <a:lnTo>
                    <a:pt x="200406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642359" y="2717800"/>
              <a:ext cx="2004060" cy="505459"/>
            </a:xfrm>
            <a:custGeom>
              <a:avLst/>
              <a:gdLst/>
              <a:ahLst/>
              <a:cxnLst/>
              <a:rect l="l" t="t" r="r" b="b"/>
              <a:pathLst>
                <a:path w="2004060" h="505460">
                  <a:moveTo>
                    <a:pt x="0" y="74549"/>
                  </a:moveTo>
                  <a:lnTo>
                    <a:pt x="74549" y="0"/>
                  </a:lnTo>
                  <a:lnTo>
                    <a:pt x="2004060" y="0"/>
                  </a:lnTo>
                  <a:lnTo>
                    <a:pt x="2004060" y="430911"/>
                  </a:lnTo>
                  <a:lnTo>
                    <a:pt x="1929511" y="505460"/>
                  </a:lnTo>
                  <a:lnTo>
                    <a:pt x="0" y="505460"/>
                  </a:lnTo>
                  <a:lnTo>
                    <a:pt x="0" y="74549"/>
                  </a:lnTo>
                  <a:close/>
                </a:path>
                <a:path w="2004060" h="505460">
                  <a:moveTo>
                    <a:pt x="0" y="74549"/>
                  </a:moveTo>
                  <a:lnTo>
                    <a:pt x="1929511" y="74549"/>
                  </a:lnTo>
                  <a:lnTo>
                    <a:pt x="2004060" y="0"/>
                  </a:lnTo>
                </a:path>
                <a:path w="2004060" h="505460">
                  <a:moveTo>
                    <a:pt x="1929511" y="74549"/>
                  </a:moveTo>
                  <a:lnTo>
                    <a:pt x="1929511" y="50546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4785360" y="2811146"/>
            <a:ext cx="19246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spcBef>
                <a:spcPts val="100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r>
              <a:rPr sz="1200" b="1" spc="-2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  <a:p>
            <a:pPr marL="338455"/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(Design,</a:t>
            </a:r>
            <a:r>
              <a:rPr sz="1200" b="1" spc="-3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Execute)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389879" y="4424679"/>
            <a:ext cx="1457960" cy="515620"/>
            <a:chOff x="4246879" y="4424679"/>
            <a:chExt cx="1457960" cy="515620"/>
          </a:xfrm>
        </p:grpSpPr>
        <p:sp>
          <p:nvSpPr>
            <p:cNvPr id="58" name="object 58"/>
            <p:cNvSpPr/>
            <p:nvPr/>
          </p:nvSpPr>
          <p:spPr>
            <a:xfrm>
              <a:off x="4251959" y="4504283"/>
              <a:ext cx="1373505" cy="431165"/>
            </a:xfrm>
            <a:custGeom>
              <a:avLst/>
              <a:gdLst/>
              <a:ahLst/>
              <a:cxnLst/>
              <a:rect l="l" t="t" r="r" b="b"/>
              <a:pathLst>
                <a:path w="1373504" h="431164">
                  <a:moveTo>
                    <a:pt x="1373251" y="0"/>
                  </a:moveTo>
                  <a:lnTo>
                    <a:pt x="0" y="0"/>
                  </a:lnTo>
                  <a:lnTo>
                    <a:pt x="0" y="430936"/>
                  </a:lnTo>
                  <a:lnTo>
                    <a:pt x="1373251" y="430936"/>
                  </a:lnTo>
                  <a:lnTo>
                    <a:pt x="1373251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25210" y="4429759"/>
              <a:ext cx="74930" cy="505459"/>
            </a:xfrm>
            <a:custGeom>
              <a:avLst/>
              <a:gdLst/>
              <a:ahLst/>
              <a:cxnLst/>
              <a:rect l="l" t="t" r="r" b="b"/>
              <a:pathLst>
                <a:path w="74929" h="505460">
                  <a:moveTo>
                    <a:pt x="74549" y="0"/>
                  </a:moveTo>
                  <a:lnTo>
                    <a:pt x="0" y="74548"/>
                  </a:lnTo>
                  <a:lnTo>
                    <a:pt x="0" y="505459"/>
                  </a:lnTo>
                  <a:lnTo>
                    <a:pt x="74549" y="430910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51959" y="4429759"/>
              <a:ext cx="1447800" cy="74930"/>
            </a:xfrm>
            <a:custGeom>
              <a:avLst/>
              <a:gdLst/>
              <a:ahLst/>
              <a:cxnLst/>
              <a:rect l="l" t="t" r="r" b="b"/>
              <a:pathLst>
                <a:path w="1447800" h="74929">
                  <a:moveTo>
                    <a:pt x="1447800" y="0"/>
                  </a:moveTo>
                  <a:lnTo>
                    <a:pt x="74549" y="0"/>
                  </a:lnTo>
                  <a:lnTo>
                    <a:pt x="0" y="74548"/>
                  </a:lnTo>
                  <a:lnTo>
                    <a:pt x="1373251" y="74548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251959" y="4429759"/>
              <a:ext cx="1447800" cy="505459"/>
            </a:xfrm>
            <a:custGeom>
              <a:avLst/>
              <a:gdLst/>
              <a:ahLst/>
              <a:cxnLst/>
              <a:rect l="l" t="t" r="r" b="b"/>
              <a:pathLst>
                <a:path w="1447800" h="505460">
                  <a:moveTo>
                    <a:pt x="0" y="74548"/>
                  </a:moveTo>
                  <a:lnTo>
                    <a:pt x="74549" y="0"/>
                  </a:lnTo>
                  <a:lnTo>
                    <a:pt x="1447800" y="0"/>
                  </a:lnTo>
                  <a:lnTo>
                    <a:pt x="1447800" y="430910"/>
                  </a:lnTo>
                  <a:lnTo>
                    <a:pt x="1373251" y="505459"/>
                  </a:lnTo>
                  <a:lnTo>
                    <a:pt x="0" y="505459"/>
                  </a:lnTo>
                  <a:lnTo>
                    <a:pt x="0" y="74548"/>
                  </a:lnTo>
                  <a:close/>
                </a:path>
                <a:path w="1447800" h="505460">
                  <a:moveTo>
                    <a:pt x="0" y="74548"/>
                  </a:moveTo>
                  <a:lnTo>
                    <a:pt x="1373251" y="74548"/>
                  </a:lnTo>
                  <a:lnTo>
                    <a:pt x="1447800" y="0"/>
                  </a:lnTo>
                </a:path>
                <a:path w="1447800" h="505460">
                  <a:moveTo>
                    <a:pt x="1373251" y="74548"/>
                  </a:moveTo>
                  <a:lnTo>
                    <a:pt x="1373251" y="50545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394960" y="4522406"/>
            <a:ext cx="1368425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spcBef>
                <a:spcPts val="100"/>
              </a:spcBef>
            </a:pP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endParaRPr sz="1200">
              <a:latin typeface="Malgun Gothic"/>
              <a:cs typeface="Malgun Gothic"/>
            </a:endParaRPr>
          </a:p>
          <a:p>
            <a:pPr marL="5080" algn="ctr">
              <a:spcBef>
                <a:spcPts val="5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Log</a:t>
            </a:r>
            <a:r>
              <a:rPr sz="1200" b="1" spc="-30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518920" y="5440679"/>
            <a:ext cx="2453640" cy="1013460"/>
          </a:xfrm>
          <a:custGeom>
            <a:avLst/>
            <a:gdLst/>
            <a:ahLst/>
            <a:cxnLst/>
            <a:rect l="l" t="t" r="r" b="b"/>
            <a:pathLst>
              <a:path w="2453640" h="1013460">
                <a:moveTo>
                  <a:pt x="0" y="95631"/>
                </a:moveTo>
                <a:lnTo>
                  <a:pt x="7514" y="58400"/>
                </a:lnTo>
                <a:lnTo>
                  <a:pt x="28006" y="28003"/>
                </a:lnTo>
                <a:lnTo>
                  <a:pt x="58400" y="7512"/>
                </a:lnTo>
                <a:lnTo>
                  <a:pt x="95618" y="0"/>
                </a:lnTo>
                <a:lnTo>
                  <a:pt x="2358009" y="0"/>
                </a:lnTo>
                <a:lnTo>
                  <a:pt x="2395239" y="7512"/>
                </a:lnTo>
                <a:lnTo>
                  <a:pt x="2425636" y="28003"/>
                </a:lnTo>
                <a:lnTo>
                  <a:pt x="2446127" y="58400"/>
                </a:lnTo>
                <a:lnTo>
                  <a:pt x="2453640" y="95631"/>
                </a:lnTo>
                <a:lnTo>
                  <a:pt x="2453640" y="917841"/>
                </a:lnTo>
                <a:lnTo>
                  <a:pt x="2446127" y="955059"/>
                </a:lnTo>
                <a:lnTo>
                  <a:pt x="2425636" y="985453"/>
                </a:lnTo>
                <a:lnTo>
                  <a:pt x="2395239" y="1005945"/>
                </a:lnTo>
                <a:lnTo>
                  <a:pt x="2358009" y="1013460"/>
                </a:lnTo>
                <a:lnTo>
                  <a:pt x="95618" y="1013460"/>
                </a:lnTo>
                <a:lnTo>
                  <a:pt x="58400" y="1005945"/>
                </a:lnTo>
                <a:lnTo>
                  <a:pt x="28006" y="985453"/>
                </a:lnTo>
                <a:lnTo>
                  <a:pt x="7514" y="955059"/>
                </a:lnTo>
                <a:lnTo>
                  <a:pt x="0" y="917841"/>
                </a:lnTo>
                <a:lnTo>
                  <a:pt x="0" y="9563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782127" y="5473382"/>
            <a:ext cx="19050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marR="5080" indent="-407034">
              <a:spcBef>
                <a:spcPts val="100"/>
              </a:spcBef>
            </a:pP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Application/Service </a:t>
            </a:r>
            <a:r>
              <a:rPr sz="1600" b="1" spc="-30" dirty="0">
                <a:solidFill>
                  <a:srgbClr val="404040"/>
                </a:solidFill>
                <a:latin typeface="Malgun Gothic"/>
                <a:cs typeface="Malgun Gothic"/>
              </a:rPr>
              <a:t>Out-</a:t>
            </a:r>
            <a:r>
              <a:rPr sz="1600" b="1" spc="-45" dirty="0">
                <a:solidFill>
                  <a:srgbClr val="404040"/>
                </a:solidFill>
                <a:latin typeface="Malgun Gothic"/>
                <a:cs typeface="Malgun Gothic"/>
              </a:rPr>
              <a:t>of-</a:t>
            </a:r>
            <a:r>
              <a:rPr sz="1600" b="1" spc="-25" dirty="0">
                <a:solidFill>
                  <a:srgbClr val="404040"/>
                </a:solidFill>
                <a:latin typeface="Malgun Gothic"/>
                <a:cs typeface="Malgun Gothic"/>
              </a:rPr>
              <a:t>Box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204719" y="6019800"/>
            <a:ext cx="1054100" cy="360680"/>
            <a:chOff x="1061719" y="6019800"/>
            <a:chExt cx="1054100" cy="360680"/>
          </a:xfrm>
        </p:grpSpPr>
        <p:sp>
          <p:nvSpPr>
            <p:cNvPr id="66" name="object 66"/>
            <p:cNvSpPr/>
            <p:nvPr/>
          </p:nvSpPr>
          <p:spPr>
            <a:xfrm>
              <a:off x="2059050" y="6024880"/>
              <a:ext cx="52069" cy="350520"/>
            </a:xfrm>
            <a:custGeom>
              <a:avLst/>
              <a:gdLst/>
              <a:ahLst/>
              <a:cxnLst/>
              <a:rect l="l" t="t" r="r" b="b"/>
              <a:pathLst>
                <a:path w="52069" h="350520">
                  <a:moveTo>
                    <a:pt x="51688" y="0"/>
                  </a:moveTo>
                  <a:lnTo>
                    <a:pt x="0" y="51689"/>
                  </a:lnTo>
                  <a:lnTo>
                    <a:pt x="0" y="350520"/>
                  </a:lnTo>
                  <a:lnTo>
                    <a:pt x="51688" y="298831"/>
                  </a:lnTo>
                  <a:lnTo>
                    <a:pt x="5168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66799" y="6024880"/>
              <a:ext cx="1043940" cy="52069"/>
            </a:xfrm>
            <a:custGeom>
              <a:avLst/>
              <a:gdLst/>
              <a:ahLst/>
              <a:cxnLst/>
              <a:rect l="l" t="t" r="r" b="b"/>
              <a:pathLst>
                <a:path w="1043939" h="52070">
                  <a:moveTo>
                    <a:pt x="1043939" y="0"/>
                  </a:moveTo>
                  <a:lnTo>
                    <a:pt x="51688" y="0"/>
                  </a:lnTo>
                  <a:lnTo>
                    <a:pt x="0" y="51689"/>
                  </a:lnTo>
                  <a:lnTo>
                    <a:pt x="992251" y="51689"/>
                  </a:lnTo>
                  <a:lnTo>
                    <a:pt x="1043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66799" y="6024880"/>
              <a:ext cx="1043940" cy="350520"/>
            </a:xfrm>
            <a:custGeom>
              <a:avLst/>
              <a:gdLst/>
              <a:ahLst/>
              <a:cxnLst/>
              <a:rect l="l" t="t" r="r" b="b"/>
              <a:pathLst>
                <a:path w="1043939" h="350520">
                  <a:moveTo>
                    <a:pt x="0" y="51689"/>
                  </a:moveTo>
                  <a:lnTo>
                    <a:pt x="51688" y="0"/>
                  </a:lnTo>
                  <a:lnTo>
                    <a:pt x="1043939" y="0"/>
                  </a:lnTo>
                  <a:lnTo>
                    <a:pt x="1043939" y="298831"/>
                  </a:lnTo>
                  <a:lnTo>
                    <a:pt x="992251" y="350520"/>
                  </a:lnTo>
                  <a:lnTo>
                    <a:pt x="0" y="350520"/>
                  </a:lnTo>
                  <a:lnTo>
                    <a:pt x="0" y="51689"/>
                  </a:lnTo>
                  <a:close/>
                </a:path>
                <a:path w="1043939" h="350520">
                  <a:moveTo>
                    <a:pt x="0" y="51689"/>
                  </a:moveTo>
                  <a:lnTo>
                    <a:pt x="992251" y="51689"/>
                  </a:lnTo>
                  <a:lnTo>
                    <a:pt x="1043939" y="0"/>
                  </a:lnTo>
                </a:path>
                <a:path w="1043939" h="350520">
                  <a:moveTo>
                    <a:pt x="992251" y="51689"/>
                  </a:moveTo>
                  <a:lnTo>
                    <a:pt x="992251" y="3505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283778" y="6143626"/>
            <a:ext cx="8464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Reporting</a:t>
            </a:r>
            <a:r>
              <a:rPr sz="900" b="1" spc="-5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20" dirty="0">
                <a:solidFill>
                  <a:srgbClr val="E36C09"/>
                </a:solidFill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756660" y="2839720"/>
            <a:ext cx="3091180" cy="1506220"/>
            <a:chOff x="2613660" y="2839720"/>
            <a:chExt cx="3091180" cy="1506220"/>
          </a:xfrm>
        </p:grpSpPr>
        <p:sp>
          <p:nvSpPr>
            <p:cNvPr id="71" name="object 71"/>
            <p:cNvSpPr/>
            <p:nvPr/>
          </p:nvSpPr>
          <p:spPr>
            <a:xfrm>
              <a:off x="2613660" y="2839720"/>
              <a:ext cx="962660" cy="289560"/>
            </a:xfrm>
            <a:custGeom>
              <a:avLst/>
              <a:gdLst/>
              <a:ahLst/>
              <a:cxnLst/>
              <a:rect l="l" t="t" r="r" b="b"/>
              <a:pathLst>
                <a:path w="962660" h="289560">
                  <a:moveTo>
                    <a:pt x="817879" y="0"/>
                  </a:moveTo>
                  <a:lnTo>
                    <a:pt x="817879" y="72389"/>
                  </a:lnTo>
                  <a:lnTo>
                    <a:pt x="144779" y="72389"/>
                  </a:lnTo>
                  <a:lnTo>
                    <a:pt x="144779" y="0"/>
                  </a:lnTo>
                  <a:lnTo>
                    <a:pt x="0" y="144779"/>
                  </a:lnTo>
                  <a:lnTo>
                    <a:pt x="144779" y="289559"/>
                  </a:lnTo>
                  <a:lnTo>
                    <a:pt x="144779" y="217169"/>
                  </a:lnTo>
                  <a:lnTo>
                    <a:pt x="817879" y="217169"/>
                  </a:lnTo>
                  <a:lnTo>
                    <a:pt x="817879" y="289559"/>
                  </a:lnTo>
                  <a:lnTo>
                    <a:pt x="962660" y="144779"/>
                  </a:lnTo>
                  <a:lnTo>
                    <a:pt x="8178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251960" y="3909923"/>
              <a:ext cx="1373505" cy="431165"/>
            </a:xfrm>
            <a:custGeom>
              <a:avLst/>
              <a:gdLst/>
              <a:ahLst/>
              <a:cxnLst/>
              <a:rect l="l" t="t" r="r" b="b"/>
              <a:pathLst>
                <a:path w="1373504" h="431164">
                  <a:moveTo>
                    <a:pt x="1373251" y="0"/>
                  </a:moveTo>
                  <a:lnTo>
                    <a:pt x="0" y="0"/>
                  </a:lnTo>
                  <a:lnTo>
                    <a:pt x="0" y="430936"/>
                  </a:lnTo>
                  <a:lnTo>
                    <a:pt x="1373251" y="430936"/>
                  </a:lnTo>
                  <a:lnTo>
                    <a:pt x="1373251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25211" y="3835400"/>
              <a:ext cx="74930" cy="505459"/>
            </a:xfrm>
            <a:custGeom>
              <a:avLst/>
              <a:gdLst/>
              <a:ahLst/>
              <a:cxnLst/>
              <a:rect l="l" t="t" r="r" b="b"/>
              <a:pathLst>
                <a:path w="74929" h="505460">
                  <a:moveTo>
                    <a:pt x="74549" y="0"/>
                  </a:moveTo>
                  <a:lnTo>
                    <a:pt x="0" y="74549"/>
                  </a:lnTo>
                  <a:lnTo>
                    <a:pt x="0" y="505460"/>
                  </a:lnTo>
                  <a:lnTo>
                    <a:pt x="74549" y="430911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251960" y="3835400"/>
              <a:ext cx="1447800" cy="74930"/>
            </a:xfrm>
            <a:custGeom>
              <a:avLst/>
              <a:gdLst/>
              <a:ahLst/>
              <a:cxnLst/>
              <a:rect l="l" t="t" r="r" b="b"/>
              <a:pathLst>
                <a:path w="1447800" h="74929">
                  <a:moveTo>
                    <a:pt x="1447800" y="0"/>
                  </a:moveTo>
                  <a:lnTo>
                    <a:pt x="74549" y="0"/>
                  </a:lnTo>
                  <a:lnTo>
                    <a:pt x="0" y="74549"/>
                  </a:lnTo>
                  <a:lnTo>
                    <a:pt x="1373251" y="74549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51960" y="3835400"/>
              <a:ext cx="1447800" cy="505459"/>
            </a:xfrm>
            <a:custGeom>
              <a:avLst/>
              <a:gdLst/>
              <a:ahLst/>
              <a:cxnLst/>
              <a:rect l="l" t="t" r="r" b="b"/>
              <a:pathLst>
                <a:path w="1447800" h="505460">
                  <a:moveTo>
                    <a:pt x="0" y="74549"/>
                  </a:moveTo>
                  <a:lnTo>
                    <a:pt x="74549" y="0"/>
                  </a:lnTo>
                  <a:lnTo>
                    <a:pt x="1447800" y="0"/>
                  </a:lnTo>
                  <a:lnTo>
                    <a:pt x="1447800" y="430911"/>
                  </a:lnTo>
                  <a:lnTo>
                    <a:pt x="1373251" y="505460"/>
                  </a:lnTo>
                  <a:lnTo>
                    <a:pt x="0" y="505460"/>
                  </a:lnTo>
                  <a:lnTo>
                    <a:pt x="0" y="74549"/>
                  </a:lnTo>
                  <a:close/>
                </a:path>
                <a:path w="1447800" h="505460">
                  <a:moveTo>
                    <a:pt x="0" y="74549"/>
                  </a:moveTo>
                  <a:lnTo>
                    <a:pt x="1373251" y="74549"/>
                  </a:lnTo>
                  <a:lnTo>
                    <a:pt x="1447800" y="0"/>
                  </a:lnTo>
                </a:path>
                <a:path w="1447800" h="505460">
                  <a:moveTo>
                    <a:pt x="1373251" y="74549"/>
                  </a:moveTo>
                  <a:lnTo>
                    <a:pt x="1373251" y="50546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394960" y="3928174"/>
            <a:ext cx="1368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spcBef>
                <a:spcPts val="100"/>
              </a:spcBef>
            </a:pP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endParaRPr sz="1200">
              <a:latin typeface="Malgun Gothic"/>
              <a:cs typeface="Malgun Gothic"/>
            </a:endParaRPr>
          </a:p>
          <a:p>
            <a:pPr marL="5080" algn="ctr">
              <a:spcBef>
                <a:spcPts val="5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Monitor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688840" y="5440679"/>
            <a:ext cx="2278380" cy="1013460"/>
          </a:xfrm>
          <a:custGeom>
            <a:avLst/>
            <a:gdLst/>
            <a:ahLst/>
            <a:cxnLst/>
            <a:rect l="l" t="t" r="r" b="b"/>
            <a:pathLst>
              <a:path w="2278379" h="1013460">
                <a:moveTo>
                  <a:pt x="0" y="95631"/>
                </a:moveTo>
                <a:lnTo>
                  <a:pt x="7512" y="58400"/>
                </a:lnTo>
                <a:lnTo>
                  <a:pt x="28003" y="28003"/>
                </a:lnTo>
                <a:lnTo>
                  <a:pt x="58400" y="7512"/>
                </a:lnTo>
                <a:lnTo>
                  <a:pt x="95631" y="0"/>
                </a:lnTo>
                <a:lnTo>
                  <a:pt x="2182749" y="0"/>
                </a:lnTo>
                <a:lnTo>
                  <a:pt x="2219979" y="7512"/>
                </a:lnTo>
                <a:lnTo>
                  <a:pt x="2250376" y="28003"/>
                </a:lnTo>
                <a:lnTo>
                  <a:pt x="2270867" y="58400"/>
                </a:lnTo>
                <a:lnTo>
                  <a:pt x="2278380" y="95631"/>
                </a:lnTo>
                <a:lnTo>
                  <a:pt x="2278380" y="917841"/>
                </a:lnTo>
                <a:lnTo>
                  <a:pt x="2270867" y="955059"/>
                </a:lnTo>
                <a:lnTo>
                  <a:pt x="2250376" y="985453"/>
                </a:lnTo>
                <a:lnTo>
                  <a:pt x="2219979" y="1005945"/>
                </a:lnTo>
                <a:lnTo>
                  <a:pt x="2182749" y="1013460"/>
                </a:lnTo>
                <a:lnTo>
                  <a:pt x="95631" y="1013460"/>
                </a:lnTo>
                <a:lnTo>
                  <a:pt x="58400" y="1005945"/>
                </a:lnTo>
                <a:lnTo>
                  <a:pt x="28003" y="985453"/>
                </a:lnTo>
                <a:lnTo>
                  <a:pt x="7512" y="955059"/>
                </a:lnTo>
                <a:lnTo>
                  <a:pt x="0" y="917841"/>
                </a:lnTo>
                <a:lnTo>
                  <a:pt x="0" y="9563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065776" y="5473382"/>
            <a:ext cx="15646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External</a:t>
            </a:r>
            <a:r>
              <a:rPr sz="1600" b="1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System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1737360" y="2133601"/>
            <a:ext cx="7769859" cy="3383279"/>
            <a:chOff x="594359" y="2133600"/>
            <a:chExt cx="7769859" cy="3383279"/>
          </a:xfrm>
        </p:grpSpPr>
        <p:sp>
          <p:nvSpPr>
            <p:cNvPr id="80" name="object 80"/>
            <p:cNvSpPr/>
            <p:nvPr/>
          </p:nvSpPr>
          <p:spPr>
            <a:xfrm>
              <a:off x="3693159" y="3223260"/>
              <a:ext cx="228600" cy="2280920"/>
            </a:xfrm>
            <a:custGeom>
              <a:avLst/>
              <a:gdLst/>
              <a:ahLst/>
              <a:cxnLst/>
              <a:rect l="l" t="t" r="r" b="b"/>
              <a:pathLst>
                <a:path w="228600" h="228092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2166620"/>
                  </a:lnTo>
                  <a:lnTo>
                    <a:pt x="0" y="2166620"/>
                  </a:lnTo>
                  <a:lnTo>
                    <a:pt x="114300" y="2280920"/>
                  </a:lnTo>
                  <a:lnTo>
                    <a:pt x="228600" y="2166620"/>
                  </a:lnTo>
                  <a:lnTo>
                    <a:pt x="171450" y="216662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BE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93159" y="3223260"/>
              <a:ext cx="228600" cy="2280920"/>
            </a:xfrm>
            <a:custGeom>
              <a:avLst/>
              <a:gdLst/>
              <a:ahLst/>
              <a:cxnLst/>
              <a:rect l="l" t="t" r="r" b="b"/>
              <a:pathLst>
                <a:path w="228600" h="2280920">
                  <a:moveTo>
                    <a:pt x="114300" y="0"/>
                  </a:move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2166620"/>
                  </a:lnTo>
                  <a:lnTo>
                    <a:pt x="228600" y="2166620"/>
                  </a:lnTo>
                  <a:lnTo>
                    <a:pt x="114300" y="2280920"/>
                  </a:lnTo>
                  <a:lnTo>
                    <a:pt x="0" y="2166620"/>
                  </a:lnTo>
                  <a:lnTo>
                    <a:pt x="57150" y="2166620"/>
                  </a:lnTo>
                  <a:lnTo>
                    <a:pt x="57150" y="1143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7059" y="2557780"/>
              <a:ext cx="2006600" cy="1808480"/>
            </a:xfrm>
            <a:custGeom>
              <a:avLst/>
              <a:gdLst/>
              <a:ahLst/>
              <a:cxnLst/>
              <a:rect l="l" t="t" r="r" b="b"/>
              <a:pathLst>
                <a:path w="2006600" h="1808479">
                  <a:moveTo>
                    <a:pt x="0" y="69850"/>
                  </a:moveTo>
                  <a:lnTo>
                    <a:pt x="5483" y="42648"/>
                  </a:lnTo>
                  <a:lnTo>
                    <a:pt x="20439" y="20447"/>
                  </a:lnTo>
                  <a:lnTo>
                    <a:pt x="42621" y="5484"/>
                  </a:lnTo>
                  <a:lnTo>
                    <a:pt x="69786" y="0"/>
                  </a:lnTo>
                  <a:lnTo>
                    <a:pt x="1936750" y="0"/>
                  </a:lnTo>
                  <a:lnTo>
                    <a:pt x="1963951" y="5484"/>
                  </a:lnTo>
                  <a:lnTo>
                    <a:pt x="1986152" y="20447"/>
                  </a:lnTo>
                  <a:lnTo>
                    <a:pt x="2001115" y="42648"/>
                  </a:lnTo>
                  <a:lnTo>
                    <a:pt x="2006600" y="69850"/>
                  </a:lnTo>
                  <a:lnTo>
                    <a:pt x="2006600" y="1738630"/>
                  </a:lnTo>
                  <a:lnTo>
                    <a:pt x="2001115" y="1765831"/>
                  </a:lnTo>
                  <a:lnTo>
                    <a:pt x="1986153" y="1788033"/>
                  </a:lnTo>
                  <a:lnTo>
                    <a:pt x="1963951" y="1802995"/>
                  </a:lnTo>
                  <a:lnTo>
                    <a:pt x="1936750" y="1808480"/>
                  </a:lnTo>
                  <a:lnTo>
                    <a:pt x="69786" y="1808480"/>
                  </a:lnTo>
                  <a:lnTo>
                    <a:pt x="42621" y="1802995"/>
                  </a:lnTo>
                  <a:lnTo>
                    <a:pt x="20439" y="1788033"/>
                  </a:lnTo>
                  <a:lnTo>
                    <a:pt x="5483" y="1765831"/>
                  </a:lnTo>
                  <a:lnTo>
                    <a:pt x="0" y="1738630"/>
                  </a:lnTo>
                  <a:lnTo>
                    <a:pt x="0" y="69850"/>
                  </a:lnTo>
                  <a:close/>
                </a:path>
              </a:pathLst>
            </a:custGeom>
            <a:ln w="25400">
              <a:solidFill>
                <a:srgbClr val="F682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3659" y="4549139"/>
              <a:ext cx="1516380" cy="289560"/>
            </a:xfrm>
            <a:custGeom>
              <a:avLst/>
              <a:gdLst/>
              <a:ahLst/>
              <a:cxnLst/>
              <a:rect l="l" t="t" r="r" b="b"/>
              <a:pathLst>
                <a:path w="1516379" h="289560">
                  <a:moveTo>
                    <a:pt x="1371600" y="0"/>
                  </a:moveTo>
                  <a:lnTo>
                    <a:pt x="1371600" y="72390"/>
                  </a:lnTo>
                  <a:lnTo>
                    <a:pt x="144779" y="72390"/>
                  </a:lnTo>
                  <a:lnTo>
                    <a:pt x="144779" y="0"/>
                  </a:lnTo>
                  <a:lnTo>
                    <a:pt x="0" y="144780"/>
                  </a:lnTo>
                  <a:lnTo>
                    <a:pt x="144779" y="289560"/>
                  </a:lnTo>
                  <a:lnTo>
                    <a:pt x="144779" y="217170"/>
                  </a:lnTo>
                  <a:lnTo>
                    <a:pt x="1371600" y="217170"/>
                  </a:lnTo>
                  <a:lnTo>
                    <a:pt x="1371600" y="289560"/>
                  </a:lnTo>
                  <a:lnTo>
                    <a:pt x="1516379" y="14478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135119" y="3685539"/>
              <a:ext cx="1689100" cy="1386840"/>
            </a:xfrm>
            <a:custGeom>
              <a:avLst/>
              <a:gdLst/>
              <a:ahLst/>
              <a:cxnLst/>
              <a:rect l="l" t="t" r="r" b="b"/>
              <a:pathLst>
                <a:path w="1689100" h="1386839">
                  <a:moveTo>
                    <a:pt x="0" y="53467"/>
                  </a:moveTo>
                  <a:lnTo>
                    <a:pt x="4210" y="32682"/>
                  </a:lnTo>
                  <a:lnTo>
                    <a:pt x="15684" y="15684"/>
                  </a:lnTo>
                  <a:lnTo>
                    <a:pt x="32682" y="4210"/>
                  </a:lnTo>
                  <a:lnTo>
                    <a:pt x="53466" y="0"/>
                  </a:lnTo>
                  <a:lnTo>
                    <a:pt x="1635632" y="0"/>
                  </a:lnTo>
                  <a:lnTo>
                    <a:pt x="1656417" y="4210"/>
                  </a:lnTo>
                  <a:lnTo>
                    <a:pt x="1673415" y="15684"/>
                  </a:lnTo>
                  <a:lnTo>
                    <a:pt x="1684889" y="32682"/>
                  </a:lnTo>
                  <a:lnTo>
                    <a:pt x="1689100" y="53467"/>
                  </a:lnTo>
                  <a:lnTo>
                    <a:pt x="1689100" y="1333373"/>
                  </a:lnTo>
                  <a:lnTo>
                    <a:pt x="1684889" y="1354157"/>
                  </a:lnTo>
                  <a:lnTo>
                    <a:pt x="1673415" y="1371155"/>
                  </a:lnTo>
                  <a:lnTo>
                    <a:pt x="1656417" y="1382629"/>
                  </a:lnTo>
                  <a:lnTo>
                    <a:pt x="1635632" y="1386840"/>
                  </a:lnTo>
                  <a:lnTo>
                    <a:pt x="53466" y="1386840"/>
                  </a:lnTo>
                  <a:lnTo>
                    <a:pt x="32682" y="1382629"/>
                  </a:lnTo>
                  <a:lnTo>
                    <a:pt x="15684" y="1371155"/>
                  </a:lnTo>
                  <a:lnTo>
                    <a:pt x="4210" y="1354157"/>
                  </a:lnTo>
                  <a:lnTo>
                    <a:pt x="0" y="1333373"/>
                  </a:lnTo>
                  <a:lnTo>
                    <a:pt x="0" y="53467"/>
                  </a:lnTo>
                  <a:close/>
                </a:path>
              </a:pathLst>
            </a:custGeom>
            <a:ln w="25400">
              <a:solidFill>
                <a:srgbClr val="F682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46420" y="2839719"/>
              <a:ext cx="2717800" cy="1300480"/>
            </a:xfrm>
            <a:custGeom>
              <a:avLst/>
              <a:gdLst/>
              <a:ahLst/>
              <a:cxnLst/>
              <a:rect l="l" t="t" r="r" b="b"/>
              <a:pathLst>
                <a:path w="2717800" h="1300479">
                  <a:moveTo>
                    <a:pt x="2717800" y="1155700"/>
                  </a:moveTo>
                  <a:lnTo>
                    <a:pt x="2573020" y="1010920"/>
                  </a:lnTo>
                  <a:lnTo>
                    <a:pt x="2573020" y="1083310"/>
                  </a:lnTo>
                  <a:lnTo>
                    <a:pt x="1071880" y="1083310"/>
                  </a:lnTo>
                  <a:lnTo>
                    <a:pt x="1071880" y="1010920"/>
                  </a:lnTo>
                  <a:lnTo>
                    <a:pt x="927100" y="1155700"/>
                  </a:lnTo>
                  <a:lnTo>
                    <a:pt x="1071880" y="1300480"/>
                  </a:lnTo>
                  <a:lnTo>
                    <a:pt x="1071880" y="1228090"/>
                  </a:lnTo>
                  <a:lnTo>
                    <a:pt x="2573020" y="1228090"/>
                  </a:lnTo>
                  <a:lnTo>
                    <a:pt x="2573020" y="1300480"/>
                  </a:lnTo>
                  <a:lnTo>
                    <a:pt x="2717800" y="1155700"/>
                  </a:lnTo>
                  <a:close/>
                </a:path>
                <a:path w="2717800" h="1300479">
                  <a:moveTo>
                    <a:pt x="2717800" y="144780"/>
                  </a:moveTo>
                  <a:lnTo>
                    <a:pt x="2573020" y="0"/>
                  </a:lnTo>
                  <a:lnTo>
                    <a:pt x="2573020" y="72390"/>
                  </a:lnTo>
                  <a:lnTo>
                    <a:pt x="144780" y="72390"/>
                  </a:lnTo>
                  <a:lnTo>
                    <a:pt x="144780" y="0"/>
                  </a:lnTo>
                  <a:lnTo>
                    <a:pt x="0" y="144780"/>
                  </a:lnTo>
                  <a:lnTo>
                    <a:pt x="144780" y="289560"/>
                  </a:lnTo>
                  <a:lnTo>
                    <a:pt x="144780" y="217170"/>
                  </a:lnTo>
                  <a:lnTo>
                    <a:pt x="2573020" y="217170"/>
                  </a:lnTo>
                  <a:lnTo>
                    <a:pt x="2573020" y="289560"/>
                  </a:lnTo>
                  <a:lnTo>
                    <a:pt x="2717800" y="14478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77559" y="2197353"/>
              <a:ext cx="1323340" cy="2232660"/>
            </a:xfrm>
            <a:custGeom>
              <a:avLst/>
              <a:gdLst/>
              <a:ahLst/>
              <a:cxnLst/>
              <a:rect l="l" t="t" r="r" b="b"/>
              <a:pathLst>
                <a:path w="1323340" h="2232660">
                  <a:moveTo>
                    <a:pt x="1323086" y="0"/>
                  </a:moveTo>
                  <a:lnTo>
                    <a:pt x="0" y="0"/>
                  </a:lnTo>
                  <a:lnTo>
                    <a:pt x="0" y="2232406"/>
                  </a:lnTo>
                  <a:lnTo>
                    <a:pt x="1323086" y="2232406"/>
                  </a:lnTo>
                  <a:lnTo>
                    <a:pt x="1323086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200645" y="2138680"/>
              <a:ext cx="59055" cy="2291080"/>
            </a:xfrm>
            <a:custGeom>
              <a:avLst/>
              <a:gdLst/>
              <a:ahLst/>
              <a:cxnLst/>
              <a:rect l="l" t="t" r="r" b="b"/>
              <a:pathLst>
                <a:path w="59054" h="2291079">
                  <a:moveTo>
                    <a:pt x="58674" y="0"/>
                  </a:moveTo>
                  <a:lnTo>
                    <a:pt x="0" y="58674"/>
                  </a:lnTo>
                  <a:lnTo>
                    <a:pt x="0" y="2291080"/>
                  </a:lnTo>
                  <a:lnTo>
                    <a:pt x="58674" y="2232406"/>
                  </a:lnTo>
                  <a:lnTo>
                    <a:pt x="58674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877559" y="2138680"/>
              <a:ext cx="1381760" cy="59055"/>
            </a:xfrm>
            <a:custGeom>
              <a:avLst/>
              <a:gdLst/>
              <a:ahLst/>
              <a:cxnLst/>
              <a:rect l="l" t="t" r="r" b="b"/>
              <a:pathLst>
                <a:path w="1381759" h="59055">
                  <a:moveTo>
                    <a:pt x="1381760" y="0"/>
                  </a:moveTo>
                  <a:lnTo>
                    <a:pt x="58674" y="0"/>
                  </a:lnTo>
                  <a:lnTo>
                    <a:pt x="0" y="58674"/>
                  </a:lnTo>
                  <a:lnTo>
                    <a:pt x="1323086" y="58674"/>
                  </a:lnTo>
                  <a:lnTo>
                    <a:pt x="138176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877559" y="2138680"/>
              <a:ext cx="1381760" cy="2291080"/>
            </a:xfrm>
            <a:custGeom>
              <a:avLst/>
              <a:gdLst/>
              <a:ahLst/>
              <a:cxnLst/>
              <a:rect l="l" t="t" r="r" b="b"/>
              <a:pathLst>
                <a:path w="1381759" h="2291079">
                  <a:moveTo>
                    <a:pt x="0" y="58674"/>
                  </a:moveTo>
                  <a:lnTo>
                    <a:pt x="58674" y="0"/>
                  </a:lnTo>
                  <a:lnTo>
                    <a:pt x="1381760" y="0"/>
                  </a:lnTo>
                  <a:lnTo>
                    <a:pt x="1381760" y="2232406"/>
                  </a:lnTo>
                  <a:lnTo>
                    <a:pt x="1323086" y="2291080"/>
                  </a:lnTo>
                  <a:lnTo>
                    <a:pt x="0" y="2291080"/>
                  </a:lnTo>
                  <a:lnTo>
                    <a:pt x="0" y="58674"/>
                  </a:lnTo>
                  <a:close/>
                </a:path>
                <a:path w="1381759" h="2291079">
                  <a:moveTo>
                    <a:pt x="0" y="58674"/>
                  </a:moveTo>
                  <a:lnTo>
                    <a:pt x="1323086" y="58674"/>
                  </a:lnTo>
                  <a:lnTo>
                    <a:pt x="1381760" y="0"/>
                  </a:lnTo>
                </a:path>
                <a:path w="1381759" h="2291079">
                  <a:moveTo>
                    <a:pt x="1323086" y="58674"/>
                  </a:moveTo>
                  <a:lnTo>
                    <a:pt x="1323086" y="229108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00519" y="3594100"/>
              <a:ext cx="365759" cy="368300"/>
            </a:xfrm>
            <a:prstGeom prst="rect">
              <a:avLst/>
            </a:prstGeom>
          </p:spPr>
        </p:pic>
        <p:pic>
          <p:nvPicPr>
            <p:cNvPr id="91" name="object 91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4619" y="3459480"/>
              <a:ext cx="365759" cy="365760"/>
            </a:xfrm>
            <a:prstGeom prst="rect">
              <a:avLst/>
            </a:prstGeom>
          </p:spPr>
        </p:pic>
        <p:pic>
          <p:nvPicPr>
            <p:cNvPr id="92" name="object 92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880" y="3276600"/>
              <a:ext cx="365759" cy="365760"/>
            </a:xfrm>
            <a:prstGeom prst="rect">
              <a:avLst/>
            </a:prstGeom>
          </p:spPr>
        </p:pic>
        <p:pic>
          <p:nvPicPr>
            <p:cNvPr id="93" name="object 93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2980" y="3141980"/>
              <a:ext cx="365760" cy="365760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7020559" y="2308225"/>
            <a:ext cx="1318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159385" indent="78740">
              <a:spcBef>
                <a:spcPts val="100"/>
              </a:spcBef>
            </a:pP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400" b="1" spc="-9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App. </a:t>
            </a:r>
            <a:r>
              <a:rPr sz="1400" b="1" dirty="0">
                <a:solidFill>
                  <a:srgbClr val="404040"/>
                </a:solidFill>
                <a:latin typeface="Malgun Gothic"/>
                <a:cs typeface="Malgun Gothic"/>
              </a:rPr>
              <a:t>Biz.</a:t>
            </a:r>
            <a:r>
              <a:rPr sz="1400" b="1" spc="-1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Malgun Gothic"/>
                <a:cs typeface="Malgun Gothic"/>
              </a:rPr>
              <a:t>Objects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5108073" y="4782820"/>
            <a:ext cx="4399280" cy="1531620"/>
            <a:chOff x="3965073" y="4782820"/>
            <a:chExt cx="4399280" cy="1531620"/>
          </a:xfrm>
        </p:grpSpPr>
        <p:sp>
          <p:nvSpPr>
            <p:cNvPr id="96" name="object 96"/>
            <p:cNvSpPr/>
            <p:nvPr/>
          </p:nvSpPr>
          <p:spPr>
            <a:xfrm>
              <a:off x="5824220" y="4782820"/>
              <a:ext cx="2540000" cy="289560"/>
            </a:xfrm>
            <a:custGeom>
              <a:avLst/>
              <a:gdLst/>
              <a:ahLst/>
              <a:cxnLst/>
              <a:rect l="l" t="t" r="r" b="b"/>
              <a:pathLst>
                <a:path w="2540000" h="289560">
                  <a:moveTo>
                    <a:pt x="2395220" y="0"/>
                  </a:moveTo>
                  <a:lnTo>
                    <a:pt x="2395220" y="72389"/>
                  </a:lnTo>
                  <a:lnTo>
                    <a:pt x="144779" y="72389"/>
                  </a:lnTo>
                  <a:lnTo>
                    <a:pt x="144779" y="0"/>
                  </a:lnTo>
                  <a:lnTo>
                    <a:pt x="0" y="144779"/>
                  </a:lnTo>
                  <a:lnTo>
                    <a:pt x="144779" y="289559"/>
                  </a:lnTo>
                  <a:lnTo>
                    <a:pt x="144779" y="217169"/>
                  </a:lnTo>
                  <a:lnTo>
                    <a:pt x="2395220" y="217169"/>
                  </a:lnTo>
                  <a:lnTo>
                    <a:pt x="2395220" y="289559"/>
                  </a:lnTo>
                  <a:lnTo>
                    <a:pt x="2540000" y="144779"/>
                  </a:lnTo>
                  <a:lnTo>
                    <a:pt x="23952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5073" y="5924884"/>
              <a:ext cx="331536" cy="389555"/>
            </a:xfrm>
            <a:prstGeom prst="rect">
              <a:avLst/>
            </a:prstGeom>
          </p:spPr>
        </p:pic>
        <p:pic>
          <p:nvPicPr>
            <p:cNvPr id="98" name="object 98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947" y="5924884"/>
              <a:ext cx="333675" cy="389555"/>
            </a:xfrm>
            <a:prstGeom prst="rect">
              <a:avLst/>
            </a:prstGeom>
          </p:spPr>
        </p:pic>
        <p:pic>
          <p:nvPicPr>
            <p:cNvPr id="99" name="object 99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4233" y="5924884"/>
              <a:ext cx="331536" cy="389555"/>
            </a:xfrm>
            <a:prstGeom prst="rect">
              <a:avLst/>
            </a:prstGeom>
          </p:spPr>
        </p:pic>
        <p:pic>
          <p:nvPicPr>
            <p:cNvPr id="100" name="object 100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133" y="5924884"/>
              <a:ext cx="331536" cy="389555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4099942" y="2604706"/>
            <a:ext cx="417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latin typeface="Malgun Gothic"/>
                <a:cs typeface="Malgun Gothic"/>
              </a:rPr>
              <a:t>HTTP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6" name="object 106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24</a:t>
            </a:fld>
            <a:endParaRPr spc="-25" dirty="0"/>
          </a:p>
        </p:txBody>
      </p:sp>
      <p:sp>
        <p:nvSpPr>
          <p:cNvPr id="107" name="object 107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  <p:sp>
        <p:nvSpPr>
          <p:cNvPr id="102" name="object 102"/>
          <p:cNvSpPr txBox="1"/>
          <p:nvPr/>
        </p:nvSpPr>
        <p:spPr>
          <a:xfrm>
            <a:off x="4099942" y="4322762"/>
            <a:ext cx="417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latin typeface="Malgun Gothic"/>
                <a:cs typeface="Malgun Gothic"/>
              </a:rPr>
              <a:t>HTTP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786501" y="1587436"/>
            <a:ext cx="163068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600" b="1" spc="-1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endParaRPr sz="1600">
              <a:latin typeface="Malgun Gothic"/>
              <a:cs typeface="Malgun Gothic"/>
            </a:endParaRPr>
          </a:p>
          <a:p>
            <a:pPr algn="ctr">
              <a:spcBef>
                <a:spcPts val="5"/>
              </a:spcBef>
            </a:pP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Smart</a:t>
            </a:r>
            <a:r>
              <a:rPr sz="1600" b="1" spc="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Server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638919" y="1587436"/>
            <a:ext cx="63690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b="1" spc="-25" dirty="0">
                <a:solidFill>
                  <a:srgbClr val="404040"/>
                </a:solidFill>
                <a:latin typeface="Malgun Gothic"/>
                <a:cs typeface="Malgun Gothic"/>
              </a:rPr>
              <a:t>DB</a:t>
            </a:r>
            <a:endParaRPr sz="1600">
              <a:latin typeface="Malgun Gothic"/>
              <a:cs typeface="Malgun Gothic"/>
            </a:endParaRPr>
          </a:p>
          <a:p>
            <a:pPr algn="ctr">
              <a:spcBef>
                <a:spcPts val="5"/>
              </a:spcBef>
            </a:pP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Server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221220" y="5374641"/>
            <a:ext cx="3367404" cy="10572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99085" indent="-286385">
              <a:spcBef>
                <a:spcPts val="615"/>
              </a:spcBef>
              <a:buFont typeface="Wingdings"/>
              <a:buChar char=""/>
              <a:tabLst>
                <a:tab pos="299085" algn="l"/>
              </a:tabLst>
            </a:pPr>
            <a:r>
              <a:rPr dirty="0">
                <a:latin typeface="Malgun Gothic"/>
                <a:cs typeface="Malgun Gothic"/>
              </a:rPr>
              <a:t>Operating</a:t>
            </a:r>
            <a:r>
              <a:rPr spc="-50" dirty="0">
                <a:latin typeface="Malgun Gothic"/>
                <a:cs typeface="Malgun Gothic"/>
              </a:rPr>
              <a:t> </a:t>
            </a:r>
            <a:r>
              <a:rPr spc="-10" dirty="0">
                <a:latin typeface="Malgun Gothic"/>
                <a:cs typeface="Malgun Gothic"/>
              </a:rPr>
              <a:t>Environment</a:t>
            </a:r>
            <a:endParaRPr>
              <a:latin typeface="Malgun Gothic"/>
              <a:cs typeface="Malgun Gothic"/>
            </a:endParaRPr>
          </a:p>
          <a:p>
            <a:pPr marL="981075" marR="121285" indent="-681355">
              <a:spcBef>
                <a:spcPts val="4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: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Windows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Server,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Unix,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Linux </a:t>
            </a:r>
            <a:r>
              <a:rPr sz="1400" dirty="0">
                <a:latin typeface="Malgun Gothic"/>
                <a:cs typeface="Malgun Gothic"/>
              </a:rPr>
              <a:t>for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Java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/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.NET</a:t>
            </a:r>
            <a:endParaRPr sz="1400">
              <a:latin typeface="Malgun Gothic"/>
              <a:cs typeface="Malgun Gothic"/>
            </a:endParaRPr>
          </a:p>
          <a:p>
            <a:pPr marL="300355"/>
            <a:r>
              <a:rPr sz="1400" dirty="0">
                <a:latin typeface="Malgun Gothic"/>
                <a:cs typeface="Malgun Gothic"/>
              </a:rPr>
              <a:t>DBMS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: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SQL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Server,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Oracle,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MySQL,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…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94459" y="1051560"/>
            <a:ext cx="9414510" cy="0"/>
          </a:xfrm>
          <a:custGeom>
            <a:avLst/>
            <a:gdLst/>
            <a:ahLst/>
            <a:cxnLst/>
            <a:rect l="l" t="t" r="r" b="b"/>
            <a:pathLst>
              <a:path w="9414510">
                <a:moveTo>
                  <a:pt x="0" y="0"/>
                </a:moveTo>
                <a:lnTo>
                  <a:pt x="9414129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160" y="48260"/>
            <a:ext cx="734059" cy="31495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5797" y="110363"/>
            <a:ext cx="3083560" cy="489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/>
              <a:t>Agados</a:t>
            </a:r>
            <a:r>
              <a:rPr spc="-5" dirty="0"/>
              <a:t> </a:t>
            </a:r>
            <a:r>
              <a:rPr dirty="0"/>
              <a:t>기반</a:t>
            </a:r>
            <a:r>
              <a:rPr spc="-15" dirty="0"/>
              <a:t> </a:t>
            </a:r>
            <a:r>
              <a:rPr dirty="0"/>
              <a:t>Application의</a:t>
            </a:r>
            <a:r>
              <a:rPr spc="-25" dirty="0"/>
              <a:t> </a:t>
            </a:r>
            <a:r>
              <a:rPr dirty="0"/>
              <a:t>아키텍처</a:t>
            </a:r>
            <a:r>
              <a:rPr spc="-15" dirty="0"/>
              <a:t> </a:t>
            </a:r>
            <a:r>
              <a:rPr spc="-25" dirty="0"/>
              <a:t>형상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8584" y="590296"/>
            <a:ext cx="66408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부분적인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Agados</a:t>
            </a:r>
            <a:r>
              <a:rPr sz="1700" spc="-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적용</a:t>
            </a:r>
            <a:r>
              <a:rPr sz="1700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시의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Application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아키텍처</a:t>
            </a:r>
            <a:r>
              <a:rPr sz="1700" spc="-3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dirty="0">
                <a:solidFill>
                  <a:srgbClr val="404040"/>
                </a:solidFill>
                <a:latin typeface="Malgun Gothic"/>
                <a:cs typeface="Malgun Gothic"/>
              </a:rPr>
              <a:t>(Hybrid</a:t>
            </a:r>
            <a:r>
              <a:rPr sz="1700" spc="-2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Malgun Gothic"/>
                <a:cs typeface="Malgun Gothic"/>
              </a:rPr>
              <a:t>아키텍처)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21220" y="5440362"/>
            <a:ext cx="2733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spcBef>
                <a:spcPts val="100"/>
              </a:spcBef>
              <a:buFont typeface="Wingdings"/>
              <a:buChar char=""/>
              <a:tabLst>
                <a:tab pos="299085" algn="l"/>
              </a:tabLst>
            </a:pPr>
            <a:r>
              <a:rPr dirty="0">
                <a:latin typeface="Malgun Gothic"/>
                <a:cs typeface="Malgun Gothic"/>
              </a:rPr>
              <a:t>Operating</a:t>
            </a:r>
            <a:r>
              <a:rPr spc="-50" dirty="0">
                <a:latin typeface="Malgun Gothic"/>
                <a:cs typeface="Malgun Gothic"/>
              </a:rPr>
              <a:t> </a:t>
            </a:r>
            <a:r>
              <a:rPr spc="-10" dirty="0">
                <a:latin typeface="Malgun Gothic"/>
                <a:cs typeface="Malgun Gothic"/>
              </a:rPr>
              <a:t>Environment</a:t>
            </a:r>
            <a:endParaRPr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506220" y="1399539"/>
            <a:ext cx="9161780" cy="3914140"/>
            <a:chOff x="363220" y="1399539"/>
            <a:chExt cx="9161780" cy="3914140"/>
          </a:xfrm>
        </p:grpSpPr>
        <p:sp>
          <p:nvSpPr>
            <p:cNvPr id="8" name="object 8"/>
            <p:cNvSpPr/>
            <p:nvPr/>
          </p:nvSpPr>
          <p:spPr>
            <a:xfrm>
              <a:off x="8087360" y="1417319"/>
              <a:ext cx="1424940" cy="3865879"/>
            </a:xfrm>
            <a:custGeom>
              <a:avLst/>
              <a:gdLst/>
              <a:ahLst/>
              <a:cxnLst/>
              <a:rect l="l" t="t" r="r" b="b"/>
              <a:pathLst>
                <a:path w="1424940" h="3865879">
                  <a:moveTo>
                    <a:pt x="0" y="30606"/>
                  </a:moveTo>
                  <a:lnTo>
                    <a:pt x="2407" y="18698"/>
                  </a:lnTo>
                  <a:lnTo>
                    <a:pt x="8969" y="8969"/>
                  </a:lnTo>
                  <a:lnTo>
                    <a:pt x="18698" y="2407"/>
                  </a:lnTo>
                  <a:lnTo>
                    <a:pt x="30607" y="0"/>
                  </a:lnTo>
                  <a:lnTo>
                    <a:pt x="1394333" y="0"/>
                  </a:lnTo>
                  <a:lnTo>
                    <a:pt x="1406241" y="2407"/>
                  </a:lnTo>
                  <a:lnTo>
                    <a:pt x="1415970" y="8969"/>
                  </a:lnTo>
                  <a:lnTo>
                    <a:pt x="1422532" y="18698"/>
                  </a:lnTo>
                  <a:lnTo>
                    <a:pt x="1424940" y="30606"/>
                  </a:lnTo>
                  <a:lnTo>
                    <a:pt x="1424940" y="3835273"/>
                  </a:lnTo>
                  <a:lnTo>
                    <a:pt x="1422532" y="3847181"/>
                  </a:lnTo>
                  <a:lnTo>
                    <a:pt x="1415970" y="3856910"/>
                  </a:lnTo>
                  <a:lnTo>
                    <a:pt x="1406241" y="3863472"/>
                  </a:lnTo>
                  <a:lnTo>
                    <a:pt x="1394333" y="3865879"/>
                  </a:lnTo>
                  <a:lnTo>
                    <a:pt x="30607" y="3865879"/>
                  </a:lnTo>
                  <a:lnTo>
                    <a:pt x="18698" y="3863472"/>
                  </a:lnTo>
                  <a:lnTo>
                    <a:pt x="8969" y="3856910"/>
                  </a:lnTo>
                  <a:lnTo>
                    <a:pt x="2407" y="3847181"/>
                  </a:lnTo>
                  <a:lnTo>
                    <a:pt x="0" y="3835273"/>
                  </a:lnTo>
                  <a:lnTo>
                    <a:pt x="0" y="3060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5920" y="1412239"/>
              <a:ext cx="2453640" cy="3888740"/>
            </a:xfrm>
            <a:custGeom>
              <a:avLst/>
              <a:gdLst/>
              <a:ahLst/>
              <a:cxnLst/>
              <a:rect l="l" t="t" r="r" b="b"/>
              <a:pathLst>
                <a:path w="2453640" h="3888740">
                  <a:moveTo>
                    <a:pt x="2358898" y="0"/>
                  </a:moveTo>
                  <a:lnTo>
                    <a:pt x="94691" y="0"/>
                  </a:lnTo>
                  <a:lnTo>
                    <a:pt x="57832" y="7445"/>
                  </a:lnTo>
                  <a:lnTo>
                    <a:pt x="27733" y="27749"/>
                  </a:lnTo>
                  <a:lnTo>
                    <a:pt x="7441" y="57864"/>
                  </a:lnTo>
                  <a:lnTo>
                    <a:pt x="0" y="94742"/>
                  </a:lnTo>
                  <a:lnTo>
                    <a:pt x="0" y="3793998"/>
                  </a:lnTo>
                  <a:lnTo>
                    <a:pt x="7441" y="3830875"/>
                  </a:lnTo>
                  <a:lnTo>
                    <a:pt x="27733" y="3860990"/>
                  </a:lnTo>
                  <a:lnTo>
                    <a:pt x="57832" y="3881294"/>
                  </a:lnTo>
                  <a:lnTo>
                    <a:pt x="94691" y="3888740"/>
                  </a:lnTo>
                  <a:lnTo>
                    <a:pt x="2358898" y="3888740"/>
                  </a:lnTo>
                  <a:lnTo>
                    <a:pt x="2395775" y="3881294"/>
                  </a:lnTo>
                  <a:lnTo>
                    <a:pt x="2425890" y="3860990"/>
                  </a:lnTo>
                  <a:lnTo>
                    <a:pt x="2446194" y="3830875"/>
                  </a:lnTo>
                  <a:lnTo>
                    <a:pt x="2453640" y="3793998"/>
                  </a:lnTo>
                  <a:lnTo>
                    <a:pt x="2453640" y="94742"/>
                  </a:lnTo>
                  <a:lnTo>
                    <a:pt x="2446194" y="57864"/>
                  </a:lnTo>
                  <a:lnTo>
                    <a:pt x="2425890" y="27749"/>
                  </a:lnTo>
                  <a:lnTo>
                    <a:pt x="2395775" y="7445"/>
                  </a:lnTo>
                  <a:lnTo>
                    <a:pt x="235889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5920" y="1412239"/>
              <a:ext cx="2453640" cy="3888740"/>
            </a:xfrm>
            <a:custGeom>
              <a:avLst/>
              <a:gdLst/>
              <a:ahLst/>
              <a:cxnLst/>
              <a:rect l="l" t="t" r="r" b="b"/>
              <a:pathLst>
                <a:path w="2453640" h="3888740">
                  <a:moveTo>
                    <a:pt x="0" y="94742"/>
                  </a:moveTo>
                  <a:lnTo>
                    <a:pt x="7441" y="57864"/>
                  </a:lnTo>
                  <a:lnTo>
                    <a:pt x="27733" y="27749"/>
                  </a:lnTo>
                  <a:lnTo>
                    <a:pt x="57832" y="7445"/>
                  </a:lnTo>
                  <a:lnTo>
                    <a:pt x="94691" y="0"/>
                  </a:lnTo>
                  <a:lnTo>
                    <a:pt x="2358898" y="0"/>
                  </a:lnTo>
                  <a:lnTo>
                    <a:pt x="2395775" y="7445"/>
                  </a:lnTo>
                  <a:lnTo>
                    <a:pt x="2425890" y="27749"/>
                  </a:lnTo>
                  <a:lnTo>
                    <a:pt x="2446194" y="57864"/>
                  </a:lnTo>
                  <a:lnTo>
                    <a:pt x="2453640" y="94742"/>
                  </a:lnTo>
                  <a:lnTo>
                    <a:pt x="2453640" y="3793998"/>
                  </a:lnTo>
                  <a:lnTo>
                    <a:pt x="2446194" y="3830875"/>
                  </a:lnTo>
                  <a:lnTo>
                    <a:pt x="2425890" y="3860990"/>
                  </a:lnTo>
                  <a:lnTo>
                    <a:pt x="2395775" y="3881294"/>
                  </a:lnTo>
                  <a:lnTo>
                    <a:pt x="2358898" y="3888740"/>
                  </a:lnTo>
                  <a:lnTo>
                    <a:pt x="94691" y="3888740"/>
                  </a:lnTo>
                  <a:lnTo>
                    <a:pt x="57832" y="3881294"/>
                  </a:lnTo>
                  <a:lnTo>
                    <a:pt x="27733" y="3860990"/>
                  </a:lnTo>
                  <a:lnTo>
                    <a:pt x="7441" y="3830875"/>
                  </a:lnTo>
                  <a:lnTo>
                    <a:pt x="0" y="3793998"/>
                  </a:lnTo>
                  <a:lnTo>
                    <a:pt x="0" y="94742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6120" y="3264407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04871" y="32131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8"/>
                  </a:lnTo>
                  <a:lnTo>
                    <a:pt x="0" y="347979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120" y="32131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8"/>
                  </a:lnTo>
                  <a:lnTo>
                    <a:pt x="1698752" y="51308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6120" y="32131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8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8"/>
                  </a:lnTo>
                  <a:close/>
                </a:path>
                <a:path w="1750060" h="347979">
                  <a:moveTo>
                    <a:pt x="0" y="51308"/>
                  </a:moveTo>
                  <a:lnTo>
                    <a:pt x="1698752" y="51308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8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861819" y="3261424"/>
            <a:ext cx="1681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" algn="ctr">
              <a:spcBef>
                <a:spcPts val="100"/>
              </a:spcBef>
            </a:pP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Designer</a:t>
            </a:r>
            <a:endParaRPr sz="900">
              <a:latin typeface="Malgun Gothic"/>
              <a:cs typeface="Malgun Gothic"/>
            </a:endParaRPr>
          </a:p>
          <a:p>
            <a:pPr marR="1905" algn="ctr">
              <a:spcBef>
                <a:spcPts val="5"/>
              </a:spcBef>
            </a:pPr>
            <a:r>
              <a:rPr sz="900" b="1" dirty="0">
                <a:latin typeface="Malgun Gothic"/>
                <a:cs typeface="Malgun Gothic"/>
              </a:rPr>
              <a:t>Lower</a:t>
            </a:r>
            <a:r>
              <a:rPr sz="900" b="1" spc="-70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Configure</a:t>
            </a:r>
            <a:r>
              <a:rPr sz="900" b="1" spc="-35" dirty="0">
                <a:latin typeface="Malgun Gothic"/>
                <a:cs typeface="Malgun Gothic"/>
              </a:rPr>
              <a:t> </a:t>
            </a:r>
            <a:r>
              <a:rPr sz="900" b="1" spc="-20" dirty="0"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44040" y="2776220"/>
            <a:ext cx="1760220" cy="358140"/>
            <a:chOff x="701040" y="2776220"/>
            <a:chExt cx="1760220" cy="358140"/>
          </a:xfrm>
        </p:grpSpPr>
        <p:sp>
          <p:nvSpPr>
            <p:cNvPr id="17" name="object 17"/>
            <p:cNvSpPr/>
            <p:nvPr/>
          </p:nvSpPr>
          <p:spPr>
            <a:xfrm>
              <a:off x="706120" y="28326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80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04872" y="27813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80">
                  <a:moveTo>
                    <a:pt x="51307" y="0"/>
                  </a:moveTo>
                  <a:lnTo>
                    <a:pt x="0" y="51308"/>
                  </a:lnTo>
                  <a:lnTo>
                    <a:pt x="0" y="347979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6120" y="27813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8"/>
                  </a:lnTo>
                  <a:lnTo>
                    <a:pt x="1698752" y="51308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6120" y="27813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80">
                  <a:moveTo>
                    <a:pt x="0" y="51308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8"/>
                  </a:lnTo>
                  <a:close/>
                </a:path>
                <a:path w="1750060" h="347980">
                  <a:moveTo>
                    <a:pt x="0" y="51308"/>
                  </a:moveTo>
                  <a:lnTo>
                    <a:pt x="1698752" y="51308"/>
                  </a:lnTo>
                  <a:lnTo>
                    <a:pt x="1750060" y="0"/>
                  </a:lnTo>
                </a:path>
                <a:path w="1750060" h="347980">
                  <a:moveTo>
                    <a:pt x="1698752" y="51308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61819" y="2829559"/>
            <a:ext cx="1681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marR="224154" indent="203200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Configure</a:t>
            </a:r>
            <a:r>
              <a:rPr sz="900" b="1" spc="-5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20" dirty="0">
                <a:solidFill>
                  <a:srgbClr val="E36C09"/>
                </a:solidFill>
                <a:latin typeface="Malgun Gothic"/>
                <a:cs typeface="Malgun Gothic"/>
              </a:rPr>
              <a:t>Tool </a:t>
            </a:r>
            <a:r>
              <a:rPr sz="900" b="1" dirty="0">
                <a:latin typeface="Malgun Gothic"/>
                <a:cs typeface="Malgun Gothic"/>
              </a:rPr>
              <a:t>Higher</a:t>
            </a:r>
            <a:r>
              <a:rPr sz="900" b="1" spc="-55" dirty="0">
                <a:latin typeface="Malgun Gothic"/>
                <a:cs typeface="Malgun Gothic"/>
              </a:rPr>
              <a:t> </a:t>
            </a:r>
            <a:r>
              <a:rPr sz="900" b="1" dirty="0">
                <a:latin typeface="Malgun Gothic"/>
                <a:cs typeface="Malgun Gothic"/>
              </a:rPr>
              <a:t>Configure</a:t>
            </a:r>
            <a:r>
              <a:rPr sz="900" b="1" spc="-50" dirty="0">
                <a:latin typeface="Malgun Gothic"/>
                <a:cs typeface="Malgun Gothic"/>
              </a:rPr>
              <a:t> </a:t>
            </a:r>
            <a:r>
              <a:rPr sz="900" b="1" spc="-20" dirty="0"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856740" y="3639820"/>
            <a:ext cx="1760220" cy="358140"/>
            <a:chOff x="713740" y="3639820"/>
            <a:chExt cx="1760220" cy="358140"/>
          </a:xfrm>
        </p:grpSpPr>
        <p:sp>
          <p:nvSpPr>
            <p:cNvPr id="23" name="object 23"/>
            <p:cNvSpPr/>
            <p:nvPr/>
          </p:nvSpPr>
          <p:spPr>
            <a:xfrm>
              <a:off x="718820" y="36962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1"/>
                  </a:lnTo>
                  <a:lnTo>
                    <a:pt x="1698752" y="296671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17572" y="36449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7"/>
                  </a:lnTo>
                  <a:lnTo>
                    <a:pt x="0" y="347980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8820" y="36449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7"/>
                  </a:lnTo>
                  <a:lnTo>
                    <a:pt x="1698752" y="51307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8820" y="36449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7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80"/>
                  </a:lnTo>
                  <a:lnTo>
                    <a:pt x="0" y="347980"/>
                  </a:lnTo>
                  <a:lnTo>
                    <a:pt x="0" y="51307"/>
                  </a:lnTo>
                  <a:close/>
                </a:path>
                <a:path w="1750060" h="347979">
                  <a:moveTo>
                    <a:pt x="0" y="51307"/>
                  </a:moveTo>
                  <a:lnTo>
                    <a:pt x="1698752" y="51307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7"/>
                  </a:moveTo>
                  <a:lnTo>
                    <a:pt x="1698752" y="34798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61819" y="3762630"/>
            <a:ext cx="168148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0510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Visual</a:t>
            </a:r>
            <a:r>
              <a:rPr sz="900" b="1" spc="-5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Monitor</a:t>
            </a:r>
            <a:r>
              <a:rPr sz="900" b="1" spc="-3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Client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844040" y="2344420"/>
            <a:ext cx="1760220" cy="358140"/>
            <a:chOff x="701040" y="2344420"/>
            <a:chExt cx="1760220" cy="358140"/>
          </a:xfrm>
        </p:grpSpPr>
        <p:sp>
          <p:nvSpPr>
            <p:cNvPr id="29" name="object 29"/>
            <p:cNvSpPr/>
            <p:nvPr/>
          </p:nvSpPr>
          <p:spPr>
            <a:xfrm>
              <a:off x="706120" y="240080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80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04872" y="2349500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80">
                  <a:moveTo>
                    <a:pt x="51307" y="0"/>
                  </a:moveTo>
                  <a:lnTo>
                    <a:pt x="0" y="51308"/>
                  </a:lnTo>
                  <a:lnTo>
                    <a:pt x="0" y="347979"/>
                  </a:lnTo>
                  <a:lnTo>
                    <a:pt x="51307" y="296672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6120" y="2349500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8"/>
                  </a:lnTo>
                  <a:lnTo>
                    <a:pt x="1698752" y="51308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6120" y="2349500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80">
                  <a:moveTo>
                    <a:pt x="0" y="51308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2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8"/>
                  </a:lnTo>
                  <a:close/>
                </a:path>
                <a:path w="1750060" h="347980">
                  <a:moveTo>
                    <a:pt x="0" y="51308"/>
                  </a:moveTo>
                  <a:lnTo>
                    <a:pt x="1698752" y="51308"/>
                  </a:lnTo>
                  <a:lnTo>
                    <a:pt x="1750060" y="0"/>
                  </a:lnTo>
                </a:path>
                <a:path w="1750060" h="347980">
                  <a:moveTo>
                    <a:pt x="1698752" y="51308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61819" y="2397379"/>
            <a:ext cx="1681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015" marR="500380" indent="129539">
              <a:spcBef>
                <a:spcPts val="100"/>
              </a:spcBef>
            </a:pP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Agados </a:t>
            </a: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Smart</a:t>
            </a:r>
            <a:r>
              <a:rPr sz="900" b="1" spc="-3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10" dirty="0">
                <a:solidFill>
                  <a:srgbClr val="E36C09"/>
                </a:solidFill>
                <a:latin typeface="Malgun Gothic"/>
                <a:cs typeface="Malgun Gothic"/>
              </a:rPr>
              <a:t>Client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20240" y="1443990"/>
            <a:ext cx="16306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 marR="5080" indent="-201295">
              <a:spcBef>
                <a:spcPts val="100"/>
              </a:spcBef>
            </a:pPr>
            <a:r>
              <a:rPr sz="16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600" b="1" spc="-1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Smart</a:t>
            </a:r>
            <a:r>
              <a:rPr sz="1600" b="1" spc="1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Client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(Web</a:t>
            </a:r>
            <a:r>
              <a:rPr sz="1600" b="1" spc="-8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client)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310380" y="1412239"/>
            <a:ext cx="5763895" cy="3888740"/>
            <a:chOff x="3167379" y="1412239"/>
            <a:chExt cx="5763895" cy="3888740"/>
          </a:xfrm>
        </p:grpSpPr>
        <p:sp>
          <p:nvSpPr>
            <p:cNvPr id="36" name="object 36"/>
            <p:cNvSpPr/>
            <p:nvPr/>
          </p:nvSpPr>
          <p:spPr>
            <a:xfrm>
              <a:off x="3167379" y="1412239"/>
              <a:ext cx="4251960" cy="3888740"/>
            </a:xfrm>
            <a:custGeom>
              <a:avLst/>
              <a:gdLst/>
              <a:ahLst/>
              <a:cxnLst/>
              <a:rect l="l" t="t" r="r" b="b"/>
              <a:pathLst>
                <a:path w="4251959" h="3888740">
                  <a:moveTo>
                    <a:pt x="4168394" y="0"/>
                  </a:moveTo>
                  <a:lnTo>
                    <a:pt x="83565" y="0"/>
                  </a:lnTo>
                  <a:lnTo>
                    <a:pt x="51006" y="6556"/>
                  </a:lnTo>
                  <a:lnTo>
                    <a:pt x="24447" y="24447"/>
                  </a:lnTo>
                  <a:lnTo>
                    <a:pt x="6556" y="51006"/>
                  </a:lnTo>
                  <a:lnTo>
                    <a:pt x="0" y="83565"/>
                  </a:lnTo>
                  <a:lnTo>
                    <a:pt x="0" y="3805174"/>
                  </a:lnTo>
                  <a:lnTo>
                    <a:pt x="6556" y="3837733"/>
                  </a:lnTo>
                  <a:lnTo>
                    <a:pt x="24447" y="3864292"/>
                  </a:lnTo>
                  <a:lnTo>
                    <a:pt x="51006" y="3882183"/>
                  </a:lnTo>
                  <a:lnTo>
                    <a:pt x="83565" y="3888740"/>
                  </a:lnTo>
                  <a:lnTo>
                    <a:pt x="4168394" y="3888740"/>
                  </a:lnTo>
                  <a:lnTo>
                    <a:pt x="4200953" y="3882183"/>
                  </a:lnTo>
                  <a:lnTo>
                    <a:pt x="4227512" y="3864292"/>
                  </a:lnTo>
                  <a:lnTo>
                    <a:pt x="4245403" y="3837733"/>
                  </a:lnTo>
                  <a:lnTo>
                    <a:pt x="4251960" y="3805174"/>
                  </a:lnTo>
                  <a:lnTo>
                    <a:pt x="4251960" y="83565"/>
                  </a:lnTo>
                  <a:lnTo>
                    <a:pt x="4245403" y="51006"/>
                  </a:lnTo>
                  <a:lnTo>
                    <a:pt x="4227512" y="24447"/>
                  </a:lnTo>
                  <a:lnTo>
                    <a:pt x="4200953" y="6556"/>
                  </a:lnTo>
                  <a:lnTo>
                    <a:pt x="41683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6009" y="2483742"/>
              <a:ext cx="512623" cy="597277"/>
            </a:xfrm>
            <a:prstGeom prst="rect">
              <a:avLst/>
            </a:prstGeom>
          </p:spPr>
        </p:pic>
        <p:pic>
          <p:nvPicPr>
            <p:cNvPr id="38" name="object 38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1133" y="3484205"/>
              <a:ext cx="480179" cy="559474"/>
            </a:xfrm>
            <a:prstGeom prst="rect">
              <a:avLst/>
            </a:prstGeom>
          </p:spPr>
        </p:pic>
        <p:pic>
          <p:nvPicPr>
            <p:cNvPr id="39" name="object 39" descr="D:\Users\Administrator\Documents\00 Crazy\03 SOG Icons\Icon 참조\Basic\Databas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1845" y="4216082"/>
              <a:ext cx="519112" cy="60483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9682734" y="2308225"/>
            <a:ext cx="9899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41255" y="2521584"/>
            <a:ext cx="2705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25" dirty="0">
                <a:solidFill>
                  <a:srgbClr val="0F243E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752966" y="3237865"/>
            <a:ext cx="9874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895205" y="3451479"/>
            <a:ext cx="7048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Rule</a:t>
            </a:r>
            <a:r>
              <a:rPr sz="1400" b="1" spc="-2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682734" y="4168140"/>
            <a:ext cx="98996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10" dirty="0">
                <a:solidFill>
                  <a:srgbClr val="E36C09"/>
                </a:solidFill>
                <a:latin typeface="Malgun Gothic"/>
                <a:cs typeface="Malgun Gothic"/>
              </a:rPr>
              <a:t>Application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855835" y="4381500"/>
            <a:ext cx="644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solidFill>
                  <a:srgbClr val="E36C09"/>
                </a:solidFill>
                <a:latin typeface="Malgun Gothic"/>
                <a:cs typeface="Malgun Gothic"/>
              </a:rPr>
              <a:t>Log</a:t>
            </a:r>
            <a:r>
              <a:rPr sz="1400" b="1" spc="-1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E36C09"/>
                </a:solidFill>
                <a:latin typeface="Malgun Gothic"/>
                <a:cs typeface="Malgun Gothic"/>
              </a:rPr>
              <a:t>DB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699001" y="2054860"/>
            <a:ext cx="2021839" cy="452120"/>
            <a:chOff x="3556000" y="2054860"/>
            <a:chExt cx="2021839" cy="452120"/>
          </a:xfrm>
        </p:grpSpPr>
        <p:sp>
          <p:nvSpPr>
            <p:cNvPr id="47" name="object 47"/>
            <p:cNvSpPr/>
            <p:nvPr/>
          </p:nvSpPr>
          <p:spPr>
            <a:xfrm>
              <a:off x="3561080" y="2125103"/>
              <a:ext cx="1946910" cy="377190"/>
            </a:xfrm>
            <a:custGeom>
              <a:avLst/>
              <a:gdLst/>
              <a:ahLst/>
              <a:cxnLst/>
              <a:rect l="l" t="t" r="r" b="b"/>
              <a:pathLst>
                <a:path w="1946910" h="377189">
                  <a:moveTo>
                    <a:pt x="1946528" y="0"/>
                  </a:moveTo>
                  <a:lnTo>
                    <a:pt x="0" y="0"/>
                  </a:lnTo>
                  <a:lnTo>
                    <a:pt x="0" y="376796"/>
                  </a:lnTo>
                  <a:lnTo>
                    <a:pt x="1946528" y="376796"/>
                  </a:lnTo>
                  <a:lnTo>
                    <a:pt x="1946528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07608" y="2059940"/>
              <a:ext cx="65405" cy="441959"/>
            </a:xfrm>
            <a:custGeom>
              <a:avLst/>
              <a:gdLst/>
              <a:ahLst/>
              <a:cxnLst/>
              <a:rect l="l" t="t" r="r" b="b"/>
              <a:pathLst>
                <a:path w="65404" h="441960">
                  <a:moveTo>
                    <a:pt x="65150" y="0"/>
                  </a:moveTo>
                  <a:lnTo>
                    <a:pt x="0" y="65150"/>
                  </a:lnTo>
                  <a:lnTo>
                    <a:pt x="0" y="441960"/>
                  </a:lnTo>
                  <a:lnTo>
                    <a:pt x="65150" y="376809"/>
                  </a:lnTo>
                  <a:lnTo>
                    <a:pt x="65150" y="0"/>
                  </a:lnTo>
                  <a:close/>
                </a:path>
              </a:pathLst>
            </a:custGeom>
            <a:solidFill>
              <a:srgbClr val="C89A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561080" y="2059940"/>
              <a:ext cx="2011680" cy="65405"/>
            </a:xfrm>
            <a:custGeom>
              <a:avLst/>
              <a:gdLst/>
              <a:ahLst/>
              <a:cxnLst/>
              <a:rect l="l" t="t" r="r" b="b"/>
              <a:pathLst>
                <a:path w="2011679" h="65405">
                  <a:moveTo>
                    <a:pt x="2011680" y="0"/>
                  </a:moveTo>
                  <a:lnTo>
                    <a:pt x="65150" y="0"/>
                  </a:lnTo>
                  <a:lnTo>
                    <a:pt x="0" y="65150"/>
                  </a:lnTo>
                  <a:lnTo>
                    <a:pt x="1946529" y="65150"/>
                  </a:lnTo>
                  <a:lnTo>
                    <a:pt x="2011680" y="0"/>
                  </a:lnTo>
                  <a:close/>
                </a:path>
              </a:pathLst>
            </a:custGeom>
            <a:solidFill>
              <a:srgbClr val="FACC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561080" y="2059940"/>
              <a:ext cx="2011680" cy="441959"/>
            </a:xfrm>
            <a:custGeom>
              <a:avLst/>
              <a:gdLst/>
              <a:ahLst/>
              <a:cxnLst/>
              <a:rect l="l" t="t" r="r" b="b"/>
              <a:pathLst>
                <a:path w="2011679" h="441960">
                  <a:moveTo>
                    <a:pt x="0" y="65150"/>
                  </a:moveTo>
                  <a:lnTo>
                    <a:pt x="65150" y="0"/>
                  </a:lnTo>
                  <a:lnTo>
                    <a:pt x="2011680" y="0"/>
                  </a:lnTo>
                  <a:lnTo>
                    <a:pt x="2011680" y="376809"/>
                  </a:lnTo>
                  <a:lnTo>
                    <a:pt x="1946529" y="441960"/>
                  </a:lnTo>
                  <a:lnTo>
                    <a:pt x="0" y="441960"/>
                  </a:lnTo>
                  <a:lnTo>
                    <a:pt x="0" y="65150"/>
                  </a:lnTo>
                  <a:close/>
                </a:path>
                <a:path w="2011679" h="441960">
                  <a:moveTo>
                    <a:pt x="0" y="65150"/>
                  </a:moveTo>
                  <a:lnTo>
                    <a:pt x="1946529" y="65150"/>
                  </a:lnTo>
                  <a:lnTo>
                    <a:pt x="2011680" y="0"/>
                  </a:lnTo>
                </a:path>
                <a:path w="2011679" h="441960">
                  <a:moveTo>
                    <a:pt x="1946529" y="65150"/>
                  </a:moveTo>
                  <a:lnTo>
                    <a:pt x="1946529" y="44196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704079" y="2207895"/>
            <a:ext cx="19418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>
              <a:spcBef>
                <a:spcPts val="100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WAS</a:t>
            </a:r>
            <a:r>
              <a:rPr sz="1200" b="1" spc="-30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(JBoss,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IIS,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25" dirty="0">
                <a:solidFill>
                  <a:srgbClr val="0F243E"/>
                </a:solidFill>
                <a:latin typeface="Malgun Gothic"/>
                <a:cs typeface="Malgun Gothic"/>
              </a:rPr>
              <a:t>…)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706620" y="2560320"/>
            <a:ext cx="2014220" cy="513080"/>
            <a:chOff x="3563620" y="2560320"/>
            <a:chExt cx="2014220" cy="513080"/>
          </a:xfrm>
        </p:grpSpPr>
        <p:sp>
          <p:nvSpPr>
            <p:cNvPr id="53" name="object 53"/>
            <p:cNvSpPr/>
            <p:nvPr/>
          </p:nvSpPr>
          <p:spPr>
            <a:xfrm>
              <a:off x="3568700" y="2639555"/>
              <a:ext cx="1930400" cy="429259"/>
            </a:xfrm>
            <a:custGeom>
              <a:avLst/>
              <a:gdLst/>
              <a:ahLst/>
              <a:cxnLst/>
              <a:rect l="l" t="t" r="r" b="b"/>
              <a:pathLst>
                <a:path w="1930400" h="429260">
                  <a:moveTo>
                    <a:pt x="1929892" y="0"/>
                  </a:moveTo>
                  <a:lnTo>
                    <a:pt x="0" y="0"/>
                  </a:lnTo>
                  <a:lnTo>
                    <a:pt x="0" y="428764"/>
                  </a:lnTo>
                  <a:lnTo>
                    <a:pt x="1929892" y="428764"/>
                  </a:lnTo>
                  <a:lnTo>
                    <a:pt x="1929892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98592" y="2565400"/>
              <a:ext cx="74295" cy="502920"/>
            </a:xfrm>
            <a:custGeom>
              <a:avLst/>
              <a:gdLst/>
              <a:ahLst/>
              <a:cxnLst/>
              <a:rect l="l" t="t" r="r" b="b"/>
              <a:pathLst>
                <a:path w="74295" h="502919">
                  <a:moveTo>
                    <a:pt x="74168" y="0"/>
                  </a:moveTo>
                  <a:lnTo>
                    <a:pt x="0" y="74167"/>
                  </a:lnTo>
                  <a:lnTo>
                    <a:pt x="0" y="502920"/>
                  </a:lnTo>
                  <a:lnTo>
                    <a:pt x="74168" y="428751"/>
                  </a:lnTo>
                  <a:lnTo>
                    <a:pt x="74168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68700" y="2565400"/>
              <a:ext cx="2004060" cy="74295"/>
            </a:xfrm>
            <a:custGeom>
              <a:avLst/>
              <a:gdLst/>
              <a:ahLst/>
              <a:cxnLst/>
              <a:rect l="l" t="t" r="r" b="b"/>
              <a:pathLst>
                <a:path w="2004060" h="74294">
                  <a:moveTo>
                    <a:pt x="2004060" y="0"/>
                  </a:moveTo>
                  <a:lnTo>
                    <a:pt x="74167" y="0"/>
                  </a:lnTo>
                  <a:lnTo>
                    <a:pt x="0" y="74167"/>
                  </a:lnTo>
                  <a:lnTo>
                    <a:pt x="1929891" y="74167"/>
                  </a:lnTo>
                  <a:lnTo>
                    <a:pt x="200406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568700" y="2565400"/>
              <a:ext cx="2004060" cy="502920"/>
            </a:xfrm>
            <a:custGeom>
              <a:avLst/>
              <a:gdLst/>
              <a:ahLst/>
              <a:cxnLst/>
              <a:rect l="l" t="t" r="r" b="b"/>
              <a:pathLst>
                <a:path w="2004060" h="502919">
                  <a:moveTo>
                    <a:pt x="0" y="74167"/>
                  </a:moveTo>
                  <a:lnTo>
                    <a:pt x="74167" y="0"/>
                  </a:lnTo>
                  <a:lnTo>
                    <a:pt x="2004060" y="0"/>
                  </a:lnTo>
                  <a:lnTo>
                    <a:pt x="2004060" y="428751"/>
                  </a:lnTo>
                  <a:lnTo>
                    <a:pt x="1929891" y="502920"/>
                  </a:lnTo>
                  <a:lnTo>
                    <a:pt x="0" y="502920"/>
                  </a:lnTo>
                  <a:lnTo>
                    <a:pt x="0" y="74167"/>
                  </a:lnTo>
                  <a:close/>
                </a:path>
                <a:path w="2004060" h="502919">
                  <a:moveTo>
                    <a:pt x="0" y="74167"/>
                  </a:moveTo>
                  <a:lnTo>
                    <a:pt x="1929891" y="74167"/>
                  </a:lnTo>
                  <a:lnTo>
                    <a:pt x="2004060" y="0"/>
                  </a:lnTo>
                </a:path>
                <a:path w="2004060" h="502919">
                  <a:moveTo>
                    <a:pt x="1929891" y="74167"/>
                  </a:moveTo>
                  <a:lnTo>
                    <a:pt x="1929891" y="5029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711700" y="2656904"/>
            <a:ext cx="19253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09">
              <a:spcBef>
                <a:spcPts val="100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r>
              <a:rPr sz="1200" b="1" spc="-30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  <a:p>
            <a:pPr marL="339090">
              <a:spcBef>
                <a:spcPts val="5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(Design,</a:t>
            </a:r>
            <a:r>
              <a:rPr sz="1200" b="1" spc="-3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Execute)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5247640" y="3710940"/>
            <a:ext cx="1457960" cy="515620"/>
            <a:chOff x="4104640" y="3710940"/>
            <a:chExt cx="1457960" cy="515620"/>
          </a:xfrm>
        </p:grpSpPr>
        <p:sp>
          <p:nvSpPr>
            <p:cNvPr id="59" name="object 59"/>
            <p:cNvSpPr/>
            <p:nvPr/>
          </p:nvSpPr>
          <p:spPr>
            <a:xfrm>
              <a:off x="4109720" y="3790543"/>
              <a:ext cx="1373505" cy="431165"/>
            </a:xfrm>
            <a:custGeom>
              <a:avLst/>
              <a:gdLst/>
              <a:ahLst/>
              <a:cxnLst/>
              <a:rect l="l" t="t" r="r" b="b"/>
              <a:pathLst>
                <a:path w="1373504" h="431164">
                  <a:moveTo>
                    <a:pt x="1373251" y="0"/>
                  </a:moveTo>
                  <a:lnTo>
                    <a:pt x="0" y="0"/>
                  </a:lnTo>
                  <a:lnTo>
                    <a:pt x="0" y="430936"/>
                  </a:lnTo>
                  <a:lnTo>
                    <a:pt x="1373251" y="430936"/>
                  </a:lnTo>
                  <a:lnTo>
                    <a:pt x="1373251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482971" y="3716020"/>
              <a:ext cx="74930" cy="505459"/>
            </a:xfrm>
            <a:custGeom>
              <a:avLst/>
              <a:gdLst/>
              <a:ahLst/>
              <a:cxnLst/>
              <a:rect l="l" t="t" r="r" b="b"/>
              <a:pathLst>
                <a:path w="74929" h="505460">
                  <a:moveTo>
                    <a:pt x="74549" y="0"/>
                  </a:moveTo>
                  <a:lnTo>
                    <a:pt x="0" y="74548"/>
                  </a:lnTo>
                  <a:lnTo>
                    <a:pt x="0" y="505459"/>
                  </a:lnTo>
                  <a:lnTo>
                    <a:pt x="74549" y="430910"/>
                  </a:lnTo>
                  <a:lnTo>
                    <a:pt x="74549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109720" y="3716020"/>
              <a:ext cx="1447800" cy="74930"/>
            </a:xfrm>
            <a:custGeom>
              <a:avLst/>
              <a:gdLst/>
              <a:ahLst/>
              <a:cxnLst/>
              <a:rect l="l" t="t" r="r" b="b"/>
              <a:pathLst>
                <a:path w="1447800" h="74929">
                  <a:moveTo>
                    <a:pt x="1447800" y="0"/>
                  </a:moveTo>
                  <a:lnTo>
                    <a:pt x="74549" y="0"/>
                  </a:lnTo>
                  <a:lnTo>
                    <a:pt x="0" y="74548"/>
                  </a:lnTo>
                  <a:lnTo>
                    <a:pt x="1373251" y="74548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09720" y="3716020"/>
              <a:ext cx="1447800" cy="505459"/>
            </a:xfrm>
            <a:custGeom>
              <a:avLst/>
              <a:gdLst/>
              <a:ahLst/>
              <a:cxnLst/>
              <a:rect l="l" t="t" r="r" b="b"/>
              <a:pathLst>
                <a:path w="1447800" h="505460">
                  <a:moveTo>
                    <a:pt x="0" y="74548"/>
                  </a:moveTo>
                  <a:lnTo>
                    <a:pt x="74549" y="0"/>
                  </a:lnTo>
                  <a:lnTo>
                    <a:pt x="1447800" y="0"/>
                  </a:lnTo>
                  <a:lnTo>
                    <a:pt x="1447800" y="430910"/>
                  </a:lnTo>
                  <a:lnTo>
                    <a:pt x="1373251" y="505459"/>
                  </a:lnTo>
                  <a:lnTo>
                    <a:pt x="0" y="505459"/>
                  </a:lnTo>
                  <a:lnTo>
                    <a:pt x="0" y="74548"/>
                  </a:lnTo>
                  <a:close/>
                </a:path>
                <a:path w="1447800" h="505460">
                  <a:moveTo>
                    <a:pt x="0" y="74548"/>
                  </a:moveTo>
                  <a:lnTo>
                    <a:pt x="1373251" y="74548"/>
                  </a:lnTo>
                  <a:lnTo>
                    <a:pt x="1447800" y="0"/>
                  </a:lnTo>
                </a:path>
                <a:path w="1447800" h="505460">
                  <a:moveTo>
                    <a:pt x="1373251" y="74548"/>
                  </a:moveTo>
                  <a:lnTo>
                    <a:pt x="1373251" y="50545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252721" y="3809429"/>
            <a:ext cx="1368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spcBef>
                <a:spcPts val="100"/>
              </a:spcBef>
            </a:pP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endParaRPr sz="1200">
              <a:latin typeface="Malgun Gothic"/>
              <a:cs typeface="Malgun Gothic"/>
            </a:endParaRPr>
          </a:p>
          <a:p>
            <a:pPr marL="5080" algn="ctr">
              <a:spcBef>
                <a:spcPts val="5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Log</a:t>
            </a:r>
            <a:r>
              <a:rPr sz="1200" b="1" spc="-30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518920" y="5440679"/>
            <a:ext cx="2453640" cy="1013460"/>
          </a:xfrm>
          <a:custGeom>
            <a:avLst/>
            <a:gdLst/>
            <a:ahLst/>
            <a:cxnLst/>
            <a:rect l="l" t="t" r="r" b="b"/>
            <a:pathLst>
              <a:path w="2453640" h="1013460">
                <a:moveTo>
                  <a:pt x="0" y="95631"/>
                </a:moveTo>
                <a:lnTo>
                  <a:pt x="7514" y="58400"/>
                </a:lnTo>
                <a:lnTo>
                  <a:pt x="28006" y="28003"/>
                </a:lnTo>
                <a:lnTo>
                  <a:pt x="58400" y="7512"/>
                </a:lnTo>
                <a:lnTo>
                  <a:pt x="95618" y="0"/>
                </a:lnTo>
                <a:lnTo>
                  <a:pt x="2358009" y="0"/>
                </a:lnTo>
                <a:lnTo>
                  <a:pt x="2395239" y="7512"/>
                </a:lnTo>
                <a:lnTo>
                  <a:pt x="2425636" y="28003"/>
                </a:lnTo>
                <a:lnTo>
                  <a:pt x="2446127" y="58400"/>
                </a:lnTo>
                <a:lnTo>
                  <a:pt x="2453640" y="95631"/>
                </a:lnTo>
                <a:lnTo>
                  <a:pt x="2453640" y="917841"/>
                </a:lnTo>
                <a:lnTo>
                  <a:pt x="2446127" y="955059"/>
                </a:lnTo>
                <a:lnTo>
                  <a:pt x="2425636" y="985453"/>
                </a:lnTo>
                <a:lnTo>
                  <a:pt x="2395239" y="1005945"/>
                </a:lnTo>
                <a:lnTo>
                  <a:pt x="2358009" y="1013460"/>
                </a:lnTo>
                <a:lnTo>
                  <a:pt x="95618" y="1013460"/>
                </a:lnTo>
                <a:lnTo>
                  <a:pt x="58400" y="1005945"/>
                </a:lnTo>
                <a:lnTo>
                  <a:pt x="28006" y="985453"/>
                </a:lnTo>
                <a:lnTo>
                  <a:pt x="7514" y="955059"/>
                </a:lnTo>
                <a:lnTo>
                  <a:pt x="0" y="917841"/>
                </a:lnTo>
                <a:lnTo>
                  <a:pt x="0" y="9563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821816" y="5473382"/>
            <a:ext cx="1826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Application/서비스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2204719" y="6019800"/>
            <a:ext cx="1054100" cy="360680"/>
            <a:chOff x="1061719" y="6019800"/>
            <a:chExt cx="1054100" cy="360680"/>
          </a:xfrm>
        </p:grpSpPr>
        <p:sp>
          <p:nvSpPr>
            <p:cNvPr id="67" name="object 67"/>
            <p:cNvSpPr/>
            <p:nvPr/>
          </p:nvSpPr>
          <p:spPr>
            <a:xfrm>
              <a:off x="2059050" y="6024880"/>
              <a:ext cx="52069" cy="350520"/>
            </a:xfrm>
            <a:custGeom>
              <a:avLst/>
              <a:gdLst/>
              <a:ahLst/>
              <a:cxnLst/>
              <a:rect l="l" t="t" r="r" b="b"/>
              <a:pathLst>
                <a:path w="52069" h="350520">
                  <a:moveTo>
                    <a:pt x="51688" y="0"/>
                  </a:moveTo>
                  <a:lnTo>
                    <a:pt x="0" y="51689"/>
                  </a:lnTo>
                  <a:lnTo>
                    <a:pt x="0" y="350520"/>
                  </a:lnTo>
                  <a:lnTo>
                    <a:pt x="51688" y="298831"/>
                  </a:lnTo>
                  <a:lnTo>
                    <a:pt x="5168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66799" y="6024880"/>
              <a:ext cx="1043940" cy="52069"/>
            </a:xfrm>
            <a:custGeom>
              <a:avLst/>
              <a:gdLst/>
              <a:ahLst/>
              <a:cxnLst/>
              <a:rect l="l" t="t" r="r" b="b"/>
              <a:pathLst>
                <a:path w="1043939" h="52070">
                  <a:moveTo>
                    <a:pt x="1043939" y="0"/>
                  </a:moveTo>
                  <a:lnTo>
                    <a:pt x="51688" y="0"/>
                  </a:lnTo>
                  <a:lnTo>
                    <a:pt x="0" y="51689"/>
                  </a:lnTo>
                  <a:lnTo>
                    <a:pt x="992251" y="51689"/>
                  </a:lnTo>
                  <a:lnTo>
                    <a:pt x="10439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66799" y="6024880"/>
              <a:ext cx="1043940" cy="350520"/>
            </a:xfrm>
            <a:custGeom>
              <a:avLst/>
              <a:gdLst/>
              <a:ahLst/>
              <a:cxnLst/>
              <a:rect l="l" t="t" r="r" b="b"/>
              <a:pathLst>
                <a:path w="1043939" h="350520">
                  <a:moveTo>
                    <a:pt x="0" y="51689"/>
                  </a:moveTo>
                  <a:lnTo>
                    <a:pt x="51688" y="0"/>
                  </a:lnTo>
                  <a:lnTo>
                    <a:pt x="1043939" y="0"/>
                  </a:lnTo>
                  <a:lnTo>
                    <a:pt x="1043939" y="298831"/>
                  </a:lnTo>
                  <a:lnTo>
                    <a:pt x="992251" y="350520"/>
                  </a:lnTo>
                  <a:lnTo>
                    <a:pt x="0" y="350520"/>
                  </a:lnTo>
                  <a:lnTo>
                    <a:pt x="0" y="51689"/>
                  </a:lnTo>
                  <a:close/>
                </a:path>
                <a:path w="1043939" h="350520">
                  <a:moveTo>
                    <a:pt x="0" y="51689"/>
                  </a:moveTo>
                  <a:lnTo>
                    <a:pt x="992251" y="51689"/>
                  </a:lnTo>
                  <a:lnTo>
                    <a:pt x="1043939" y="0"/>
                  </a:lnTo>
                </a:path>
                <a:path w="1043939" h="350520">
                  <a:moveTo>
                    <a:pt x="992251" y="51689"/>
                  </a:moveTo>
                  <a:lnTo>
                    <a:pt x="992251" y="3505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3756660" y="2839720"/>
            <a:ext cx="2948940" cy="810260"/>
            <a:chOff x="2613660" y="2839720"/>
            <a:chExt cx="2948940" cy="810260"/>
          </a:xfrm>
        </p:grpSpPr>
        <p:sp>
          <p:nvSpPr>
            <p:cNvPr id="71" name="object 71"/>
            <p:cNvSpPr/>
            <p:nvPr/>
          </p:nvSpPr>
          <p:spPr>
            <a:xfrm>
              <a:off x="2613660" y="2839720"/>
              <a:ext cx="962660" cy="289560"/>
            </a:xfrm>
            <a:custGeom>
              <a:avLst/>
              <a:gdLst/>
              <a:ahLst/>
              <a:cxnLst/>
              <a:rect l="l" t="t" r="r" b="b"/>
              <a:pathLst>
                <a:path w="962660" h="289560">
                  <a:moveTo>
                    <a:pt x="817879" y="0"/>
                  </a:moveTo>
                  <a:lnTo>
                    <a:pt x="817879" y="72389"/>
                  </a:lnTo>
                  <a:lnTo>
                    <a:pt x="144779" y="72389"/>
                  </a:lnTo>
                  <a:lnTo>
                    <a:pt x="144779" y="0"/>
                  </a:lnTo>
                  <a:lnTo>
                    <a:pt x="0" y="144779"/>
                  </a:lnTo>
                  <a:lnTo>
                    <a:pt x="144779" y="289559"/>
                  </a:lnTo>
                  <a:lnTo>
                    <a:pt x="144779" y="217169"/>
                  </a:lnTo>
                  <a:lnTo>
                    <a:pt x="817879" y="217169"/>
                  </a:lnTo>
                  <a:lnTo>
                    <a:pt x="817879" y="289559"/>
                  </a:lnTo>
                  <a:lnTo>
                    <a:pt x="962660" y="144779"/>
                  </a:lnTo>
                  <a:lnTo>
                    <a:pt x="81787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109720" y="3216135"/>
              <a:ext cx="1374140" cy="429259"/>
            </a:xfrm>
            <a:custGeom>
              <a:avLst/>
              <a:gdLst/>
              <a:ahLst/>
              <a:cxnLst/>
              <a:rect l="l" t="t" r="r" b="b"/>
              <a:pathLst>
                <a:path w="1374139" h="429260">
                  <a:moveTo>
                    <a:pt x="1373631" y="0"/>
                  </a:moveTo>
                  <a:lnTo>
                    <a:pt x="0" y="0"/>
                  </a:lnTo>
                  <a:lnTo>
                    <a:pt x="0" y="428764"/>
                  </a:lnTo>
                  <a:lnTo>
                    <a:pt x="1373631" y="428764"/>
                  </a:lnTo>
                  <a:lnTo>
                    <a:pt x="1373631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483352" y="3141980"/>
              <a:ext cx="74295" cy="502920"/>
            </a:xfrm>
            <a:custGeom>
              <a:avLst/>
              <a:gdLst/>
              <a:ahLst/>
              <a:cxnLst/>
              <a:rect l="l" t="t" r="r" b="b"/>
              <a:pathLst>
                <a:path w="74295" h="502920">
                  <a:moveTo>
                    <a:pt x="74168" y="0"/>
                  </a:moveTo>
                  <a:lnTo>
                    <a:pt x="0" y="74168"/>
                  </a:lnTo>
                  <a:lnTo>
                    <a:pt x="0" y="502920"/>
                  </a:lnTo>
                  <a:lnTo>
                    <a:pt x="74168" y="428752"/>
                  </a:lnTo>
                  <a:lnTo>
                    <a:pt x="74168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109720" y="3141980"/>
              <a:ext cx="1447800" cy="74295"/>
            </a:xfrm>
            <a:custGeom>
              <a:avLst/>
              <a:gdLst/>
              <a:ahLst/>
              <a:cxnLst/>
              <a:rect l="l" t="t" r="r" b="b"/>
              <a:pathLst>
                <a:path w="1447800" h="74294">
                  <a:moveTo>
                    <a:pt x="1447800" y="0"/>
                  </a:moveTo>
                  <a:lnTo>
                    <a:pt x="74167" y="0"/>
                  </a:lnTo>
                  <a:lnTo>
                    <a:pt x="0" y="74168"/>
                  </a:lnTo>
                  <a:lnTo>
                    <a:pt x="1373631" y="74168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09720" y="3141980"/>
              <a:ext cx="1447800" cy="502920"/>
            </a:xfrm>
            <a:custGeom>
              <a:avLst/>
              <a:gdLst/>
              <a:ahLst/>
              <a:cxnLst/>
              <a:rect l="l" t="t" r="r" b="b"/>
              <a:pathLst>
                <a:path w="1447800" h="502920">
                  <a:moveTo>
                    <a:pt x="0" y="74168"/>
                  </a:moveTo>
                  <a:lnTo>
                    <a:pt x="74167" y="0"/>
                  </a:lnTo>
                  <a:lnTo>
                    <a:pt x="1447800" y="0"/>
                  </a:lnTo>
                  <a:lnTo>
                    <a:pt x="1447800" y="428752"/>
                  </a:lnTo>
                  <a:lnTo>
                    <a:pt x="1373631" y="502920"/>
                  </a:lnTo>
                  <a:lnTo>
                    <a:pt x="0" y="502920"/>
                  </a:lnTo>
                  <a:lnTo>
                    <a:pt x="0" y="74168"/>
                  </a:lnTo>
                  <a:close/>
                </a:path>
                <a:path w="1447800" h="502920">
                  <a:moveTo>
                    <a:pt x="0" y="74168"/>
                  </a:moveTo>
                  <a:lnTo>
                    <a:pt x="1373631" y="74168"/>
                  </a:lnTo>
                  <a:lnTo>
                    <a:pt x="1447800" y="0"/>
                  </a:lnTo>
                </a:path>
                <a:path w="1447800" h="502920">
                  <a:moveTo>
                    <a:pt x="1373631" y="74168"/>
                  </a:moveTo>
                  <a:lnTo>
                    <a:pt x="1373631" y="50292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252720" y="3233103"/>
            <a:ext cx="13690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spcBef>
                <a:spcPts val="100"/>
              </a:spcBef>
            </a:pP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Agados</a:t>
            </a:r>
            <a:endParaRPr sz="1200">
              <a:latin typeface="Malgun Gothic"/>
              <a:cs typeface="Malgun Gothic"/>
            </a:endParaRPr>
          </a:p>
          <a:p>
            <a:pPr marL="4445" algn="ctr">
              <a:spcBef>
                <a:spcPts val="5"/>
              </a:spcBef>
            </a:pPr>
            <a:r>
              <a:rPr sz="1200" b="1" dirty="0">
                <a:solidFill>
                  <a:srgbClr val="0F243E"/>
                </a:solidFill>
                <a:latin typeface="Malgun Gothic"/>
                <a:cs typeface="Malgun Gothic"/>
              </a:rPr>
              <a:t>Monitor</a:t>
            </a:r>
            <a:r>
              <a:rPr sz="1200" b="1" spc="-45" dirty="0">
                <a:solidFill>
                  <a:srgbClr val="0F243E"/>
                </a:solidFill>
                <a:latin typeface="Malgun Gothic"/>
                <a:cs typeface="Malgun Gothic"/>
              </a:rPr>
              <a:t> </a:t>
            </a: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688840" y="5440679"/>
            <a:ext cx="2278380" cy="1013460"/>
          </a:xfrm>
          <a:custGeom>
            <a:avLst/>
            <a:gdLst/>
            <a:ahLst/>
            <a:cxnLst/>
            <a:rect l="l" t="t" r="r" b="b"/>
            <a:pathLst>
              <a:path w="2278379" h="1013460">
                <a:moveTo>
                  <a:pt x="0" y="95631"/>
                </a:moveTo>
                <a:lnTo>
                  <a:pt x="7512" y="58400"/>
                </a:lnTo>
                <a:lnTo>
                  <a:pt x="28003" y="28003"/>
                </a:lnTo>
                <a:lnTo>
                  <a:pt x="58400" y="7512"/>
                </a:lnTo>
                <a:lnTo>
                  <a:pt x="95631" y="0"/>
                </a:lnTo>
                <a:lnTo>
                  <a:pt x="2182749" y="0"/>
                </a:lnTo>
                <a:lnTo>
                  <a:pt x="2219979" y="7512"/>
                </a:lnTo>
                <a:lnTo>
                  <a:pt x="2250376" y="28003"/>
                </a:lnTo>
                <a:lnTo>
                  <a:pt x="2270867" y="58400"/>
                </a:lnTo>
                <a:lnTo>
                  <a:pt x="2278380" y="95631"/>
                </a:lnTo>
                <a:lnTo>
                  <a:pt x="2278380" y="917841"/>
                </a:lnTo>
                <a:lnTo>
                  <a:pt x="2270867" y="955059"/>
                </a:lnTo>
                <a:lnTo>
                  <a:pt x="2250376" y="985453"/>
                </a:lnTo>
                <a:lnTo>
                  <a:pt x="2219979" y="1005945"/>
                </a:lnTo>
                <a:lnTo>
                  <a:pt x="2182749" y="1013460"/>
                </a:lnTo>
                <a:lnTo>
                  <a:pt x="95631" y="1013460"/>
                </a:lnTo>
                <a:lnTo>
                  <a:pt x="58400" y="1005945"/>
                </a:lnTo>
                <a:lnTo>
                  <a:pt x="28003" y="985453"/>
                </a:lnTo>
                <a:lnTo>
                  <a:pt x="7512" y="955059"/>
                </a:lnTo>
                <a:lnTo>
                  <a:pt x="0" y="917841"/>
                </a:lnTo>
                <a:lnTo>
                  <a:pt x="0" y="95631"/>
                </a:lnTo>
                <a:close/>
              </a:path>
            </a:pathLst>
          </a:custGeom>
          <a:ln w="254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065776" y="5473382"/>
            <a:ext cx="156464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External</a:t>
            </a:r>
            <a:r>
              <a:rPr sz="1600" b="1" spc="-3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System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1737359" y="1976120"/>
            <a:ext cx="7493000" cy="3540760"/>
            <a:chOff x="594359" y="1976120"/>
            <a:chExt cx="7493000" cy="3540760"/>
          </a:xfrm>
        </p:grpSpPr>
        <p:sp>
          <p:nvSpPr>
            <p:cNvPr id="80" name="object 80"/>
            <p:cNvSpPr/>
            <p:nvPr/>
          </p:nvSpPr>
          <p:spPr>
            <a:xfrm>
              <a:off x="3693159" y="3223260"/>
              <a:ext cx="228600" cy="2280920"/>
            </a:xfrm>
            <a:custGeom>
              <a:avLst/>
              <a:gdLst/>
              <a:ahLst/>
              <a:cxnLst/>
              <a:rect l="l" t="t" r="r" b="b"/>
              <a:pathLst>
                <a:path w="228600" h="228092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2166620"/>
                  </a:lnTo>
                  <a:lnTo>
                    <a:pt x="0" y="2166620"/>
                  </a:lnTo>
                  <a:lnTo>
                    <a:pt x="114300" y="2280920"/>
                  </a:lnTo>
                  <a:lnTo>
                    <a:pt x="228600" y="2166620"/>
                  </a:lnTo>
                  <a:lnTo>
                    <a:pt x="171450" y="216662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BE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93159" y="3223260"/>
              <a:ext cx="228600" cy="2280920"/>
            </a:xfrm>
            <a:custGeom>
              <a:avLst/>
              <a:gdLst/>
              <a:ahLst/>
              <a:cxnLst/>
              <a:rect l="l" t="t" r="r" b="b"/>
              <a:pathLst>
                <a:path w="228600" h="2280920">
                  <a:moveTo>
                    <a:pt x="114300" y="0"/>
                  </a:move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2166620"/>
                  </a:lnTo>
                  <a:lnTo>
                    <a:pt x="228600" y="2166620"/>
                  </a:lnTo>
                  <a:lnTo>
                    <a:pt x="114300" y="2280920"/>
                  </a:lnTo>
                  <a:lnTo>
                    <a:pt x="0" y="2166620"/>
                  </a:lnTo>
                  <a:lnTo>
                    <a:pt x="57150" y="2166620"/>
                  </a:lnTo>
                  <a:lnTo>
                    <a:pt x="57150" y="114300"/>
                  </a:lnTo>
                  <a:lnTo>
                    <a:pt x="0" y="114300"/>
                  </a:lnTo>
                  <a:lnTo>
                    <a:pt x="114300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7059" y="2242820"/>
              <a:ext cx="2006600" cy="1897380"/>
            </a:xfrm>
            <a:custGeom>
              <a:avLst/>
              <a:gdLst/>
              <a:ahLst/>
              <a:cxnLst/>
              <a:rect l="l" t="t" r="r" b="b"/>
              <a:pathLst>
                <a:path w="2006600" h="1897379">
                  <a:moveTo>
                    <a:pt x="0" y="73278"/>
                  </a:moveTo>
                  <a:lnTo>
                    <a:pt x="5753" y="44737"/>
                  </a:lnTo>
                  <a:lnTo>
                    <a:pt x="21443" y="21447"/>
                  </a:lnTo>
                  <a:lnTo>
                    <a:pt x="44716" y="5752"/>
                  </a:lnTo>
                  <a:lnTo>
                    <a:pt x="73215" y="0"/>
                  </a:lnTo>
                  <a:lnTo>
                    <a:pt x="1933321" y="0"/>
                  </a:lnTo>
                  <a:lnTo>
                    <a:pt x="1961862" y="5752"/>
                  </a:lnTo>
                  <a:lnTo>
                    <a:pt x="1985152" y="21447"/>
                  </a:lnTo>
                  <a:lnTo>
                    <a:pt x="2000847" y="44737"/>
                  </a:lnTo>
                  <a:lnTo>
                    <a:pt x="2006600" y="73278"/>
                  </a:lnTo>
                  <a:lnTo>
                    <a:pt x="2006600" y="1824100"/>
                  </a:lnTo>
                  <a:lnTo>
                    <a:pt x="2000847" y="1852642"/>
                  </a:lnTo>
                  <a:lnTo>
                    <a:pt x="1985152" y="1875932"/>
                  </a:lnTo>
                  <a:lnTo>
                    <a:pt x="1961862" y="1891627"/>
                  </a:lnTo>
                  <a:lnTo>
                    <a:pt x="1933321" y="1897379"/>
                  </a:lnTo>
                  <a:lnTo>
                    <a:pt x="73215" y="1897379"/>
                  </a:lnTo>
                  <a:lnTo>
                    <a:pt x="44716" y="1891627"/>
                  </a:lnTo>
                  <a:lnTo>
                    <a:pt x="21443" y="1875932"/>
                  </a:lnTo>
                  <a:lnTo>
                    <a:pt x="5753" y="1852642"/>
                  </a:lnTo>
                  <a:lnTo>
                    <a:pt x="0" y="1824100"/>
                  </a:lnTo>
                  <a:lnTo>
                    <a:pt x="0" y="73278"/>
                  </a:lnTo>
                  <a:close/>
                </a:path>
              </a:pathLst>
            </a:custGeom>
            <a:ln w="25400">
              <a:solidFill>
                <a:srgbClr val="F682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613659" y="4795520"/>
              <a:ext cx="1516380" cy="289560"/>
            </a:xfrm>
            <a:custGeom>
              <a:avLst/>
              <a:gdLst/>
              <a:ahLst/>
              <a:cxnLst/>
              <a:rect l="l" t="t" r="r" b="b"/>
              <a:pathLst>
                <a:path w="1516379" h="289560">
                  <a:moveTo>
                    <a:pt x="1371600" y="0"/>
                  </a:moveTo>
                  <a:lnTo>
                    <a:pt x="1371600" y="72389"/>
                  </a:lnTo>
                  <a:lnTo>
                    <a:pt x="144779" y="72389"/>
                  </a:lnTo>
                  <a:lnTo>
                    <a:pt x="144779" y="0"/>
                  </a:lnTo>
                  <a:lnTo>
                    <a:pt x="0" y="144779"/>
                  </a:lnTo>
                  <a:lnTo>
                    <a:pt x="144779" y="289559"/>
                  </a:lnTo>
                  <a:lnTo>
                    <a:pt x="144779" y="217169"/>
                  </a:lnTo>
                  <a:lnTo>
                    <a:pt x="1371600" y="217169"/>
                  </a:lnTo>
                  <a:lnTo>
                    <a:pt x="1371600" y="289559"/>
                  </a:lnTo>
                  <a:lnTo>
                    <a:pt x="1516379" y="144779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502659" y="1988820"/>
              <a:ext cx="3754120" cy="2344420"/>
            </a:xfrm>
            <a:custGeom>
              <a:avLst/>
              <a:gdLst/>
              <a:ahLst/>
              <a:cxnLst/>
              <a:rect l="l" t="t" r="r" b="b"/>
              <a:pathLst>
                <a:path w="3754120" h="2344420">
                  <a:moveTo>
                    <a:pt x="0" y="90424"/>
                  </a:moveTo>
                  <a:lnTo>
                    <a:pt x="7110" y="55239"/>
                  </a:lnTo>
                  <a:lnTo>
                    <a:pt x="26495" y="26495"/>
                  </a:lnTo>
                  <a:lnTo>
                    <a:pt x="55239" y="7110"/>
                  </a:lnTo>
                  <a:lnTo>
                    <a:pt x="90424" y="0"/>
                  </a:lnTo>
                  <a:lnTo>
                    <a:pt x="3663695" y="0"/>
                  </a:lnTo>
                  <a:lnTo>
                    <a:pt x="3698880" y="7110"/>
                  </a:lnTo>
                  <a:lnTo>
                    <a:pt x="3727624" y="26495"/>
                  </a:lnTo>
                  <a:lnTo>
                    <a:pt x="3747009" y="55239"/>
                  </a:lnTo>
                  <a:lnTo>
                    <a:pt x="3754119" y="90424"/>
                  </a:lnTo>
                  <a:lnTo>
                    <a:pt x="3754119" y="2253996"/>
                  </a:lnTo>
                  <a:lnTo>
                    <a:pt x="3747009" y="2289180"/>
                  </a:lnTo>
                  <a:lnTo>
                    <a:pt x="3727624" y="2317924"/>
                  </a:lnTo>
                  <a:lnTo>
                    <a:pt x="3698880" y="2337309"/>
                  </a:lnTo>
                  <a:lnTo>
                    <a:pt x="3663695" y="2344419"/>
                  </a:lnTo>
                  <a:lnTo>
                    <a:pt x="90424" y="2344419"/>
                  </a:lnTo>
                  <a:lnTo>
                    <a:pt x="55239" y="2337309"/>
                  </a:lnTo>
                  <a:lnTo>
                    <a:pt x="26495" y="2317924"/>
                  </a:lnTo>
                  <a:lnTo>
                    <a:pt x="7110" y="2289180"/>
                  </a:lnTo>
                  <a:lnTo>
                    <a:pt x="0" y="2253996"/>
                  </a:lnTo>
                  <a:lnTo>
                    <a:pt x="0" y="90424"/>
                  </a:lnTo>
                  <a:close/>
                </a:path>
              </a:pathLst>
            </a:custGeom>
            <a:ln w="25400">
              <a:solidFill>
                <a:srgbClr val="F682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631180" y="2710179"/>
              <a:ext cx="2456180" cy="1153160"/>
            </a:xfrm>
            <a:custGeom>
              <a:avLst/>
              <a:gdLst/>
              <a:ahLst/>
              <a:cxnLst/>
              <a:rect l="l" t="t" r="r" b="b"/>
              <a:pathLst>
                <a:path w="2456179" h="1153160">
                  <a:moveTo>
                    <a:pt x="2456180" y="1008380"/>
                  </a:moveTo>
                  <a:lnTo>
                    <a:pt x="2311400" y="863600"/>
                  </a:lnTo>
                  <a:lnTo>
                    <a:pt x="2311400" y="935990"/>
                  </a:lnTo>
                  <a:lnTo>
                    <a:pt x="144780" y="935990"/>
                  </a:lnTo>
                  <a:lnTo>
                    <a:pt x="144780" y="863600"/>
                  </a:lnTo>
                  <a:lnTo>
                    <a:pt x="0" y="1008380"/>
                  </a:lnTo>
                  <a:lnTo>
                    <a:pt x="144780" y="1153160"/>
                  </a:lnTo>
                  <a:lnTo>
                    <a:pt x="144780" y="1080770"/>
                  </a:lnTo>
                  <a:lnTo>
                    <a:pt x="2311400" y="1080770"/>
                  </a:lnTo>
                  <a:lnTo>
                    <a:pt x="2311400" y="1153160"/>
                  </a:lnTo>
                  <a:lnTo>
                    <a:pt x="2456180" y="1008380"/>
                  </a:lnTo>
                  <a:close/>
                </a:path>
                <a:path w="2456179" h="1153160">
                  <a:moveTo>
                    <a:pt x="2456180" y="144780"/>
                  </a:moveTo>
                  <a:lnTo>
                    <a:pt x="2311400" y="0"/>
                  </a:lnTo>
                  <a:lnTo>
                    <a:pt x="2311400" y="72390"/>
                  </a:lnTo>
                  <a:lnTo>
                    <a:pt x="160020" y="72390"/>
                  </a:lnTo>
                  <a:lnTo>
                    <a:pt x="160020" y="0"/>
                  </a:lnTo>
                  <a:lnTo>
                    <a:pt x="15240" y="144780"/>
                  </a:lnTo>
                  <a:lnTo>
                    <a:pt x="160020" y="289560"/>
                  </a:lnTo>
                  <a:lnTo>
                    <a:pt x="160020" y="217170"/>
                  </a:lnTo>
                  <a:lnTo>
                    <a:pt x="2311400" y="217170"/>
                  </a:lnTo>
                  <a:lnTo>
                    <a:pt x="2311400" y="289560"/>
                  </a:lnTo>
                  <a:lnTo>
                    <a:pt x="2456180" y="14478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03900" y="2126234"/>
              <a:ext cx="1323340" cy="1833880"/>
            </a:xfrm>
            <a:custGeom>
              <a:avLst/>
              <a:gdLst/>
              <a:ahLst/>
              <a:cxnLst/>
              <a:rect l="l" t="t" r="r" b="b"/>
              <a:pathLst>
                <a:path w="1323340" h="1833879">
                  <a:moveTo>
                    <a:pt x="1323086" y="0"/>
                  </a:moveTo>
                  <a:lnTo>
                    <a:pt x="0" y="0"/>
                  </a:lnTo>
                  <a:lnTo>
                    <a:pt x="0" y="1833626"/>
                  </a:lnTo>
                  <a:lnTo>
                    <a:pt x="1323086" y="1833626"/>
                  </a:lnTo>
                  <a:lnTo>
                    <a:pt x="1323086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126986" y="2067560"/>
              <a:ext cx="59055" cy="1892300"/>
            </a:xfrm>
            <a:custGeom>
              <a:avLst/>
              <a:gdLst/>
              <a:ahLst/>
              <a:cxnLst/>
              <a:rect l="l" t="t" r="r" b="b"/>
              <a:pathLst>
                <a:path w="59054" h="1892300">
                  <a:moveTo>
                    <a:pt x="58674" y="0"/>
                  </a:moveTo>
                  <a:lnTo>
                    <a:pt x="0" y="58674"/>
                  </a:lnTo>
                  <a:lnTo>
                    <a:pt x="0" y="1892300"/>
                  </a:lnTo>
                  <a:lnTo>
                    <a:pt x="58674" y="1833626"/>
                  </a:lnTo>
                  <a:lnTo>
                    <a:pt x="58674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803900" y="2067560"/>
              <a:ext cx="1381760" cy="59055"/>
            </a:xfrm>
            <a:custGeom>
              <a:avLst/>
              <a:gdLst/>
              <a:ahLst/>
              <a:cxnLst/>
              <a:rect l="l" t="t" r="r" b="b"/>
              <a:pathLst>
                <a:path w="1381759" h="59055">
                  <a:moveTo>
                    <a:pt x="1381759" y="0"/>
                  </a:moveTo>
                  <a:lnTo>
                    <a:pt x="58674" y="0"/>
                  </a:lnTo>
                  <a:lnTo>
                    <a:pt x="0" y="58674"/>
                  </a:lnTo>
                  <a:lnTo>
                    <a:pt x="1323085" y="58674"/>
                  </a:lnTo>
                  <a:lnTo>
                    <a:pt x="1381759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803900" y="2067560"/>
              <a:ext cx="1381760" cy="1892300"/>
            </a:xfrm>
            <a:custGeom>
              <a:avLst/>
              <a:gdLst/>
              <a:ahLst/>
              <a:cxnLst/>
              <a:rect l="l" t="t" r="r" b="b"/>
              <a:pathLst>
                <a:path w="1381759" h="1892300">
                  <a:moveTo>
                    <a:pt x="0" y="58674"/>
                  </a:moveTo>
                  <a:lnTo>
                    <a:pt x="58674" y="0"/>
                  </a:lnTo>
                  <a:lnTo>
                    <a:pt x="1381759" y="0"/>
                  </a:lnTo>
                  <a:lnTo>
                    <a:pt x="1381759" y="1833626"/>
                  </a:lnTo>
                  <a:lnTo>
                    <a:pt x="1323085" y="1892300"/>
                  </a:lnTo>
                  <a:lnTo>
                    <a:pt x="0" y="1892300"/>
                  </a:lnTo>
                  <a:lnTo>
                    <a:pt x="0" y="58674"/>
                  </a:lnTo>
                  <a:close/>
                </a:path>
                <a:path w="1381759" h="1892300">
                  <a:moveTo>
                    <a:pt x="0" y="58674"/>
                  </a:moveTo>
                  <a:lnTo>
                    <a:pt x="1323085" y="58674"/>
                  </a:lnTo>
                  <a:lnTo>
                    <a:pt x="1381759" y="0"/>
                  </a:lnTo>
                </a:path>
                <a:path w="1381759" h="1892300">
                  <a:moveTo>
                    <a:pt x="1323085" y="58674"/>
                  </a:moveTo>
                  <a:lnTo>
                    <a:pt x="1323085" y="189230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6859" y="3522980"/>
              <a:ext cx="368300" cy="365760"/>
            </a:xfrm>
            <a:prstGeom prst="rect">
              <a:avLst/>
            </a:prstGeom>
          </p:spPr>
        </p:pic>
        <p:pic>
          <p:nvPicPr>
            <p:cNvPr id="91" name="object 91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959" y="3388360"/>
              <a:ext cx="368299" cy="365759"/>
            </a:xfrm>
            <a:prstGeom prst="rect">
              <a:avLst/>
            </a:prstGeom>
          </p:spPr>
        </p:pic>
        <p:pic>
          <p:nvPicPr>
            <p:cNvPr id="92" name="object 92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05219" y="3205480"/>
              <a:ext cx="368300" cy="365760"/>
            </a:xfrm>
            <a:prstGeom prst="rect">
              <a:avLst/>
            </a:prstGeom>
          </p:spPr>
        </p:pic>
        <p:pic>
          <p:nvPicPr>
            <p:cNvPr id="93" name="object 93" descr="D:\Users\Administrator\Documents\00 Crazy\03 SOG Icons\Icon 참조\Basic\Generic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89319" y="3068320"/>
              <a:ext cx="368300" cy="368300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6946900" y="2236216"/>
            <a:ext cx="131826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400" b="1" spc="-9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App.</a:t>
            </a:r>
            <a:endParaRPr sz="14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algun Gothic"/>
                <a:cs typeface="Malgun Gothic"/>
              </a:rPr>
              <a:t>Biz.</a:t>
            </a:r>
            <a:r>
              <a:rPr sz="1400" b="1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Assembly</a:t>
            </a:r>
            <a:endParaRPr sz="14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400" b="1" dirty="0">
                <a:solidFill>
                  <a:srgbClr val="404040"/>
                </a:solidFill>
                <a:latin typeface="Malgun Gothic"/>
                <a:cs typeface="Malgun Gothic"/>
              </a:rPr>
              <a:t>(Agados</a:t>
            </a:r>
            <a:r>
              <a:rPr sz="1400" b="1" spc="-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OBJ)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1856740" y="4724400"/>
            <a:ext cx="7373620" cy="1590040"/>
            <a:chOff x="713740" y="4724400"/>
            <a:chExt cx="7373620" cy="1590040"/>
          </a:xfrm>
        </p:grpSpPr>
        <p:sp>
          <p:nvSpPr>
            <p:cNvPr id="96" name="object 96"/>
            <p:cNvSpPr/>
            <p:nvPr/>
          </p:nvSpPr>
          <p:spPr>
            <a:xfrm>
              <a:off x="5646419" y="4724400"/>
              <a:ext cx="2440940" cy="289560"/>
            </a:xfrm>
            <a:custGeom>
              <a:avLst/>
              <a:gdLst/>
              <a:ahLst/>
              <a:cxnLst/>
              <a:rect l="l" t="t" r="r" b="b"/>
              <a:pathLst>
                <a:path w="2440940" h="289560">
                  <a:moveTo>
                    <a:pt x="2296159" y="0"/>
                  </a:moveTo>
                  <a:lnTo>
                    <a:pt x="2296159" y="72389"/>
                  </a:lnTo>
                  <a:lnTo>
                    <a:pt x="144779" y="72389"/>
                  </a:lnTo>
                  <a:lnTo>
                    <a:pt x="144779" y="0"/>
                  </a:lnTo>
                  <a:lnTo>
                    <a:pt x="0" y="144780"/>
                  </a:lnTo>
                  <a:lnTo>
                    <a:pt x="144779" y="289560"/>
                  </a:lnTo>
                  <a:lnTo>
                    <a:pt x="144779" y="217169"/>
                  </a:lnTo>
                  <a:lnTo>
                    <a:pt x="2296159" y="217169"/>
                  </a:lnTo>
                  <a:lnTo>
                    <a:pt x="2296159" y="289560"/>
                  </a:lnTo>
                  <a:lnTo>
                    <a:pt x="2440939" y="144780"/>
                  </a:lnTo>
                  <a:lnTo>
                    <a:pt x="229615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5073" y="5924884"/>
              <a:ext cx="331536" cy="389555"/>
            </a:xfrm>
            <a:prstGeom prst="rect">
              <a:avLst/>
            </a:prstGeom>
          </p:spPr>
        </p:pic>
        <p:pic>
          <p:nvPicPr>
            <p:cNvPr id="98" name="object 98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947" y="5924884"/>
              <a:ext cx="333675" cy="389555"/>
            </a:xfrm>
            <a:prstGeom prst="rect">
              <a:avLst/>
            </a:prstGeom>
          </p:spPr>
        </p:pic>
        <p:pic>
          <p:nvPicPr>
            <p:cNvPr id="99" name="object 99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4233" y="5924884"/>
              <a:ext cx="331536" cy="389555"/>
            </a:xfrm>
            <a:prstGeom prst="rect">
              <a:avLst/>
            </a:prstGeom>
          </p:spPr>
        </p:pic>
        <p:pic>
          <p:nvPicPr>
            <p:cNvPr id="100" name="object 100" descr="D:\Users\Administrator\Documents\00 Crazy\03 SOG Icons\Icon 참조\Basic\Databas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4133" y="5924884"/>
              <a:ext cx="331536" cy="389555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718820" y="4859528"/>
              <a:ext cx="1699260" cy="297180"/>
            </a:xfrm>
            <a:custGeom>
              <a:avLst/>
              <a:gdLst/>
              <a:ahLst/>
              <a:cxnLst/>
              <a:rect l="l" t="t" r="r" b="b"/>
              <a:pathLst>
                <a:path w="1699260" h="297179">
                  <a:moveTo>
                    <a:pt x="1698752" y="0"/>
                  </a:moveTo>
                  <a:lnTo>
                    <a:pt x="0" y="0"/>
                  </a:lnTo>
                  <a:lnTo>
                    <a:pt x="0" y="296672"/>
                  </a:lnTo>
                  <a:lnTo>
                    <a:pt x="1698752" y="296672"/>
                  </a:lnTo>
                  <a:lnTo>
                    <a:pt x="16987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417572" y="4808219"/>
              <a:ext cx="51435" cy="347980"/>
            </a:xfrm>
            <a:custGeom>
              <a:avLst/>
              <a:gdLst/>
              <a:ahLst/>
              <a:cxnLst/>
              <a:rect l="l" t="t" r="r" b="b"/>
              <a:pathLst>
                <a:path w="51435" h="347979">
                  <a:moveTo>
                    <a:pt x="51307" y="0"/>
                  </a:moveTo>
                  <a:lnTo>
                    <a:pt x="0" y="51307"/>
                  </a:lnTo>
                  <a:lnTo>
                    <a:pt x="0" y="347979"/>
                  </a:lnTo>
                  <a:lnTo>
                    <a:pt x="51307" y="296671"/>
                  </a:lnTo>
                  <a:lnTo>
                    <a:pt x="513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18820" y="4808219"/>
              <a:ext cx="1750060" cy="51435"/>
            </a:xfrm>
            <a:custGeom>
              <a:avLst/>
              <a:gdLst/>
              <a:ahLst/>
              <a:cxnLst/>
              <a:rect l="l" t="t" r="r" b="b"/>
              <a:pathLst>
                <a:path w="1750060" h="51435">
                  <a:moveTo>
                    <a:pt x="1750060" y="0"/>
                  </a:moveTo>
                  <a:lnTo>
                    <a:pt x="51307" y="0"/>
                  </a:lnTo>
                  <a:lnTo>
                    <a:pt x="0" y="51307"/>
                  </a:lnTo>
                  <a:lnTo>
                    <a:pt x="1698752" y="51307"/>
                  </a:lnTo>
                  <a:lnTo>
                    <a:pt x="17500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18820" y="4808219"/>
              <a:ext cx="1750060" cy="347980"/>
            </a:xfrm>
            <a:custGeom>
              <a:avLst/>
              <a:gdLst/>
              <a:ahLst/>
              <a:cxnLst/>
              <a:rect l="l" t="t" r="r" b="b"/>
              <a:pathLst>
                <a:path w="1750060" h="347979">
                  <a:moveTo>
                    <a:pt x="0" y="51307"/>
                  </a:moveTo>
                  <a:lnTo>
                    <a:pt x="51307" y="0"/>
                  </a:lnTo>
                  <a:lnTo>
                    <a:pt x="1750060" y="0"/>
                  </a:lnTo>
                  <a:lnTo>
                    <a:pt x="1750060" y="296671"/>
                  </a:lnTo>
                  <a:lnTo>
                    <a:pt x="1698752" y="347979"/>
                  </a:lnTo>
                  <a:lnTo>
                    <a:pt x="0" y="347979"/>
                  </a:lnTo>
                  <a:lnTo>
                    <a:pt x="0" y="51307"/>
                  </a:lnTo>
                  <a:close/>
                </a:path>
                <a:path w="1750060" h="347979">
                  <a:moveTo>
                    <a:pt x="0" y="51307"/>
                  </a:moveTo>
                  <a:lnTo>
                    <a:pt x="1698752" y="51307"/>
                  </a:lnTo>
                  <a:lnTo>
                    <a:pt x="1750060" y="0"/>
                  </a:lnTo>
                </a:path>
                <a:path w="1750060" h="347979">
                  <a:moveTo>
                    <a:pt x="1698752" y="51307"/>
                  </a:moveTo>
                  <a:lnTo>
                    <a:pt x="1698752" y="34797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099942" y="2604706"/>
            <a:ext cx="417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b="1" spc="-20" dirty="0">
                <a:latin typeface="Malgun Gothic"/>
                <a:cs typeface="Malgun Gothic"/>
              </a:rPr>
              <a:t>HTTP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710301" y="1443990"/>
            <a:ext cx="16306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marR="5080" indent="-172720">
              <a:spcBef>
                <a:spcPts val="100"/>
              </a:spcBef>
            </a:pPr>
            <a:r>
              <a:rPr sz="16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600" b="1" spc="-114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Application </a:t>
            </a:r>
            <a:r>
              <a:rPr sz="1600" b="1" dirty="0">
                <a:solidFill>
                  <a:srgbClr val="404040"/>
                </a:solidFill>
                <a:latin typeface="Malgun Gothic"/>
                <a:cs typeface="Malgun Gothic"/>
              </a:rPr>
              <a:t>Smart</a:t>
            </a:r>
            <a:r>
              <a:rPr sz="1600" b="1" spc="4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Server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38919" y="1443990"/>
            <a:ext cx="6369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600" b="1" spc="-25" dirty="0">
                <a:solidFill>
                  <a:srgbClr val="404040"/>
                </a:solidFill>
                <a:latin typeface="Malgun Gothic"/>
                <a:cs typeface="Malgun Gothic"/>
              </a:rPr>
              <a:t>DB</a:t>
            </a:r>
            <a:endParaRPr sz="16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404040"/>
                </a:solidFill>
                <a:latin typeface="Malgun Gothic"/>
                <a:cs typeface="Malgun Gothic"/>
              </a:rPr>
              <a:t>Server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2462912" y="4926711"/>
            <a:ext cx="4946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JSP,</a:t>
            </a:r>
            <a:r>
              <a:rPr sz="900" b="1" spc="-20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25" dirty="0">
                <a:solidFill>
                  <a:srgbClr val="E36C09"/>
                </a:solidFill>
                <a:latin typeface="Malgun Gothic"/>
                <a:cs typeface="Malgun Gothic"/>
              </a:rPr>
              <a:t>ASP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7015479" y="4462779"/>
            <a:ext cx="1391920" cy="843280"/>
            <a:chOff x="5872479" y="4462779"/>
            <a:chExt cx="1391920" cy="843280"/>
          </a:xfrm>
        </p:grpSpPr>
        <p:sp>
          <p:nvSpPr>
            <p:cNvPr id="110" name="object 110"/>
            <p:cNvSpPr/>
            <p:nvPr/>
          </p:nvSpPr>
          <p:spPr>
            <a:xfrm>
              <a:off x="7224013" y="4467859"/>
              <a:ext cx="35560" cy="833119"/>
            </a:xfrm>
            <a:custGeom>
              <a:avLst/>
              <a:gdLst/>
              <a:ahLst/>
              <a:cxnLst/>
              <a:rect l="l" t="t" r="r" b="b"/>
              <a:pathLst>
                <a:path w="35559" h="833120">
                  <a:moveTo>
                    <a:pt x="35305" y="0"/>
                  </a:moveTo>
                  <a:lnTo>
                    <a:pt x="0" y="35306"/>
                  </a:lnTo>
                  <a:lnTo>
                    <a:pt x="0" y="833119"/>
                  </a:lnTo>
                  <a:lnTo>
                    <a:pt x="35305" y="797813"/>
                  </a:lnTo>
                  <a:lnTo>
                    <a:pt x="35305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877559" y="4467859"/>
              <a:ext cx="1381760" cy="35560"/>
            </a:xfrm>
            <a:custGeom>
              <a:avLst/>
              <a:gdLst/>
              <a:ahLst/>
              <a:cxnLst/>
              <a:rect l="l" t="t" r="r" b="b"/>
              <a:pathLst>
                <a:path w="1381759" h="35560">
                  <a:moveTo>
                    <a:pt x="1381760" y="0"/>
                  </a:moveTo>
                  <a:lnTo>
                    <a:pt x="35305" y="0"/>
                  </a:lnTo>
                  <a:lnTo>
                    <a:pt x="0" y="35306"/>
                  </a:lnTo>
                  <a:lnTo>
                    <a:pt x="1346454" y="35306"/>
                  </a:lnTo>
                  <a:lnTo>
                    <a:pt x="138176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877559" y="4467859"/>
              <a:ext cx="1381760" cy="833119"/>
            </a:xfrm>
            <a:custGeom>
              <a:avLst/>
              <a:gdLst/>
              <a:ahLst/>
              <a:cxnLst/>
              <a:rect l="l" t="t" r="r" b="b"/>
              <a:pathLst>
                <a:path w="1381759" h="833120">
                  <a:moveTo>
                    <a:pt x="0" y="35306"/>
                  </a:moveTo>
                  <a:lnTo>
                    <a:pt x="35305" y="0"/>
                  </a:lnTo>
                  <a:lnTo>
                    <a:pt x="1381760" y="0"/>
                  </a:lnTo>
                  <a:lnTo>
                    <a:pt x="1381760" y="797813"/>
                  </a:lnTo>
                  <a:lnTo>
                    <a:pt x="1346454" y="833119"/>
                  </a:lnTo>
                  <a:lnTo>
                    <a:pt x="0" y="833119"/>
                  </a:lnTo>
                  <a:lnTo>
                    <a:pt x="0" y="35306"/>
                  </a:lnTo>
                  <a:close/>
                </a:path>
                <a:path w="1381759" h="833120">
                  <a:moveTo>
                    <a:pt x="0" y="35306"/>
                  </a:moveTo>
                  <a:lnTo>
                    <a:pt x="1346454" y="35306"/>
                  </a:lnTo>
                  <a:lnTo>
                    <a:pt x="1381760" y="0"/>
                  </a:lnTo>
                </a:path>
                <a:path w="1381759" h="833120">
                  <a:moveTo>
                    <a:pt x="1346454" y="35306"/>
                  </a:moveTo>
                  <a:lnTo>
                    <a:pt x="1346454" y="833119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7020560" y="4508246"/>
            <a:ext cx="1344295" cy="720090"/>
          </a:xfrm>
          <a:prstGeom prst="rect">
            <a:avLst/>
          </a:prstGeom>
          <a:solidFill>
            <a:srgbClr val="F7E192"/>
          </a:solidFill>
        </p:spPr>
        <p:txBody>
          <a:bodyPr vert="horz" wrap="square" lIns="0" tIns="79375" rIns="0" bIns="0" rtlCol="0">
            <a:spAutoFit/>
          </a:bodyPr>
          <a:lstStyle/>
          <a:p>
            <a:pPr marL="26670" marR="49530" indent="236220">
              <a:spcBef>
                <a:spcPts val="625"/>
              </a:spcBef>
            </a:pPr>
            <a:r>
              <a:rPr sz="1400" b="1" spc="-20" dirty="0">
                <a:solidFill>
                  <a:srgbClr val="404040"/>
                </a:solidFill>
                <a:latin typeface="Malgun Gothic"/>
                <a:cs typeface="Malgun Gothic"/>
              </a:rPr>
              <a:t>Your</a:t>
            </a:r>
            <a:r>
              <a:rPr sz="1400" b="1" spc="-9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25" dirty="0">
                <a:solidFill>
                  <a:srgbClr val="404040"/>
                </a:solidFill>
                <a:latin typeface="Malgun Gothic"/>
                <a:cs typeface="Malgun Gothic"/>
              </a:rPr>
              <a:t>PKG </a:t>
            </a:r>
            <a:r>
              <a:rPr sz="1400" b="1" dirty="0">
                <a:solidFill>
                  <a:srgbClr val="404040"/>
                </a:solidFill>
                <a:latin typeface="Malgun Gothic"/>
                <a:cs typeface="Malgun Gothic"/>
              </a:rPr>
              <a:t>Biz.</a:t>
            </a:r>
            <a:r>
              <a:rPr sz="1400" b="1" spc="-25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Malgun Gothic"/>
                <a:cs typeface="Malgun Gothic"/>
              </a:rPr>
              <a:t>Assembly </a:t>
            </a:r>
            <a:r>
              <a:rPr sz="1400" b="1" dirty="0">
                <a:solidFill>
                  <a:srgbClr val="404040"/>
                </a:solidFill>
                <a:latin typeface="Malgun Gothic"/>
                <a:cs typeface="Malgun Gothic"/>
              </a:rPr>
              <a:t>(General</a:t>
            </a:r>
            <a:r>
              <a:rPr sz="1400" b="1" spc="-60" dirty="0">
                <a:solidFill>
                  <a:srgbClr val="404040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Malgun Gothic"/>
                <a:cs typeface="Malgun Gothic"/>
              </a:rPr>
              <a:t>Class)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5321300" y="4653279"/>
            <a:ext cx="1457960" cy="581660"/>
            <a:chOff x="4178300" y="4653279"/>
            <a:chExt cx="1457960" cy="581660"/>
          </a:xfrm>
        </p:grpSpPr>
        <p:sp>
          <p:nvSpPr>
            <p:cNvPr id="115" name="object 115"/>
            <p:cNvSpPr/>
            <p:nvPr/>
          </p:nvSpPr>
          <p:spPr>
            <a:xfrm>
              <a:off x="4183380" y="4742624"/>
              <a:ext cx="1363980" cy="487680"/>
            </a:xfrm>
            <a:custGeom>
              <a:avLst/>
              <a:gdLst/>
              <a:ahLst/>
              <a:cxnLst/>
              <a:rect l="l" t="t" r="r" b="b"/>
              <a:pathLst>
                <a:path w="1363979" h="487679">
                  <a:moveTo>
                    <a:pt x="1363472" y="0"/>
                  </a:moveTo>
                  <a:lnTo>
                    <a:pt x="0" y="0"/>
                  </a:lnTo>
                  <a:lnTo>
                    <a:pt x="0" y="487235"/>
                  </a:lnTo>
                  <a:lnTo>
                    <a:pt x="1363472" y="487235"/>
                  </a:lnTo>
                  <a:lnTo>
                    <a:pt x="1363472" y="0"/>
                  </a:lnTo>
                  <a:close/>
                </a:path>
              </a:pathLst>
            </a:custGeom>
            <a:solidFill>
              <a:srgbClr val="F7E1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546852" y="4658359"/>
              <a:ext cx="84455" cy="571500"/>
            </a:xfrm>
            <a:custGeom>
              <a:avLst/>
              <a:gdLst/>
              <a:ahLst/>
              <a:cxnLst/>
              <a:rect l="l" t="t" r="r" b="b"/>
              <a:pathLst>
                <a:path w="84454" h="571500">
                  <a:moveTo>
                    <a:pt x="84327" y="0"/>
                  </a:moveTo>
                  <a:lnTo>
                    <a:pt x="0" y="84327"/>
                  </a:lnTo>
                  <a:lnTo>
                    <a:pt x="0" y="571500"/>
                  </a:lnTo>
                  <a:lnTo>
                    <a:pt x="84327" y="487171"/>
                  </a:lnTo>
                  <a:lnTo>
                    <a:pt x="84327" y="0"/>
                  </a:lnTo>
                  <a:close/>
                </a:path>
              </a:pathLst>
            </a:custGeom>
            <a:solidFill>
              <a:srgbClr val="C6B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183380" y="4658359"/>
              <a:ext cx="1447800" cy="84455"/>
            </a:xfrm>
            <a:custGeom>
              <a:avLst/>
              <a:gdLst/>
              <a:ahLst/>
              <a:cxnLst/>
              <a:rect l="l" t="t" r="r" b="b"/>
              <a:pathLst>
                <a:path w="1447800" h="84454">
                  <a:moveTo>
                    <a:pt x="1447800" y="0"/>
                  </a:moveTo>
                  <a:lnTo>
                    <a:pt x="84328" y="0"/>
                  </a:lnTo>
                  <a:lnTo>
                    <a:pt x="0" y="84327"/>
                  </a:lnTo>
                  <a:lnTo>
                    <a:pt x="1363472" y="84327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8E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183380" y="4658359"/>
              <a:ext cx="1447800" cy="571500"/>
            </a:xfrm>
            <a:custGeom>
              <a:avLst/>
              <a:gdLst/>
              <a:ahLst/>
              <a:cxnLst/>
              <a:rect l="l" t="t" r="r" b="b"/>
              <a:pathLst>
                <a:path w="1447800" h="571500">
                  <a:moveTo>
                    <a:pt x="0" y="84327"/>
                  </a:moveTo>
                  <a:lnTo>
                    <a:pt x="84328" y="0"/>
                  </a:lnTo>
                  <a:lnTo>
                    <a:pt x="1447800" y="0"/>
                  </a:lnTo>
                  <a:lnTo>
                    <a:pt x="1447800" y="487171"/>
                  </a:lnTo>
                  <a:lnTo>
                    <a:pt x="1363472" y="571500"/>
                  </a:lnTo>
                  <a:lnTo>
                    <a:pt x="0" y="571500"/>
                  </a:lnTo>
                  <a:lnTo>
                    <a:pt x="0" y="84327"/>
                  </a:lnTo>
                  <a:close/>
                </a:path>
                <a:path w="1447800" h="571500">
                  <a:moveTo>
                    <a:pt x="0" y="84327"/>
                  </a:moveTo>
                  <a:lnTo>
                    <a:pt x="1363472" y="84327"/>
                  </a:lnTo>
                  <a:lnTo>
                    <a:pt x="1447800" y="0"/>
                  </a:lnTo>
                </a:path>
                <a:path w="1447800" h="571500">
                  <a:moveTo>
                    <a:pt x="1363472" y="84327"/>
                  </a:moveTo>
                  <a:lnTo>
                    <a:pt x="1363472" y="57150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5326379" y="4742624"/>
            <a:ext cx="1363980" cy="337272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429895">
              <a:spcBef>
                <a:spcPts val="1190"/>
              </a:spcBef>
            </a:pPr>
            <a:r>
              <a:rPr sz="1200" b="1" spc="-10" dirty="0">
                <a:solidFill>
                  <a:srgbClr val="0F243E"/>
                </a:solidFill>
                <a:latin typeface="Malgun Gothic"/>
                <a:cs typeface="Malgun Gothic"/>
              </a:rPr>
              <a:t>Servlet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732280" y="2999739"/>
            <a:ext cx="6977380" cy="2273300"/>
            <a:chOff x="589280" y="2999739"/>
            <a:chExt cx="6977380" cy="2273300"/>
          </a:xfrm>
        </p:grpSpPr>
        <p:sp>
          <p:nvSpPr>
            <p:cNvPr id="121" name="object 121"/>
            <p:cNvSpPr/>
            <p:nvPr/>
          </p:nvSpPr>
          <p:spPr>
            <a:xfrm>
              <a:off x="3093719" y="3012439"/>
              <a:ext cx="238760" cy="1927860"/>
            </a:xfrm>
            <a:custGeom>
              <a:avLst/>
              <a:gdLst/>
              <a:ahLst/>
              <a:cxnLst/>
              <a:rect l="l" t="t" r="r" b="b"/>
              <a:pathLst>
                <a:path w="238760" h="1927860">
                  <a:moveTo>
                    <a:pt x="119380" y="0"/>
                  </a:moveTo>
                  <a:lnTo>
                    <a:pt x="0" y="119380"/>
                  </a:lnTo>
                  <a:lnTo>
                    <a:pt x="59690" y="119380"/>
                  </a:lnTo>
                  <a:lnTo>
                    <a:pt x="59690" y="1808480"/>
                  </a:lnTo>
                  <a:lnTo>
                    <a:pt x="0" y="1808480"/>
                  </a:lnTo>
                  <a:lnTo>
                    <a:pt x="119380" y="1927860"/>
                  </a:lnTo>
                  <a:lnTo>
                    <a:pt x="238759" y="1808480"/>
                  </a:lnTo>
                  <a:lnTo>
                    <a:pt x="179069" y="1808480"/>
                  </a:lnTo>
                  <a:lnTo>
                    <a:pt x="179069" y="119380"/>
                  </a:lnTo>
                  <a:lnTo>
                    <a:pt x="238759" y="119380"/>
                  </a:lnTo>
                  <a:lnTo>
                    <a:pt x="119380" y="0"/>
                  </a:lnTo>
                  <a:close/>
                </a:path>
              </a:pathLst>
            </a:custGeom>
            <a:solidFill>
              <a:srgbClr val="DBE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093719" y="3012439"/>
              <a:ext cx="238760" cy="1927860"/>
            </a:xfrm>
            <a:custGeom>
              <a:avLst/>
              <a:gdLst/>
              <a:ahLst/>
              <a:cxnLst/>
              <a:rect l="l" t="t" r="r" b="b"/>
              <a:pathLst>
                <a:path w="238760" h="1927860">
                  <a:moveTo>
                    <a:pt x="119380" y="0"/>
                  </a:moveTo>
                  <a:lnTo>
                    <a:pt x="238759" y="119380"/>
                  </a:lnTo>
                  <a:lnTo>
                    <a:pt x="179069" y="119380"/>
                  </a:lnTo>
                  <a:lnTo>
                    <a:pt x="179069" y="1808480"/>
                  </a:lnTo>
                  <a:lnTo>
                    <a:pt x="238759" y="1808480"/>
                  </a:lnTo>
                  <a:lnTo>
                    <a:pt x="119380" y="1927860"/>
                  </a:lnTo>
                  <a:lnTo>
                    <a:pt x="0" y="1808480"/>
                  </a:lnTo>
                  <a:lnTo>
                    <a:pt x="59690" y="1808480"/>
                  </a:lnTo>
                  <a:lnTo>
                    <a:pt x="59690" y="119380"/>
                  </a:lnTo>
                  <a:lnTo>
                    <a:pt x="0" y="119380"/>
                  </a:lnTo>
                  <a:lnTo>
                    <a:pt x="119380" y="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08330" y="4398009"/>
              <a:ext cx="6939280" cy="855980"/>
            </a:xfrm>
            <a:custGeom>
              <a:avLst/>
              <a:gdLst/>
              <a:ahLst/>
              <a:cxnLst/>
              <a:rect l="l" t="t" r="r" b="b"/>
              <a:pathLst>
                <a:path w="6939280" h="855979">
                  <a:moveTo>
                    <a:pt x="0" y="33019"/>
                  </a:moveTo>
                  <a:lnTo>
                    <a:pt x="2596" y="20145"/>
                  </a:lnTo>
                  <a:lnTo>
                    <a:pt x="9677" y="9652"/>
                  </a:lnTo>
                  <a:lnTo>
                    <a:pt x="20177" y="2587"/>
                  </a:lnTo>
                  <a:lnTo>
                    <a:pt x="33032" y="0"/>
                  </a:lnTo>
                  <a:lnTo>
                    <a:pt x="6906260" y="0"/>
                  </a:lnTo>
                  <a:lnTo>
                    <a:pt x="6919134" y="2587"/>
                  </a:lnTo>
                  <a:lnTo>
                    <a:pt x="6929628" y="9652"/>
                  </a:lnTo>
                  <a:lnTo>
                    <a:pt x="6936692" y="20145"/>
                  </a:lnTo>
                  <a:lnTo>
                    <a:pt x="6939280" y="33019"/>
                  </a:lnTo>
                  <a:lnTo>
                    <a:pt x="6939280" y="822959"/>
                  </a:lnTo>
                  <a:lnTo>
                    <a:pt x="6936692" y="835834"/>
                  </a:lnTo>
                  <a:lnTo>
                    <a:pt x="6929628" y="846327"/>
                  </a:lnTo>
                  <a:lnTo>
                    <a:pt x="6919134" y="853392"/>
                  </a:lnTo>
                  <a:lnTo>
                    <a:pt x="6906260" y="855979"/>
                  </a:lnTo>
                  <a:lnTo>
                    <a:pt x="33032" y="855979"/>
                  </a:lnTo>
                  <a:lnTo>
                    <a:pt x="20177" y="853392"/>
                  </a:lnTo>
                  <a:lnTo>
                    <a:pt x="9677" y="846327"/>
                  </a:lnTo>
                  <a:lnTo>
                    <a:pt x="2596" y="835834"/>
                  </a:lnTo>
                  <a:lnTo>
                    <a:pt x="0" y="822959"/>
                  </a:lnTo>
                  <a:lnTo>
                    <a:pt x="0" y="33019"/>
                  </a:lnTo>
                  <a:close/>
                </a:path>
              </a:pathLst>
            </a:custGeom>
            <a:ln w="38099">
              <a:solidFill>
                <a:srgbClr val="006FC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1941194" y="4455795"/>
            <a:ext cx="1838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17375E"/>
                </a:solidFill>
                <a:latin typeface="Malgun Gothic"/>
                <a:cs typeface="Malgun Gothic"/>
              </a:rPr>
              <a:t>Other</a:t>
            </a:r>
            <a:r>
              <a:rPr spc="-35" dirty="0">
                <a:solidFill>
                  <a:srgbClr val="17375E"/>
                </a:solidFill>
                <a:latin typeface="Malgun Gothic"/>
                <a:cs typeface="Malgun Gothic"/>
              </a:rPr>
              <a:t> </a:t>
            </a:r>
            <a:r>
              <a:rPr spc="-10" dirty="0">
                <a:solidFill>
                  <a:srgbClr val="17375E"/>
                </a:solidFill>
                <a:latin typeface="Malgun Gothic"/>
                <a:cs typeface="Malgun Gothic"/>
              </a:rPr>
              <a:t>Framework</a:t>
            </a:r>
            <a:endParaRPr>
              <a:latin typeface="Malgun Gothic"/>
              <a:cs typeface="Malgun Gothic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187893" y="5699263"/>
            <a:ext cx="1095375" cy="61214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algn="ctr">
              <a:spcBef>
                <a:spcPts val="240"/>
              </a:spcBef>
            </a:pPr>
            <a:r>
              <a:rPr sz="1600" b="1" spc="-30" dirty="0">
                <a:solidFill>
                  <a:srgbClr val="404040"/>
                </a:solidFill>
                <a:latin typeface="Malgun Gothic"/>
                <a:cs typeface="Malgun Gothic"/>
              </a:rPr>
              <a:t>Out-</a:t>
            </a:r>
            <a:r>
              <a:rPr sz="1600" b="1" spc="-45" dirty="0">
                <a:solidFill>
                  <a:srgbClr val="404040"/>
                </a:solidFill>
                <a:latin typeface="Malgun Gothic"/>
                <a:cs typeface="Malgun Gothic"/>
              </a:rPr>
              <a:t>of-</a:t>
            </a:r>
            <a:r>
              <a:rPr sz="1600" b="1" spc="-25" dirty="0">
                <a:solidFill>
                  <a:srgbClr val="404040"/>
                </a:solidFill>
                <a:latin typeface="Malgun Gothic"/>
                <a:cs typeface="Malgun Gothic"/>
              </a:rPr>
              <a:t>Box</a:t>
            </a:r>
            <a:endParaRPr sz="1600">
              <a:latin typeface="Malgun Gothic"/>
              <a:cs typeface="Malgun Gothic"/>
            </a:endParaRPr>
          </a:p>
          <a:p>
            <a:pPr marR="49530" algn="ctr">
              <a:spcBef>
                <a:spcPts val="1440"/>
              </a:spcBef>
            </a:pPr>
            <a:r>
              <a:rPr sz="900" b="1" dirty="0">
                <a:solidFill>
                  <a:srgbClr val="E36C09"/>
                </a:solidFill>
                <a:latin typeface="Malgun Gothic"/>
                <a:cs typeface="Malgun Gothic"/>
              </a:rPr>
              <a:t>Reporting</a:t>
            </a:r>
            <a:r>
              <a:rPr sz="900" b="1" spc="-55" dirty="0">
                <a:solidFill>
                  <a:srgbClr val="E36C09"/>
                </a:solidFill>
                <a:latin typeface="Malgun Gothic"/>
                <a:cs typeface="Malgun Gothic"/>
              </a:rPr>
              <a:t> </a:t>
            </a:r>
            <a:r>
              <a:rPr sz="900" b="1" spc="-20" dirty="0">
                <a:solidFill>
                  <a:srgbClr val="E36C09"/>
                </a:solidFill>
                <a:latin typeface="Malgun Gothic"/>
                <a:cs typeface="Malgun Gothic"/>
              </a:rPr>
              <a:t>Tool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509255" y="5750087"/>
            <a:ext cx="3079750" cy="68897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693420" marR="121285" indent="-681355">
              <a:spcBef>
                <a:spcPts val="220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: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Windows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Server,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Unix,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Linux </a:t>
            </a:r>
            <a:r>
              <a:rPr sz="1400" dirty="0">
                <a:latin typeface="Malgun Gothic"/>
                <a:cs typeface="Malgun Gothic"/>
              </a:rPr>
              <a:t>for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Java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/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.NET</a:t>
            </a:r>
            <a:endParaRPr sz="1400">
              <a:latin typeface="Malgun Gothic"/>
              <a:cs typeface="Malgun Gothic"/>
            </a:endParaRPr>
          </a:p>
          <a:p>
            <a:pPr marL="12700">
              <a:spcBef>
                <a:spcPts val="5"/>
              </a:spcBef>
            </a:pPr>
            <a:r>
              <a:rPr sz="1400" dirty="0">
                <a:latin typeface="Malgun Gothic"/>
                <a:cs typeface="Malgun Gothic"/>
              </a:rPr>
              <a:t>DBMS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: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SQL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Server,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Oracle,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MySQL,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…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27" name="object 127"/>
          <p:cNvSpPr txBox="1">
            <a:spLocks noGrp="1"/>
          </p:cNvSpPr>
          <p:nvPr>
            <p:ph type="sldNum" sz="quarter" idx="7"/>
          </p:nvPr>
        </p:nvSpPr>
        <p:spPr>
          <a:xfrm>
            <a:off x="9921240" y="6377941"/>
            <a:ext cx="2804160" cy="30072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spcBef>
                <a:spcPts val="185"/>
              </a:spcBef>
            </a:pPr>
            <a:fld id="{81D60167-4931-47E6-BA6A-407CBD079E47}" type="slidenum">
              <a:rPr spc="-25" dirty="0"/>
              <a:pPr marL="38100">
                <a:spcBef>
                  <a:spcPts val="185"/>
                </a:spcBef>
              </a:pPr>
              <a:t>25</a:t>
            </a:fld>
            <a:endParaRPr spc="-25" dirty="0"/>
          </a:p>
        </p:txBody>
      </p:sp>
      <p:sp>
        <p:nvSpPr>
          <p:cNvPr id="128" name="object 128"/>
          <p:cNvSpPr txBox="1">
            <a:spLocks noGrp="1"/>
          </p:cNvSpPr>
          <p:nvPr>
            <p:ph type="ftr" sz="quarter" idx="5"/>
          </p:nvPr>
        </p:nvSpPr>
        <p:spPr>
          <a:xfrm>
            <a:off x="5288280" y="6377940"/>
            <a:ext cx="3901440" cy="2988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spcBef>
                <a:spcPts val="170"/>
              </a:spcBef>
            </a:pPr>
            <a:r>
              <a:rPr dirty="0">
                <a:latin typeface="MS Mincho"/>
                <a:cs typeface="MS Mincho"/>
              </a:rPr>
              <a:t>Ⓒ</a:t>
            </a:r>
            <a:r>
              <a:rPr spc="-125" dirty="0">
                <a:latin typeface="MS Mincho"/>
                <a:cs typeface="MS Mincho"/>
              </a:rPr>
              <a:t> </a:t>
            </a:r>
            <a:r>
              <a:rPr dirty="0"/>
              <a:t>2014</a:t>
            </a:r>
            <a:r>
              <a:rPr spc="-35" dirty="0"/>
              <a:t> </a:t>
            </a:r>
            <a:r>
              <a:rPr dirty="0"/>
              <a:t>agados</a:t>
            </a:r>
            <a:r>
              <a:rPr spc="-2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rights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381000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Pivotal</a:t>
            </a:r>
            <a:r>
              <a:rPr spc="-73" dirty="0"/>
              <a:t> </a:t>
            </a:r>
            <a:r>
              <a:rPr spc="-27" dirty="0"/>
              <a:t>HAWQ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119065"/>
            <a:ext cx="9726507" cy="4715821"/>
          </a:xfrm>
          <a:prstGeom prst="rect">
            <a:avLst/>
          </a:prstGeom>
        </p:spPr>
        <p:txBody>
          <a:bodyPr vert="horz" wrap="square" lIns="0" tIns="57573" rIns="0" bIns="0" rtlCol="0">
            <a:spAutoFit/>
          </a:bodyPr>
          <a:lstStyle/>
          <a:p>
            <a:pPr marL="320879" indent="-303946">
              <a:spcBef>
                <a:spcPts val="45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15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년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이상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기업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시장에서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검증된</a:t>
            </a:r>
            <a:r>
              <a:rPr sz="2400" spc="-1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Greenplum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데이터베이스 엔진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사용</a:t>
            </a:r>
            <a:endParaRPr sz="2400" dirty="0">
              <a:latin typeface="Malgun Gothic"/>
              <a:cs typeface="Malgun Gothic"/>
            </a:endParaRPr>
          </a:p>
          <a:p>
            <a:pPr marL="625671">
              <a:spcBef>
                <a:spcPts val="320"/>
              </a:spcBef>
              <a:tabLst>
                <a:tab pos="1006661" algn="l"/>
              </a:tabLst>
            </a:pPr>
            <a:r>
              <a:rPr sz="2400" spc="-67" dirty="0">
                <a:solidFill>
                  <a:srgbClr val="33928A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33928A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Partition,</a:t>
            </a:r>
            <a:r>
              <a:rPr sz="2400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Compression,</a:t>
            </a:r>
            <a:r>
              <a:rPr sz="2400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Resource</a:t>
            </a:r>
            <a:r>
              <a:rPr sz="2400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관리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65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100%</a:t>
            </a:r>
            <a:r>
              <a:rPr sz="2400" spc="-1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ANSI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SQL</a:t>
            </a:r>
            <a:r>
              <a:rPr sz="2400" spc="-9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Compliant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–</a:t>
            </a:r>
            <a:r>
              <a:rPr sz="2400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기존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BI,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SAS</a:t>
            </a:r>
            <a:r>
              <a:rPr sz="2400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툴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재활용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520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실시간 쿼리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가능</a:t>
            </a:r>
            <a:endParaRPr sz="2400" dirty="0">
              <a:latin typeface="Malgun Gothic"/>
              <a:cs typeface="Malgun Gothic"/>
            </a:endParaRPr>
          </a:p>
          <a:p>
            <a:pPr marL="711182">
              <a:spcBef>
                <a:spcPts val="453"/>
              </a:spcBef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-</a:t>
            </a:r>
            <a:r>
              <a:rPr sz="2400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MapReduce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를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사용하지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않고 분산되어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있는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데이터에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직접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접근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65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PXF</a:t>
            </a:r>
            <a:r>
              <a:rPr sz="2400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External</a:t>
            </a:r>
            <a:r>
              <a:rPr sz="2400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r>
              <a:rPr sz="2400" spc="-27" dirty="0">
                <a:solidFill>
                  <a:srgbClr val="4D4D4D"/>
                </a:solidFill>
                <a:latin typeface="Malgun Gothic"/>
                <a:cs typeface="Malgun Gothic"/>
              </a:rPr>
              <a:t>로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HDFS,</a:t>
            </a:r>
            <a:r>
              <a:rPr sz="2400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HBase,</a:t>
            </a:r>
            <a:r>
              <a:rPr sz="2400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Hive</a:t>
            </a:r>
            <a:r>
              <a:rPr sz="2400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및</a:t>
            </a:r>
            <a:r>
              <a:rPr sz="2400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r>
              <a:rPr sz="2400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데이터</a:t>
            </a:r>
            <a:r>
              <a:rPr sz="2400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통합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520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Libhdfs</a:t>
            </a:r>
            <a:r>
              <a:rPr sz="2400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4D4D4D"/>
                </a:solidFill>
                <a:latin typeface="Malgun Gothic"/>
                <a:cs typeface="Malgun Gothic"/>
              </a:rPr>
              <a:t>개선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(Java</a:t>
            </a:r>
            <a:r>
              <a:rPr sz="2400" spc="-13" dirty="0">
                <a:solidFill>
                  <a:srgbClr val="606060"/>
                </a:solidFill>
                <a:latin typeface="Wingdings"/>
                <a:cs typeface="Wingdings"/>
              </a:rPr>
              <a:t>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C)</a:t>
            </a:r>
            <a:r>
              <a:rPr sz="2400" spc="-13" dirty="0">
                <a:solidFill>
                  <a:srgbClr val="4D4D4D"/>
                </a:solidFill>
                <a:latin typeface="Malgun Gothic"/>
                <a:cs typeface="Malgun Gothic"/>
              </a:rPr>
              <a:t>으로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일반</a:t>
            </a:r>
            <a:r>
              <a:rPr sz="2400" spc="-20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HDFS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보다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빠른</a:t>
            </a:r>
            <a:r>
              <a:rPr sz="2400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속도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65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  <a:tab pos="3691374" algn="l"/>
              </a:tabLst>
            </a:pP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PL/R,</a:t>
            </a:r>
            <a:r>
              <a:rPr sz="2400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Madlib</a:t>
            </a:r>
            <a:r>
              <a:rPr sz="2400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등</a:t>
            </a:r>
            <a:r>
              <a:rPr sz="240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	분석 패키지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지원</a:t>
            </a:r>
            <a:endParaRPr sz="2400" dirty="0">
              <a:latin typeface="Malgun Gothic"/>
              <a:cs typeface="Malgun Gothic"/>
            </a:endParaRPr>
          </a:p>
          <a:p>
            <a:pPr marL="320879" indent="-303946">
              <a:spcBef>
                <a:spcPts val="1520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보안</a:t>
            </a:r>
            <a:r>
              <a:rPr sz="2400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및 유저 권한 관리</a:t>
            </a:r>
            <a:r>
              <a:rPr sz="2400" dirty="0">
                <a:solidFill>
                  <a:srgbClr val="4D4D4D"/>
                </a:solidFill>
                <a:latin typeface="Arial"/>
                <a:cs typeface="Arial"/>
              </a:rPr>
              <a:t>, </a:t>
            </a:r>
            <a:r>
              <a:rPr sz="2400" dirty="0">
                <a:solidFill>
                  <a:srgbClr val="4D4D4D"/>
                </a:solidFill>
                <a:latin typeface="Malgun Gothic"/>
                <a:cs typeface="Malgun Gothic"/>
              </a:rPr>
              <a:t>암호화 </a:t>
            </a:r>
            <a:r>
              <a:rPr sz="2400" spc="-33" dirty="0">
                <a:solidFill>
                  <a:srgbClr val="4D4D4D"/>
                </a:solidFill>
                <a:latin typeface="Malgun Gothic"/>
                <a:cs typeface="Malgun Gothic"/>
              </a:rPr>
              <a:t>지원</a:t>
            </a:r>
            <a:endParaRPr sz="2400" dirty="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7626" y="0"/>
            <a:ext cx="1124372" cy="154791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98779" y="6335508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26</a:t>
            </a:fld>
            <a:endParaRPr spc="-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8950" y="6701210"/>
            <a:ext cx="1163574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  <a:tabLst>
                <a:tab pos="11483900" algn="l"/>
              </a:tabLst>
            </a:pP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©</a:t>
            </a:r>
            <a:r>
              <a:rPr sz="867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2015</a:t>
            </a:r>
            <a:r>
              <a:rPr sz="867" spc="-1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Pivotal</a:t>
            </a:r>
            <a:r>
              <a:rPr sz="867" spc="-1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Software,</a:t>
            </a:r>
            <a:r>
              <a:rPr sz="867" spc="-2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Inc.</a:t>
            </a:r>
            <a:r>
              <a:rPr sz="867" spc="152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All</a:t>
            </a:r>
            <a:r>
              <a:rPr sz="867" spc="-13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rights</a:t>
            </a:r>
            <a:r>
              <a:rPr sz="867" spc="-13" dirty="0">
                <a:solidFill>
                  <a:srgbClr val="7F7F7F"/>
                </a:solidFill>
                <a:latin typeface="Arial"/>
                <a:cs typeface="Arial"/>
              </a:rPr>
              <a:t> reserved.</a:t>
            </a:r>
            <a:r>
              <a:rPr sz="867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sz="1600" spc="-69" baseline="-13888" dirty="0">
                <a:solidFill>
                  <a:srgbClr val="7F7F7F"/>
                </a:solidFill>
                <a:latin typeface="Arial"/>
                <a:cs typeface="Arial"/>
              </a:rPr>
              <a:t>18</a:t>
            </a:r>
            <a:endParaRPr sz="1600" baseline="-13888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413174"/>
            <a:ext cx="12192000" cy="2445173"/>
            <a:chOff x="0" y="3309880"/>
            <a:chExt cx="9144000" cy="18338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7648" y="4681538"/>
              <a:ext cx="1050925" cy="2841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085558"/>
              <a:ext cx="9144000" cy="1058545"/>
            </a:xfrm>
            <a:custGeom>
              <a:avLst/>
              <a:gdLst/>
              <a:ahLst/>
              <a:cxnLst/>
              <a:rect l="l" t="t" r="r" b="b"/>
              <a:pathLst>
                <a:path w="9144000" h="1058545">
                  <a:moveTo>
                    <a:pt x="9143998" y="0"/>
                  </a:moveTo>
                  <a:lnTo>
                    <a:pt x="0" y="0"/>
                  </a:lnTo>
                  <a:lnTo>
                    <a:pt x="0" y="1057941"/>
                  </a:lnTo>
                  <a:lnTo>
                    <a:pt x="9143998" y="1057941"/>
                  </a:lnTo>
                  <a:lnTo>
                    <a:pt x="9143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5100" y="3309880"/>
              <a:ext cx="3898898" cy="127481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2017" y="176530"/>
            <a:ext cx="7470987" cy="10301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4905"/>
              </a:lnSpc>
              <a:spcBef>
                <a:spcPts val="133"/>
              </a:spcBef>
            </a:pPr>
            <a:r>
              <a:rPr dirty="0"/>
              <a:t>Pivotal</a:t>
            </a:r>
            <a:r>
              <a:rPr spc="-40" dirty="0"/>
              <a:t> </a:t>
            </a:r>
            <a:r>
              <a:rPr dirty="0"/>
              <a:t>Query</a:t>
            </a:r>
            <a:r>
              <a:rPr spc="-47" dirty="0"/>
              <a:t> </a:t>
            </a:r>
            <a:r>
              <a:rPr dirty="0"/>
              <a:t>Optimizer</a:t>
            </a:r>
            <a:r>
              <a:rPr spc="-40" dirty="0"/>
              <a:t> </a:t>
            </a:r>
            <a:r>
              <a:rPr spc="-13" dirty="0"/>
              <a:t>(PQO)</a:t>
            </a:r>
          </a:p>
          <a:p>
            <a:pPr marL="16933">
              <a:lnSpc>
                <a:spcPts val="2987"/>
              </a:lnSpc>
            </a:pPr>
            <a:r>
              <a:rPr sz="2667" dirty="0">
                <a:solidFill>
                  <a:srgbClr val="4D4D4D"/>
                </a:solidFill>
              </a:rPr>
              <a:t>For</a:t>
            </a:r>
            <a:r>
              <a:rPr sz="2667" spc="-87" dirty="0">
                <a:solidFill>
                  <a:srgbClr val="4D4D4D"/>
                </a:solidFill>
              </a:rPr>
              <a:t> </a:t>
            </a:r>
            <a:r>
              <a:rPr sz="2667" dirty="0">
                <a:solidFill>
                  <a:srgbClr val="4D4D4D"/>
                </a:solidFill>
              </a:rPr>
              <a:t>HAWQ</a:t>
            </a:r>
            <a:r>
              <a:rPr sz="2667" spc="-87" dirty="0">
                <a:solidFill>
                  <a:srgbClr val="4D4D4D"/>
                </a:solidFill>
              </a:rPr>
              <a:t> </a:t>
            </a:r>
            <a:r>
              <a:rPr sz="2667" dirty="0">
                <a:solidFill>
                  <a:srgbClr val="4D4D4D"/>
                </a:solidFill>
              </a:rPr>
              <a:t>and</a:t>
            </a:r>
            <a:r>
              <a:rPr sz="2667" spc="-73" dirty="0">
                <a:solidFill>
                  <a:srgbClr val="4D4D4D"/>
                </a:solidFill>
              </a:rPr>
              <a:t> </a:t>
            </a:r>
            <a:r>
              <a:rPr sz="2667" dirty="0">
                <a:solidFill>
                  <a:srgbClr val="4D4D4D"/>
                </a:solidFill>
              </a:rPr>
              <a:t>Greenplum</a:t>
            </a:r>
            <a:r>
              <a:rPr sz="2667" spc="-87" dirty="0">
                <a:solidFill>
                  <a:srgbClr val="4D4D4D"/>
                </a:solidFill>
              </a:rPr>
              <a:t> </a:t>
            </a:r>
            <a:r>
              <a:rPr sz="2667" spc="-13" dirty="0">
                <a:solidFill>
                  <a:srgbClr val="4D4D4D"/>
                </a:solidFill>
              </a:rPr>
              <a:t>Database</a:t>
            </a:r>
            <a:endParaRPr sz="2667"/>
          </a:p>
        </p:txBody>
      </p:sp>
      <p:sp>
        <p:nvSpPr>
          <p:cNvPr id="8" name="object 8"/>
          <p:cNvSpPr txBox="1"/>
          <p:nvPr/>
        </p:nvSpPr>
        <p:spPr>
          <a:xfrm>
            <a:off x="10281277" y="671958"/>
            <a:ext cx="161290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dirty="0">
                <a:solidFill>
                  <a:srgbClr val="33928A"/>
                </a:solidFill>
                <a:latin typeface="Arial"/>
                <a:cs typeface="Arial"/>
              </a:rPr>
              <a:t>Greenplum</a:t>
            </a:r>
            <a:r>
              <a:rPr sz="1200" spc="-20" dirty="0">
                <a:solidFill>
                  <a:srgbClr val="33928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928A"/>
                </a:solidFill>
                <a:latin typeface="Arial"/>
                <a:cs typeface="Arial"/>
              </a:rPr>
              <a:t>DB</a:t>
            </a:r>
            <a:r>
              <a:rPr sz="1200" spc="453" dirty="0">
                <a:solidFill>
                  <a:srgbClr val="33928A"/>
                </a:solidFill>
                <a:latin typeface="Arial"/>
                <a:cs typeface="Arial"/>
              </a:rPr>
              <a:t> </a:t>
            </a:r>
            <a:r>
              <a:rPr sz="1200" spc="-27" dirty="0">
                <a:solidFill>
                  <a:srgbClr val="33928A"/>
                </a:solidFill>
                <a:latin typeface="Arial"/>
                <a:cs typeface="Arial"/>
              </a:rPr>
              <a:t>HAWQ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09068" y="146752"/>
            <a:ext cx="458941" cy="45894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56538" y="5301773"/>
            <a:ext cx="11182773" cy="1035198"/>
          </a:xfrm>
          <a:prstGeom prst="rect">
            <a:avLst/>
          </a:prstGeom>
        </p:spPr>
        <p:txBody>
          <a:bodyPr vert="horz" wrap="square" lIns="0" tIns="197273" rIns="0" bIns="0" rtlCol="0">
            <a:spAutoFit/>
          </a:bodyPr>
          <a:lstStyle/>
          <a:p>
            <a:pPr marL="16933">
              <a:spcBef>
                <a:spcPts val="1553"/>
              </a:spcBef>
            </a:pPr>
            <a:r>
              <a:rPr sz="2133" b="1" spc="-27" dirty="0">
                <a:solidFill>
                  <a:srgbClr val="F27C3A"/>
                </a:solidFill>
                <a:latin typeface="Arial"/>
                <a:cs typeface="Arial"/>
              </a:rPr>
              <a:t>PIVOTAL</a:t>
            </a:r>
            <a:r>
              <a:rPr sz="2133" b="1" spc="-33" dirty="0">
                <a:solidFill>
                  <a:srgbClr val="F27C3A"/>
                </a:solidFill>
                <a:latin typeface="Arial"/>
                <a:cs typeface="Arial"/>
              </a:rPr>
              <a:t> </a:t>
            </a:r>
            <a:r>
              <a:rPr sz="2133" b="1" spc="-40" dirty="0">
                <a:solidFill>
                  <a:srgbClr val="F27C3A"/>
                </a:solidFill>
                <a:latin typeface="Arial"/>
                <a:cs typeface="Arial"/>
              </a:rPr>
              <a:t>VALUE-</a:t>
            </a:r>
            <a:r>
              <a:rPr sz="2133" b="1" dirty="0">
                <a:solidFill>
                  <a:srgbClr val="F27C3A"/>
                </a:solidFill>
                <a:latin typeface="Arial"/>
                <a:cs typeface="Arial"/>
              </a:rPr>
              <a:t>ADDED</a:t>
            </a:r>
            <a:r>
              <a:rPr sz="2133" b="1" spc="7" dirty="0">
                <a:solidFill>
                  <a:srgbClr val="F27C3A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F27C3A"/>
                </a:solidFill>
                <a:latin typeface="Arial"/>
                <a:cs typeface="Arial"/>
              </a:rPr>
              <a:t>FUNCTIONALITY</a:t>
            </a:r>
            <a:endParaRPr sz="2133" dirty="0">
              <a:latin typeface="Arial"/>
              <a:cs typeface="Arial"/>
            </a:endParaRPr>
          </a:p>
          <a:p>
            <a:pPr marL="6184745">
              <a:spcBef>
                <a:spcPts val="1420"/>
              </a:spcBef>
            </a:pPr>
            <a:r>
              <a:rPr sz="2133" dirty="0">
                <a:latin typeface="Arial"/>
                <a:cs typeface="Arial"/>
              </a:rPr>
              <a:t>Turns</a:t>
            </a:r>
            <a:r>
              <a:rPr sz="2133" spc="-4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a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SQL</a:t>
            </a:r>
            <a:r>
              <a:rPr sz="2133" spc="-10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query</a:t>
            </a:r>
            <a:r>
              <a:rPr sz="2133" spc="-40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into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an</a:t>
            </a:r>
            <a:r>
              <a:rPr sz="2133" spc="-27" dirty="0">
                <a:latin typeface="Arial"/>
                <a:cs typeface="Arial"/>
              </a:rPr>
              <a:t> </a:t>
            </a:r>
            <a:r>
              <a:rPr sz="2133" dirty="0">
                <a:latin typeface="Arial"/>
                <a:cs typeface="Arial"/>
              </a:rPr>
              <a:t>execution</a:t>
            </a:r>
            <a:r>
              <a:rPr sz="2133" spc="-33" dirty="0">
                <a:latin typeface="Arial"/>
                <a:cs typeface="Arial"/>
              </a:rPr>
              <a:t> </a:t>
            </a:r>
            <a:r>
              <a:rPr sz="2133" spc="-27" dirty="0">
                <a:latin typeface="Arial"/>
                <a:cs typeface="Arial"/>
              </a:rPr>
              <a:t>plan</a:t>
            </a:r>
            <a:endParaRPr sz="2133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65809" y="146752"/>
            <a:ext cx="461911" cy="46063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38151" y="1563373"/>
            <a:ext cx="7962900" cy="1971736"/>
          </a:xfrm>
          <a:prstGeom prst="rect">
            <a:avLst/>
          </a:prstGeom>
        </p:spPr>
        <p:txBody>
          <a:bodyPr vert="horz" wrap="square" lIns="0" tIns="98213" rIns="0" bIns="0" rtlCol="0">
            <a:spAutoFit/>
          </a:bodyPr>
          <a:lstStyle/>
          <a:p>
            <a:pPr marL="415703" indent="-398770">
              <a:spcBef>
                <a:spcPts val="773"/>
              </a:spcBef>
              <a:buClr>
                <a:srgbClr val="33928A"/>
              </a:buClr>
              <a:buFont typeface="Wingdings"/>
              <a:buChar char=""/>
              <a:tabLst>
                <a:tab pos="415703" algn="l"/>
              </a:tabLst>
            </a:pPr>
            <a:r>
              <a:rPr sz="2667" b="1" dirty="0">
                <a:latin typeface="Arial"/>
                <a:cs typeface="Arial"/>
              </a:rPr>
              <a:t>First</a:t>
            </a:r>
            <a:r>
              <a:rPr sz="2667" b="1" spc="-53" dirty="0">
                <a:latin typeface="Arial"/>
                <a:cs typeface="Arial"/>
              </a:rPr>
              <a:t> </a:t>
            </a:r>
            <a:r>
              <a:rPr sz="2667" b="1" dirty="0">
                <a:latin typeface="Arial"/>
                <a:cs typeface="Arial"/>
              </a:rPr>
              <a:t>Cost</a:t>
            </a:r>
            <a:r>
              <a:rPr sz="2667" b="1" spc="-53" dirty="0">
                <a:latin typeface="Arial"/>
                <a:cs typeface="Arial"/>
              </a:rPr>
              <a:t> </a:t>
            </a:r>
            <a:r>
              <a:rPr sz="2667" b="1" dirty="0">
                <a:latin typeface="Arial"/>
                <a:cs typeface="Arial"/>
              </a:rPr>
              <a:t>Based</a:t>
            </a:r>
            <a:r>
              <a:rPr sz="2667" b="1" spc="-47" dirty="0">
                <a:latin typeface="Arial"/>
                <a:cs typeface="Arial"/>
              </a:rPr>
              <a:t> </a:t>
            </a:r>
            <a:r>
              <a:rPr sz="2667" b="1" dirty="0">
                <a:latin typeface="Arial"/>
                <a:cs typeface="Arial"/>
              </a:rPr>
              <a:t>Optimizer</a:t>
            </a:r>
            <a:r>
              <a:rPr sz="2667" b="1" spc="-53" dirty="0"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for</a:t>
            </a:r>
            <a:r>
              <a:rPr sz="2667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BIG</a:t>
            </a:r>
            <a:r>
              <a:rPr sz="2667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spc="-27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endParaRPr sz="2667" dirty="0">
              <a:latin typeface="Arial"/>
              <a:cs typeface="Arial"/>
            </a:endParaRPr>
          </a:p>
          <a:p>
            <a:pPr marL="396230" indent="-379297">
              <a:spcBef>
                <a:spcPts val="640"/>
              </a:spcBef>
              <a:buClr>
                <a:srgbClr val="33928A"/>
              </a:buClr>
              <a:buFont typeface="Wingdings"/>
              <a:buChar char=""/>
              <a:tabLst>
                <a:tab pos="396230" algn="l"/>
              </a:tabLst>
            </a:pP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Applies</a:t>
            </a:r>
            <a:r>
              <a:rPr sz="2667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all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possible</a:t>
            </a:r>
            <a:r>
              <a:rPr sz="2667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optimizations</a:t>
            </a:r>
            <a:r>
              <a:rPr sz="2667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at</a:t>
            </a:r>
            <a:r>
              <a:rPr sz="2667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667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same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spc="-27" dirty="0">
                <a:solidFill>
                  <a:srgbClr val="4D4D4D"/>
                </a:solidFill>
                <a:latin typeface="Arial"/>
                <a:cs typeface="Arial"/>
              </a:rPr>
              <a:t>time</a:t>
            </a:r>
            <a:endParaRPr sz="2667" dirty="0">
              <a:latin typeface="Arial"/>
              <a:cs typeface="Arial"/>
            </a:endParaRPr>
          </a:p>
          <a:p>
            <a:pPr marL="415703" indent="-398770">
              <a:spcBef>
                <a:spcPts val="533"/>
              </a:spcBef>
              <a:buClr>
                <a:srgbClr val="33928A"/>
              </a:buClr>
              <a:buFont typeface="Wingdings"/>
              <a:buChar char=""/>
              <a:tabLst>
                <a:tab pos="415703" algn="l"/>
              </a:tabLst>
            </a:pP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New</a:t>
            </a:r>
            <a:r>
              <a:rPr sz="2667" spc="-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Extensible</a:t>
            </a:r>
            <a:r>
              <a:rPr sz="2667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Code</a:t>
            </a:r>
            <a:r>
              <a:rPr sz="2667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spc="-27" dirty="0">
                <a:solidFill>
                  <a:srgbClr val="4D4D4D"/>
                </a:solidFill>
                <a:latin typeface="Arial"/>
                <a:cs typeface="Arial"/>
              </a:rPr>
              <a:t>Base</a:t>
            </a:r>
            <a:endParaRPr sz="2667" dirty="0">
              <a:latin typeface="Arial"/>
              <a:cs typeface="Arial"/>
            </a:endParaRPr>
          </a:p>
          <a:p>
            <a:pPr marL="415703" indent="-398770">
              <a:spcBef>
                <a:spcPts val="667"/>
              </a:spcBef>
              <a:buClr>
                <a:srgbClr val="33928A"/>
              </a:buClr>
              <a:buFont typeface="Wingdings"/>
              <a:buChar char=""/>
              <a:tabLst>
                <a:tab pos="415703" algn="l"/>
              </a:tabLst>
            </a:pP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Rapid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adoption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of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4D4D4D"/>
                </a:solidFill>
                <a:latin typeface="Arial"/>
                <a:cs typeface="Arial"/>
              </a:rPr>
              <a:t>emerging</a:t>
            </a:r>
            <a:r>
              <a:rPr sz="2667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667" spc="-13" dirty="0">
                <a:solidFill>
                  <a:srgbClr val="4D4D4D"/>
                </a:solidFill>
                <a:latin typeface="Arial"/>
                <a:cs typeface="Arial"/>
              </a:rPr>
              <a:t>technologies</a:t>
            </a:r>
            <a:endParaRPr sz="2667" dirty="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7541" y="4039187"/>
            <a:ext cx="3378604" cy="39028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293177"/>
            <a:ext cx="8329402" cy="621223"/>
          </a:xfrm>
          <a:prstGeom prst="rect">
            <a:avLst/>
          </a:prstGeom>
        </p:spPr>
        <p:txBody>
          <a:bodyPr vert="horz" wrap="square" lIns="0" tIns="127535" rIns="0" bIns="0" rtlCol="0">
            <a:spAutoFit/>
          </a:bodyPr>
          <a:lstStyle/>
          <a:p>
            <a:pPr marL="128690">
              <a:spcBef>
                <a:spcPts val="133"/>
              </a:spcBef>
            </a:pPr>
            <a:r>
              <a:rPr sz="3200" dirty="0">
                <a:latin typeface="Arial"/>
                <a:cs typeface="Arial"/>
              </a:rPr>
              <a:t>Pivotal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HAWQ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53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Polymorphic</a:t>
            </a:r>
            <a:r>
              <a:rPr sz="3200" spc="-16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AO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3" dirty="0">
                <a:latin typeface="Arial"/>
                <a:cs typeface="Arial"/>
              </a:rPr>
              <a:t>Storage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476" y="1079078"/>
            <a:ext cx="1038267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67" dirty="0">
                <a:latin typeface="Arial"/>
                <a:cs typeface="Arial"/>
              </a:rPr>
              <a:t>GPDB</a:t>
            </a:r>
            <a:r>
              <a:rPr sz="2133" spc="-67" dirty="0">
                <a:latin typeface="Dotum"/>
                <a:cs typeface="Dotum"/>
              </a:rPr>
              <a:t>와 </a:t>
            </a:r>
            <a:r>
              <a:rPr sz="2133" spc="-305" dirty="0">
                <a:latin typeface="Dotum"/>
                <a:cs typeface="Dotum"/>
              </a:rPr>
              <a:t>동일한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spc="-305" dirty="0">
                <a:latin typeface="Dotum"/>
                <a:cs typeface="Dotum"/>
              </a:rPr>
              <a:t>유연한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dirty="0">
                <a:latin typeface="Arial"/>
                <a:cs typeface="Arial"/>
              </a:rPr>
              <a:t>Row/column based table/partition</a:t>
            </a:r>
            <a:r>
              <a:rPr sz="2133" spc="-7" dirty="0">
                <a:latin typeface="Arial"/>
                <a:cs typeface="Arial"/>
              </a:rPr>
              <a:t> </a:t>
            </a:r>
            <a:r>
              <a:rPr sz="2133" spc="-305" dirty="0">
                <a:latin typeface="Dotum"/>
                <a:cs typeface="Dotum"/>
              </a:rPr>
              <a:t>구성으로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spc="-305" dirty="0">
                <a:latin typeface="Dotum"/>
                <a:cs typeface="Dotum"/>
              </a:rPr>
              <a:t>성능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spc="-305" dirty="0">
                <a:latin typeface="Dotum"/>
                <a:cs typeface="Dotum"/>
              </a:rPr>
              <a:t>및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spc="-305" dirty="0">
                <a:latin typeface="Dotum"/>
                <a:cs typeface="Dotum"/>
              </a:rPr>
              <a:t>저장공간</a:t>
            </a:r>
            <a:r>
              <a:rPr sz="2133" spc="-67" dirty="0">
                <a:latin typeface="Dotum"/>
                <a:cs typeface="Dotum"/>
              </a:rPr>
              <a:t> </a:t>
            </a:r>
            <a:r>
              <a:rPr sz="2133" spc="-140" dirty="0">
                <a:latin typeface="Dotum"/>
                <a:cs typeface="Dotum"/>
              </a:rPr>
              <a:t>최적화</a:t>
            </a:r>
            <a:endParaRPr sz="2133">
              <a:latin typeface="Dotum"/>
              <a:cs typeface="Dotu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7216" y="4314710"/>
            <a:ext cx="3672840" cy="1504750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372524" marR="6773" indent="-355591">
              <a:lnSpc>
                <a:spcPts val="1733"/>
              </a:lnSpc>
              <a:spcBef>
                <a:spcPts val="213"/>
              </a:spcBef>
              <a:buFont typeface="Wingdings"/>
              <a:buChar char=""/>
              <a:tabLst>
                <a:tab pos="372524" algn="l"/>
                <a:tab pos="374217" algn="l"/>
              </a:tabLst>
            </a:pPr>
            <a:r>
              <a:rPr sz="1467" dirty="0">
                <a:solidFill>
                  <a:srgbClr val="008881"/>
                </a:solidFill>
                <a:latin typeface="Times New Roman"/>
                <a:cs typeface="Times New Roman"/>
              </a:rPr>
              <a:t>	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Columnar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storage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is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well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suited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to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scanning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a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large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percentage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of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the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data</a:t>
            </a:r>
            <a:endParaRPr sz="1467">
              <a:latin typeface="Arial"/>
              <a:cs typeface="Arial"/>
            </a:endParaRPr>
          </a:p>
          <a:p>
            <a:pPr marL="374217" indent="-357284">
              <a:spcBef>
                <a:spcPts val="320"/>
              </a:spcBef>
              <a:buClr>
                <a:srgbClr val="008881"/>
              </a:buClr>
              <a:buFont typeface="Wingdings"/>
              <a:buChar char=""/>
              <a:tabLst>
                <a:tab pos="374217" algn="l"/>
              </a:tabLst>
            </a:pP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Row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storage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excels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at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small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lookups</a:t>
            </a:r>
            <a:endParaRPr sz="1467">
              <a:latin typeface="Arial"/>
              <a:cs typeface="Arial"/>
            </a:endParaRPr>
          </a:p>
          <a:p>
            <a:pPr marL="374217" indent="-357284">
              <a:spcBef>
                <a:spcPts val="373"/>
              </a:spcBef>
              <a:buClr>
                <a:srgbClr val="008881"/>
              </a:buClr>
              <a:buFont typeface="Wingdings"/>
              <a:buChar char=""/>
              <a:tabLst>
                <a:tab pos="374217" algn="l"/>
              </a:tabLst>
            </a:pP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Most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systems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need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to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do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both</a:t>
            </a:r>
            <a:endParaRPr sz="1467">
              <a:latin typeface="Arial"/>
              <a:cs typeface="Arial"/>
            </a:endParaRPr>
          </a:p>
          <a:p>
            <a:pPr marL="372524" marR="367444" indent="-355591">
              <a:lnSpc>
                <a:spcPct val="106100"/>
              </a:lnSpc>
              <a:spcBef>
                <a:spcPts val="267"/>
              </a:spcBef>
              <a:buFont typeface="Wingdings"/>
              <a:buChar char=""/>
              <a:tabLst>
                <a:tab pos="372524" algn="l"/>
                <a:tab pos="374217" algn="l"/>
              </a:tabLst>
            </a:pPr>
            <a:r>
              <a:rPr sz="1467" dirty="0">
                <a:solidFill>
                  <a:srgbClr val="008881"/>
                </a:solidFill>
                <a:latin typeface="Times New Roman"/>
                <a:cs typeface="Times New Roman"/>
              </a:rPr>
              <a:t>	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Row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and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column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orientation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can</a:t>
            </a:r>
            <a:r>
              <a:rPr sz="1467" spc="-40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be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mixed</a:t>
            </a:r>
            <a:r>
              <a:rPr sz="1467" spc="-33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within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a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table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717073"/>
                </a:solidFill>
                <a:latin typeface="Arial"/>
                <a:cs typeface="Arial"/>
              </a:rPr>
              <a:t>or</a:t>
            </a:r>
            <a:r>
              <a:rPr sz="1467" spc="-27" dirty="0">
                <a:solidFill>
                  <a:srgbClr val="717073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717073"/>
                </a:solidFill>
                <a:latin typeface="Arial"/>
                <a:cs typeface="Arial"/>
              </a:rPr>
              <a:t>database</a:t>
            </a:r>
            <a:endParaRPr sz="1467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9483" y="4314710"/>
            <a:ext cx="4424680" cy="727614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321725" marR="6773" indent="-304792">
              <a:lnSpc>
                <a:spcPts val="1733"/>
              </a:lnSpc>
              <a:spcBef>
                <a:spcPts val="213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Both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types</a:t>
            </a:r>
            <a:r>
              <a:rPr sz="1467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can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be</a:t>
            </a:r>
            <a:r>
              <a:rPr sz="1467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dramatically</a:t>
            </a:r>
            <a:r>
              <a:rPr sz="1467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more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efficient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27" dirty="0">
                <a:solidFill>
                  <a:srgbClr val="4D4D4D"/>
                </a:solidFill>
                <a:latin typeface="Arial"/>
                <a:cs typeface="Arial"/>
              </a:rPr>
              <a:t>with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compression</a:t>
            </a:r>
            <a:endParaRPr sz="1467">
              <a:latin typeface="Arial"/>
              <a:cs typeface="Arial"/>
            </a:endParaRPr>
          </a:p>
          <a:p>
            <a:pPr marL="320879" indent="-303946">
              <a:spcBef>
                <a:spcPts val="320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Compression</a:t>
            </a:r>
            <a:r>
              <a:rPr sz="1467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is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definable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column</a:t>
            </a:r>
            <a:r>
              <a:rPr sz="1467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by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column:</a:t>
            </a:r>
            <a:endParaRPr sz="146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9083" y="5029297"/>
            <a:ext cx="4770120" cy="567805"/>
          </a:xfrm>
          <a:prstGeom prst="rect">
            <a:avLst/>
          </a:prstGeom>
        </p:spPr>
        <p:txBody>
          <a:bodyPr vert="horz" wrap="square" lIns="0" tIns="64347" rIns="0" bIns="0" rtlCol="0">
            <a:spAutoFit/>
          </a:bodyPr>
          <a:lstStyle/>
          <a:p>
            <a:pPr marL="320879" indent="-303946">
              <a:spcBef>
                <a:spcPts val="507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Blockwise:</a:t>
            </a:r>
            <a:r>
              <a:rPr sz="1467" spc="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Gzip1-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9</a:t>
            </a:r>
            <a:r>
              <a:rPr sz="1467" spc="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&amp;</a:t>
            </a:r>
            <a:r>
              <a:rPr sz="1467" spc="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QuickLZ</a:t>
            </a:r>
            <a:endParaRPr sz="1467">
              <a:latin typeface="Arial"/>
              <a:cs typeface="Arial"/>
            </a:endParaRPr>
          </a:p>
          <a:p>
            <a:pPr marL="320879" indent="-303946">
              <a:spcBef>
                <a:spcPts val="3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Streamwise:</a:t>
            </a:r>
            <a:r>
              <a:rPr sz="1467" spc="305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Run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Length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Encoding</a:t>
            </a:r>
            <a:r>
              <a:rPr sz="1467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(RLE)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(levels</a:t>
            </a:r>
            <a:r>
              <a:rPr sz="1467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1-</a:t>
            </a:r>
            <a:r>
              <a:rPr sz="1467" spc="-47" dirty="0">
                <a:solidFill>
                  <a:srgbClr val="4D4D4D"/>
                </a:solidFill>
                <a:latin typeface="Arial"/>
                <a:cs typeface="Arial"/>
              </a:rPr>
              <a:t>4)</a:t>
            </a:r>
            <a:endParaRPr sz="14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9483" y="5635510"/>
            <a:ext cx="5174827" cy="463374"/>
          </a:xfrm>
          <a:prstGeom prst="rect">
            <a:avLst/>
          </a:prstGeom>
        </p:spPr>
        <p:txBody>
          <a:bodyPr vert="horz" wrap="square" lIns="0" tIns="27093" rIns="0" bIns="0" rtlCol="0">
            <a:spAutoFit/>
          </a:bodyPr>
          <a:lstStyle/>
          <a:p>
            <a:pPr marL="321725" marR="6773" indent="-304792">
              <a:lnSpc>
                <a:spcPts val="1733"/>
              </a:lnSpc>
              <a:spcBef>
                <a:spcPts val="213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Flexible</a:t>
            </a:r>
            <a:r>
              <a:rPr sz="1467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indexing,</a:t>
            </a:r>
            <a:r>
              <a:rPr sz="1467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partitioning</a:t>
            </a:r>
            <a:r>
              <a:rPr sz="1467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enable</a:t>
            </a:r>
            <a:r>
              <a:rPr sz="1467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more</a:t>
            </a:r>
            <a:r>
              <a:rPr sz="1467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granular</a:t>
            </a:r>
            <a:r>
              <a:rPr sz="1467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13" dirty="0">
                <a:solidFill>
                  <a:srgbClr val="4D4D4D"/>
                </a:solidFill>
                <a:latin typeface="Arial"/>
                <a:cs typeface="Arial"/>
              </a:rPr>
              <a:t>control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and</a:t>
            </a:r>
            <a:r>
              <a:rPr sz="1467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enable</a:t>
            </a:r>
            <a:r>
              <a:rPr sz="1467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dirty="0">
                <a:solidFill>
                  <a:srgbClr val="4D4D4D"/>
                </a:solidFill>
                <a:latin typeface="Arial"/>
                <a:cs typeface="Arial"/>
              </a:rPr>
              <a:t>true</a:t>
            </a:r>
            <a:r>
              <a:rPr sz="1467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67" spc="-33" dirty="0">
                <a:solidFill>
                  <a:srgbClr val="4D4D4D"/>
                </a:solidFill>
                <a:latin typeface="Arial"/>
                <a:cs typeface="Arial"/>
              </a:rPr>
              <a:t>ILM</a:t>
            </a:r>
            <a:endParaRPr sz="146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96346" y="1938958"/>
            <a:ext cx="10215033" cy="2107353"/>
            <a:chOff x="672259" y="1454218"/>
            <a:chExt cx="7661275" cy="1580515"/>
          </a:xfrm>
        </p:grpSpPr>
        <p:sp>
          <p:nvSpPr>
            <p:cNvPr id="9" name="object 9"/>
            <p:cNvSpPr/>
            <p:nvPr/>
          </p:nvSpPr>
          <p:spPr>
            <a:xfrm>
              <a:off x="672259" y="1454218"/>
              <a:ext cx="7661275" cy="1580515"/>
            </a:xfrm>
            <a:custGeom>
              <a:avLst/>
              <a:gdLst/>
              <a:ahLst/>
              <a:cxnLst/>
              <a:rect l="l" t="t" r="r" b="b"/>
              <a:pathLst>
                <a:path w="7661275" h="1580514">
                  <a:moveTo>
                    <a:pt x="7577440" y="0"/>
                  </a:moveTo>
                  <a:lnTo>
                    <a:pt x="83832" y="0"/>
                  </a:lnTo>
                  <a:lnTo>
                    <a:pt x="51201" y="6588"/>
                  </a:lnTo>
                  <a:lnTo>
                    <a:pt x="24554" y="24554"/>
                  </a:lnTo>
                  <a:lnTo>
                    <a:pt x="6588" y="51201"/>
                  </a:lnTo>
                  <a:lnTo>
                    <a:pt x="0" y="83832"/>
                  </a:lnTo>
                  <a:lnTo>
                    <a:pt x="0" y="1496127"/>
                  </a:lnTo>
                  <a:lnTo>
                    <a:pt x="6588" y="1528758"/>
                  </a:lnTo>
                  <a:lnTo>
                    <a:pt x="24554" y="1555405"/>
                  </a:lnTo>
                  <a:lnTo>
                    <a:pt x="51201" y="1573371"/>
                  </a:lnTo>
                  <a:lnTo>
                    <a:pt x="83832" y="1579960"/>
                  </a:lnTo>
                  <a:lnTo>
                    <a:pt x="7577440" y="1579960"/>
                  </a:lnTo>
                  <a:lnTo>
                    <a:pt x="7610071" y="1573371"/>
                  </a:lnTo>
                  <a:lnTo>
                    <a:pt x="7636719" y="1555405"/>
                  </a:lnTo>
                  <a:lnTo>
                    <a:pt x="7654686" y="1528758"/>
                  </a:lnTo>
                  <a:lnTo>
                    <a:pt x="7661274" y="1496127"/>
                  </a:lnTo>
                  <a:lnTo>
                    <a:pt x="7661274" y="83832"/>
                  </a:lnTo>
                  <a:lnTo>
                    <a:pt x="7654686" y="51201"/>
                  </a:lnTo>
                  <a:lnTo>
                    <a:pt x="7636719" y="24554"/>
                  </a:lnTo>
                  <a:lnTo>
                    <a:pt x="7610071" y="6588"/>
                  </a:lnTo>
                  <a:lnTo>
                    <a:pt x="757744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0070" y="1519191"/>
              <a:ext cx="7143750" cy="226695"/>
            </a:xfrm>
            <a:custGeom>
              <a:avLst/>
              <a:gdLst/>
              <a:ahLst/>
              <a:cxnLst/>
              <a:rect l="l" t="t" r="r" b="b"/>
              <a:pathLst>
                <a:path w="7143750" h="226694">
                  <a:moveTo>
                    <a:pt x="7106044" y="0"/>
                  </a:moveTo>
                  <a:lnTo>
                    <a:pt x="37704" y="0"/>
                  </a:lnTo>
                  <a:lnTo>
                    <a:pt x="23027" y="2962"/>
                  </a:lnTo>
                  <a:lnTo>
                    <a:pt x="11043" y="11043"/>
                  </a:lnTo>
                  <a:lnTo>
                    <a:pt x="2962" y="23027"/>
                  </a:lnTo>
                  <a:lnTo>
                    <a:pt x="0" y="37703"/>
                  </a:lnTo>
                  <a:lnTo>
                    <a:pt x="0" y="188514"/>
                  </a:lnTo>
                  <a:lnTo>
                    <a:pt x="2962" y="203190"/>
                  </a:lnTo>
                  <a:lnTo>
                    <a:pt x="11043" y="215175"/>
                  </a:lnTo>
                  <a:lnTo>
                    <a:pt x="23027" y="223255"/>
                  </a:lnTo>
                  <a:lnTo>
                    <a:pt x="37704" y="226218"/>
                  </a:lnTo>
                  <a:lnTo>
                    <a:pt x="7106044" y="226218"/>
                  </a:lnTo>
                  <a:lnTo>
                    <a:pt x="7120721" y="223255"/>
                  </a:lnTo>
                  <a:lnTo>
                    <a:pt x="7132706" y="215175"/>
                  </a:lnTo>
                  <a:lnTo>
                    <a:pt x="7140786" y="203190"/>
                  </a:lnTo>
                  <a:lnTo>
                    <a:pt x="7143749" y="188514"/>
                  </a:lnTo>
                  <a:lnTo>
                    <a:pt x="7143749" y="37703"/>
                  </a:lnTo>
                  <a:lnTo>
                    <a:pt x="7140786" y="23027"/>
                  </a:lnTo>
                  <a:lnTo>
                    <a:pt x="7132706" y="11043"/>
                  </a:lnTo>
                  <a:lnTo>
                    <a:pt x="7120721" y="2962"/>
                  </a:lnTo>
                  <a:lnTo>
                    <a:pt x="7106044" y="0"/>
                  </a:lnTo>
                  <a:close/>
                </a:path>
              </a:pathLst>
            </a:custGeom>
            <a:solidFill>
              <a:srgbClr val="3DA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9595" y="1810895"/>
              <a:ext cx="692150" cy="716915"/>
            </a:xfrm>
            <a:custGeom>
              <a:avLst/>
              <a:gdLst/>
              <a:ahLst/>
              <a:cxnLst/>
              <a:rect l="l" t="t" r="r" b="b"/>
              <a:pathLst>
                <a:path w="692150" h="716914">
                  <a:moveTo>
                    <a:pt x="600633" y="0"/>
                  </a:moveTo>
                  <a:lnTo>
                    <a:pt x="91516" y="0"/>
                  </a:lnTo>
                  <a:lnTo>
                    <a:pt x="55893" y="7191"/>
                  </a:lnTo>
                  <a:lnTo>
                    <a:pt x="26804" y="26804"/>
                  </a:lnTo>
                  <a:lnTo>
                    <a:pt x="7191" y="55893"/>
                  </a:lnTo>
                  <a:lnTo>
                    <a:pt x="0" y="91516"/>
                  </a:lnTo>
                  <a:lnTo>
                    <a:pt x="0" y="625240"/>
                  </a:lnTo>
                  <a:lnTo>
                    <a:pt x="7191" y="660862"/>
                  </a:lnTo>
                  <a:lnTo>
                    <a:pt x="26804" y="689951"/>
                  </a:lnTo>
                  <a:lnTo>
                    <a:pt x="55893" y="709564"/>
                  </a:lnTo>
                  <a:lnTo>
                    <a:pt x="91516" y="716756"/>
                  </a:lnTo>
                  <a:lnTo>
                    <a:pt x="600633" y="716756"/>
                  </a:lnTo>
                  <a:lnTo>
                    <a:pt x="636255" y="709564"/>
                  </a:lnTo>
                  <a:lnTo>
                    <a:pt x="665345" y="689951"/>
                  </a:lnTo>
                  <a:lnTo>
                    <a:pt x="684957" y="660862"/>
                  </a:lnTo>
                  <a:lnTo>
                    <a:pt x="692149" y="625240"/>
                  </a:lnTo>
                  <a:lnTo>
                    <a:pt x="692149" y="91516"/>
                  </a:lnTo>
                  <a:lnTo>
                    <a:pt x="684957" y="55893"/>
                  </a:lnTo>
                  <a:lnTo>
                    <a:pt x="665345" y="26804"/>
                  </a:lnTo>
                  <a:lnTo>
                    <a:pt x="636255" y="7191"/>
                  </a:lnTo>
                  <a:lnTo>
                    <a:pt x="600633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9595" y="1810895"/>
              <a:ext cx="692150" cy="716915"/>
            </a:xfrm>
            <a:custGeom>
              <a:avLst/>
              <a:gdLst/>
              <a:ahLst/>
              <a:cxnLst/>
              <a:rect l="l" t="t" r="r" b="b"/>
              <a:pathLst>
                <a:path w="692150" h="716914">
                  <a:moveTo>
                    <a:pt x="0" y="91515"/>
                  </a:moveTo>
                  <a:lnTo>
                    <a:pt x="7191" y="55893"/>
                  </a:lnTo>
                  <a:lnTo>
                    <a:pt x="26804" y="26804"/>
                  </a:lnTo>
                  <a:lnTo>
                    <a:pt x="55893" y="7191"/>
                  </a:lnTo>
                  <a:lnTo>
                    <a:pt x="91516" y="0"/>
                  </a:lnTo>
                  <a:lnTo>
                    <a:pt x="600633" y="0"/>
                  </a:lnTo>
                  <a:lnTo>
                    <a:pt x="636255" y="7191"/>
                  </a:lnTo>
                  <a:lnTo>
                    <a:pt x="665345" y="26804"/>
                  </a:lnTo>
                  <a:lnTo>
                    <a:pt x="684957" y="55893"/>
                  </a:lnTo>
                  <a:lnTo>
                    <a:pt x="692149" y="91515"/>
                  </a:lnTo>
                  <a:lnTo>
                    <a:pt x="692149" y="625239"/>
                  </a:lnTo>
                  <a:lnTo>
                    <a:pt x="684957" y="660862"/>
                  </a:lnTo>
                  <a:lnTo>
                    <a:pt x="665345" y="689951"/>
                  </a:lnTo>
                  <a:lnTo>
                    <a:pt x="636255" y="709563"/>
                  </a:lnTo>
                  <a:lnTo>
                    <a:pt x="600633" y="716755"/>
                  </a:lnTo>
                  <a:lnTo>
                    <a:pt x="91516" y="716755"/>
                  </a:lnTo>
                  <a:lnTo>
                    <a:pt x="55893" y="709563"/>
                  </a:lnTo>
                  <a:lnTo>
                    <a:pt x="26804" y="689951"/>
                  </a:lnTo>
                  <a:lnTo>
                    <a:pt x="7191" y="660862"/>
                  </a:lnTo>
                  <a:lnTo>
                    <a:pt x="0" y="625239"/>
                  </a:lnTo>
                  <a:lnTo>
                    <a:pt x="0" y="91515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3188" y="2494294"/>
            <a:ext cx="38438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Mar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46260" y="2406061"/>
            <a:ext cx="939800" cy="1119292"/>
            <a:chOff x="1759695" y="1804545"/>
            <a:chExt cx="704850" cy="839469"/>
          </a:xfrm>
        </p:grpSpPr>
        <p:sp>
          <p:nvSpPr>
            <p:cNvPr id="15" name="object 15"/>
            <p:cNvSpPr/>
            <p:nvPr/>
          </p:nvSpPr>
          <p:spPr>
            <a:xfrm>
              <a:off x="1766045" y="1810895"/>
              <a:ext cx="692150" cy="826769"/>
            </a:xfrm>
            <a:custGeom>
              <a:avLst/>
              <a:gdLst/>
              <a:ahLst/>
              <a:cxnLst/>
              <a:rect l="l" t="t" r="r" b="b"/>
              <a:pathLst>
                <a:path w="692150" h="826769">
                  <a:moveTo>
                    <a:pt x="624471" y="0"/>
                  </a:moveTo>
                  <a:lnTo>
                    <a:pt x="67678" y="0"/>
                  </a:lnTo>
                  <a:lnTo>
                    <a:pt x="41334" y="5318"/>
                  </a:lnTo>
                  <a:lnTo>
                    <a:pt x="19822" y="19822"/>
                  </a:lnTo>
                  <a:lnTo>
                    <a:pt x="5318" y="41334"/>
                  </a:lnTo>
                  <a:lnTo>
                    <a:pt x="0" y="67678"/>
                  </a:lnTo>
                  <a:lnTo>
                    <a:pt x="0" y="758615"/>
                  </a:lnTo>
                  <a:lnTo>
                    <a:pt x="5318" y="784958"/>
                  </a:lnTo>
                  <a:lnTo>
                    <a:pt x="19822" y="806471"/>
                  </a:lnTo>
                  <a:lnTo>
                    <a:pt x="41334" y="820975"/>
                  </a:lnTo>
                  <a:lnTo>
                    <a:pt x="67678" y="826293"/>
                  </a:lnTo>
                  <a:lnTo>
                    <a:pt x="624471" y="826293"/>
                  </a:lnTo>
                  <a:lnTo>
                    <a:pt x="650815" y="820975"/>
                  </a:lnTo>
                  <a:lnTo>
                    <a:pt x="672327" y="806471"/>
                  </a:lnTo>
                  <a:lnTo>
                    <a:pt x="686831" y="784958"/>
                  </a:lnTo>
                  <a:lnTo>
                    <a:pt x="692150" y="758615"/>
                  </a:lnTo>
                  <a:lnTo>
                    <a:pt x="692150" y="67678"/>
                  </a:lnTo>
                  <a:lnTo>
                    <a:pt x="686831" y="41334"/>
                  </a:lnTo>
                  <a:lnTo>
                    <a:pt x="672327" y="19822"/>
                  </a:lnTo>
                  <a:lnTo>
                    <a:pt x="650815" y="5318"/>
                  </a:lnTo>
                  <a:lnTo>
                    <a:pt x="624471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66045" y="1810895"/>
              <a:ext cx="692150" cy="826769"/>
            </a:xfrm>
            <a:custGeom>
              <a:avLst/>
              <a:gdLst/>
              <a:ahLst/>
              <a:cxnLst/>
              <a:rect l="l" t="t" r="r" b="b"/>
              <a:pathLst>
                <a:path w="692150" h="826769">
                  <a:moveTo>
                    <a:pt x="0" y="67678"/>
                  </a:moveTo>
                  <a:lnTo>
                    <a:pt x="5318" y="41334"/>
                  </a:lnTo>
                  <a:lnTo>
                    <a:pt x="19822" y="19822"/>
                  </a:lnTo>
                  <a:lnTo>
                    <a:pt x="41334" y="5318"/>
                  </a:lnTo>
                  <a:lnTo>
                    <a:pt x="67678" y="0"/>
                  </a:lnTo>
                  <a:lnTo>
                    <a:pt x="624471" y="0"/>
                  </a:lnTo>
                  <a:lnTo>
                    <a:pt x="650815" y="5318"/>
                  </a:lnTo>
                  <a:lnTo>
                    <a:pt x="672327" y="19822"/>
                  </a:lnTo>
                  <a:lnTo>
                    <a:pt x="686831" y="41334"/>
                  </a:lnTo>
                  <a:lnTo>
                    <a:pt x="692149" y="67678"/>
                  </a:lnTo>
                  <a:lnTo>
                    <a:pt x="692149" y="758615"/>
                  </a:lnTo>
                  <a:lnTo>
                    <a:pt x="686831" y="784959"/>
                  </a:lnTo>
                  <a:lnTo>
                    <a:pt x="672327" y="806471"/>
                  </a:lnTo>
                  <a:lnTo>
                    <a:pt x="650815" y="820975"/>
                  </a:lnTo>
                  <a:lnTo>
                    <a:pt x="624471" y="826293"/>
                  </a:lnTo>
                  <a:lnTo>
                    <a:pt x="67678" y="826293"/>
                  </a:lnTo>
                  <a:lnTo>
                    <a:pt x="41334" y="820975"/>
                  </a:lnTo>
                  <a:lnTo>
                    <a:pt x="19822" y="806471"/>
                  </a:lnTo>
                  <a:lnTo>
                    <a:pt x="5318" y="784959"/>
                  </a:lnTo>
                  <a:lnTo>
                    <a:pt x="0" y="758615"/>
                  </a:lnTo>
                  <a:lnTo>
                    <a:pt x="0" y="67678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44479" y="2484984"/>
            <a:ext cx="3505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Apr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21527" y="2406060"/>
            <a:ext cx="939800" cy="939800"/>
            <a:chOff x="2566145" y="1804545"/>
            <a:chExt cx="704850" cy="704850"/>
          </a:xfrm>
        </p:grpSpPr>
        <p:sp>
          <p:nvSpPr>
            <p:cNvPr id="19" name="object 19"/>
            <p:cNvSpPr/>
            <p:nvPr/>
          </p:nvSpPr>
          <p:spPr>
            <a:xfrm>
              <a:off x="2572495" y="1810895"/>
              <a:ext cx="692150" cy="692150"/>
            </a:xfrm>
            <a:custGeom>
              <a:avLst/>
              <a:gdLst/>
              <a:ahLst/>
              <a:cxnLst/>
              <a:rect l="l" t="t" r="r" b="b"/>
              <a:pathLst>
                <a:path w="692150" h="692150">
                  <a:moveTo>
                    <a:pt x="608628" y="0"/>
                  </a:moveTo>
                  <a:lnTo>
                    <a:pt x="83522" y="0"/>
                  </a:lnTo>
                  <a:lnTo>
                    <a:pt x="51011" y="6563"/>
                  </a:lnTo>
                  <a:lnTo>
                    <a:pt x="24463" y="24462"/>
                  </a:lnTo>
                  <a:lnTo>
                    <a:pt x="6563" y="51011"/>
                  </a:lnTo>
                  <a:lnTo>
                    <a:pt x="0" y="83521"/>
                  </a:lnTo>
                  <a:lnTo>
                    <a:pt x="0" y="608230"/>
                  </a:lnTo>
                  <a:lnTo>
                    <a:pt x="6563" y="640741"/>
                  </a:lnTo>
                  <a:lnTo>
                    <a:pt x="24463" y="667289"/>
                  </a:lnTo>
                  <a:lnTo>
                    <a:pt x="51011" y="685188"/>
                  </a:lnTo>
                  <a:lnTo>
                    <a:pt x="83522" y="691752"/>
                  </a:lnTo>
                  <a:lnTo>
                    <a:pt x="608628" y="691752"/>
                  </a:lnTo>
                  <a:lnTo>
                    <a:pt x="641138" y="685188"/>
                  </a:lnTo>
                  <a:lnTo>
                    <a:pt x="667687" y="667289"/>
                  </a:lnTo>
                  <a:lnTo>
                    <a:pt x="685586" y="640741"/>
                  </a:lnTo>
                  <a:lnTo>
                    <a:pt x="692150" y="608230"/>
                  </a:lnTo>
                  <a:lnTo>
                    <a:pt x="692150" y="83521"/>
                  </a:lnTo>
                  <a:lnTo>
                    <a:pt x="685586" y="51011"/>
                  </a:lnTo>
                  <a:lnTo>
                    <a:pt x="667687" y="24462"/>
                  </a:lnTo>
                  <a:lnTo>
                    <a:pt x="641138" y="6563"/>
                  </a:lnTo>
                  <a:lnTo>
                    <a:pt x="608628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72495" y="1810895"/>
              <a:ext cx="692150" cy="692150"/>
            </a:xfrm>
            <a:custGeom>
              <a:avLst/>
              <a:gdLst/>
              <a:ahLst/>
              <a:cxnLst/>
              <a:rect l="l" t="t" r="r" b="b"/>
              <a:pathLst>
                <a:path w="692150" h="692150">
                  <a:moveTo>
                    <a:pt x="0" y="83522"/>
                  </a:moveTo>
                  <a:lnTo>
                    <a:pt x="6563" y="51011"/>
                  </a:lnTo>
                  <a:lnTo>
                    <a:pt x="24463" y="24463"/>
                  </a:lnTo>
                  <a:lnTo>
                    <a:pt x="51011" y="6563"/>
                  </a:lnTo>
                  <a:lnTo>
                    <a:pt x="83522" y="0"/>
                  </a:lnTo>
                  <a:lnTo>
                    <a:pt x="608627" y="0"/>
                  </a:lnTo>
                  <a:lnTo>
                    <a:pt x="641138" y="6563"/>
                  </a:lnTo>
                  <a:lnTo>
                    <a:pt x="667686" y="24463"/>
                  </a:lnTo>
                  <a:lnTo>
                    <a:pt x="685586" y="51011"/>
                  </a:lnTo>
                  <a:lnTo>
                    <a:pt x="692149" y="83522"/>
                  </a:lnTo>
                  <a:lnTo>
                    <a:pt x="692149" y="608230"/>
                  </a:lnTo>
                  <a:lnTo>
                    <a:pt x="685586" y="640741"/>
                  </a:lnTo>
                  <a:lnTo>
                    <a:pt x="667686" y="667289"/>
                  </a:lnTo>
                  <a:lnTo>
                    <a:pt x="641138" y="685189"/>
                  </a:lnTo>
                  <a:lnTo>
                    <a:pt x="608627" y="691752"/>
                  </a:lnTo>
                  <a:lnTo>
                    <a:pt x="83522" y="691752"/>
                  </a:lnTo>
                  <a:lnTo>
                    <a:pt x="51011" y="685189"/>
                  </a:lnTo>
                  <a:lnTo>
                    <a:pt x="24463" y="667289"/>
                  </a:lnTo>
                  <a:lnTo>
                    <a:pt x="6563" y="640741"/>
                  </a:lnTo>
                  <a:lnTo>
                    <a:pt x="0" y="608230"/>
                  </a:lnTo>
                  <a:lnTo>
                    <a:pt x="0" y="83522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685750" y="2491172"/>
            <a:ext cx="4182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May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96794" y="2406060"/>
            <a:ext cx="3090333" cy="1096433"/>
            <a:chOff x="3372595" y="1804544"/>
            <a:chExt cx="2317750" cy="822325"/>
          </a:xfrm>
        </p:grpSpPr>
        <p:sp>
          <p:nvSpPr>
            <p:cNvPr id="23" name="object 23"/>
            <p:cNvSpPr/>
            <p:nvPr/>
          </p:nvSpPr>
          <p:spPr>
            <a:xfrm>
              <a:off x="3378945" y="1810895"/>
              <a:ext cx="692150" cy="666750"/>
            </a:xfrm>
            <a:custGeom>
              <a:avLst/>
              <a:gdLst/>
              <a:ahLst/>
              <a:cxnLst/>
              <a:rect l="l" t="t" r="r" b="b"/>
              <a:pathLst>
                <a:path w="692150" h="666750">
                  <a:moveTo>
                    <a:pt x="611647" y="0"/>
                  </a:moveTo>
                  <a:lnTo>
                    <a:pt x="80502" y="0"/>
                  </a:lnTo>
                  <a:lnTo>
                    <a:pt x="49167" y="6326"/>
                  </a:lnTo>
                  <a:lnTo>
                    <a:pt x="23578" y="23578"/>
                  </a:lnTo>
                  <a:lnTo>
                    <a:pt x="6326" y="49167"/>
                  </a:lnTo>
                  <a:lnTo>
                    <a:pt x="0" y="80502"/>
                  </a:lnTo>
                  <a:lnTo>
                    <a:pt x="0" y="586247"/>
                  </a:lnTo>
                  <a:lnTo>
                    <a:pt x="6326" y="617582"/>
                  </a:lnTo>
                  <a:lnTo>
                    <a:pt x="23578" y="643171"/>
                  </a:lnTo>
                  <a:lnTo>
                    <a:pt x="49167" y="660423"/>
                  </a:lnTo>
                  <a:lnTo>
                    <a:pt x="80502" y="666750"/>
                  </a:lnTo>
                  <a:lnTo>
                    <a:pt x="611647" y="666750"/>
                  </a:lnTo>
                  <a:lnTo>
                    <a:pt x="642982" y="660423"/>
                  </a:lnTo>
                  <a:lnTo>
                    <a:pt x="668571" y="643171"/>
                  </a:lnTo>
                  <a:lnTo>
                    <a:pt x="685823" y="617582"/>
                  </a:lnTo>
                  <a:lnTo>
                    <a:pt x="692150" y="586247"/>
                  </a:lnTo>
                  <a:lnTo>
                    <a:pt x="692150" y="80502"/>
                  </a:lnTo>
                  <a:lnTo>
                    <a:pt x="685823" y="49167"/>
                  </a:lnTo>
                  <a:lnTo>
                    <a:pt x="668571" y="23578"/>
                  </a:lnTo>
                  <a:lnTo>
                    <a:pt x="642982" y="6326"/>
                  </a:lnTo>
                  <a:lnTo>
                    <a:pt x="611647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8945" y="1810895"/>
              <a:ext cx="692150" cy="666750"/>
            </a:xfrm>
            <a:custGeom>
              <a:avLst/>
              <a:gdLst/>
              <a:ahLst/>
              <a:cxnLst/>
              <a:rect l="l" t="t" r="r" b="b"/>
              <a:pathLst>
                <a:path w="692150" h="666750">
                  <a:moveTo>
                    <a:pt x="0" y="80502"/>
                  </a:moveTo>
                  <a:lnTo>
                    <a:pt x="6326" y="49167"/>
                  </a:lnTo>
                  <a:lnTo>
                    <a:pt x="23578" y="23578"/>
                  </a:lnTo>
                  <a:lnTo>
                    <a:pt x="49167" y="6326"/>
                  </a:lnTo>
                  <a:lnTo>
                    <a:pt x="80502" y="0"/>
                  </a:lnTo>
                  <a:lnTo>
                    <a:pt x="611646" y="0"/>
                  </a:lnTo>
                  <a:lnTo>
                    <a:pt x="642982" y="6326"/>
                  </a:lnTo>
                  <a:lnTo>
                    <a:pt x="668571" y="23578"/>
                  </a:lnTo>
                  <a:lnTo>
                    <a:pt x="685823" y="49167"/>
                  </a:lnTo>
                  <a:lnTo>
                    <a:pt x="692149" y="80502"/>
                  </a:lnTo>
                  <a:lnTo>
                    <a:pt x="692149" y="586246"/>
                  </a:lnTo>
                  <a:lnTo>
                    <a:pt x="685823" y="617582"/>
                  </a:lnTo>
                  <a:lnTo>
                    <a:pt x="668571" y="643171"/>
                  </a:lnTo>
                  <a:lnTo>
                    <a:pt x="642982" y="660423"/>
                  </a:lnTo>
                  <a:lnTo>
                    <a:pt x="611646" y="666749"/>
                  </a:lnTo>
                  <a:lnTo>
                    <a:pt x="80502" y="666749"/>
                  </a:lnTo>
                  <a:lnTo>
                    <a:pt x="49167" y="660423"/>
                  </a:lnTo>
                  <a:lnTo>
                    <a:pt x="23578" y="643171"/>
                  </a:lnTo>
                  <a:lnTo>
                    <a:pt x="6326" y="617582"/>
                  </a:lnTo>
                  <a:lnTo>
                    <a:pt x="0" y="586246"/>
                  </a:lnTo>
                  <a:lnTo>
                    <a:pt x="0" y="80502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85395" y="1810895"/>
              <a:ext cx="692150" cy="809625"/>
            </a:xfrm>
            <a:custGeom>
              <a:avLst/>
              <a:gdLst/>
              <a:ahLst/>
              <a:cxnLst/>
              <a:rect l="l" t="t" r="r" b="b"/>
              <a:pathLst>
                <a:path w="692150" h="809625">
                  <a:moveTo>
                    <a:pt x="616525" y="0"/>
                  </a:moveTo>
                  <a:lnTo>
                    <a:pt x="75623" y="0"/>
                  </a:lnTo>
                  <a:lnTo>
                    <a:pt x="46187" y="5942"/>
                  </a:lnTo>
                  <a:lnTo>
                    <a:pt x="22149" y="22149"/>
                  </a:lnTo>
                  <a:lnTo>
                    <a:pt x="5942" y="46188"/>
                  </a:lnTo>
                  <a:lnTo>
                    <a:pt x="0" y="75624"/>
                  </a:lnTo>
                  <a:lnTo>
                    <a:pt x="0" y="734001"/>
                  </a:lnTo>
                  <a:lnTo>
                    <a:pt x="5942" y="763437"/>
                  </a:lnTo>
                  <a:lnTo>
                    <a:pt x="22149" y="787475"/>
                  </a:lnTo>
                  <a:lnTo>
                    <a:pt x="46187" y="803682"/>
                  </a:lnTo>
                  <a:lnTo>
                    <a:pt x="75623" y="809625"/>
                  </a:lnTo>
                  <a:lnTo>
                    <a:pt x="616525" y="809625"/>
                  </a:lnTo>
                  <a:lnTo>
                    <a:pt x="645961" y="803682"/>
                  </a:lnTo>
                  <a:lnTo>
                    <a:pt x="670000" y="787475"/>
                  </a:lnTo>
                  <a:lnTo>
                    <a:pt x="686207" y="763437"/>
                  </a:lnTo>
                  <a:lnTo>
                    <a:pt x="692150" y="734001"/>
                  </a:lnTo>
                  <a:lnTo>
                    <a:pt x="692150" y="75624"/>
                  </a:lnTo>
                  <a:lnTo>
                    <a:pt x="686207" y="46188"/>
                  </a:lnTo>
                  <a:lnTo>
                    <a:pt x="670000" y="22149"/>
                  </a:lnTo>
                  <a:lnTo>
                    <a:pt x="645961" y="5942"/>
                  </a:lnTo>
                  <a:lnTo>
                    <a:pt x="616525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185395" y="1810895"/>
              <a:ext cx="692150" cy="809625"/>
            </a:xfrm>
            <a:custGeom>
              <a:avLst/>
              <a:gdLst/>
              <a:ahLst/>
              <a:cxnLst/>
              <a:rect l="l" t="t" r="r" b="b"/>
              <a:pathLst>
                <a:path w="692150" h="809625">
                  <a:moveTo>
                    <a:pt x="0" y="75624"/>
                  </a:moveTo>
                  <a:lnTo>
                    <a:pt x="5942" y="46187"/>
                  </a:lnTo>
                  <a:lnTo>
                    <a:pt x="22149" y="22149"/>
                  </a:lnTo>
                  <a:lnTo>
                    <a:pt x="46187" y="5942"/>
                  </a:lnTo>
                  <a:lnTo>
                    <a:pt x="75624" y="0"/>
                  </a:lnTo>
                  <a:lnTo>
                    <a:pt x="616525" y="0"/>
                  </a:lnTo>
                  <a:lnTo>
                    <a:pt x="645962" y="5942"/>
                  </a:lnTo>
                  <a:lnTo>
                    <a:pt x="670000" y="22149"/>
                  </a:lnTo>
                  <a:lnTo>
                    <a:pt x="686207" y="46187"/>
                  </a:lnTo>
                  <a:lnTo>
                    <a:pt x="692149" y="75624"/>
                  </a:lnTo>
                  <a:lnTo>
                    <a:pt x="692149" y="734000"/>
                  </a:lnTo>
                  <a:lnTo>
                    <a:pt x="686207" y="763437"/>
                  </a:lnTo>
                  <a:lnTo>
                    <a:pt x="670000" y="787475"/>
                  </a:lnTo>
                  <a:lnTo>
                    <a:pt x="645962" y="803681"/>
                  </a:lnTo>
                  <a:lnTo>
                    <a:pt x="616525" y="809624"/>
                  </a:lnTo>
                  <a:lnTo>
                    <a:pt x="75624" y="809624"/>
                  </a:lnTo>
                  <a:lnTo>
                    <a:pt x="46187" y="803681"/>
                  </a:lnTo>
                  <a:lnTo>
                    <a:pt x="22149" y="787475"/>
                  </a:lnTo>
                  <a:lnTo>
                    <a:pt x="5942" y="763437"/>
                  </a:lnTo>
                  <a:lnTo>
                    <a:pt x="0" y="734000"/>
                  </a:lnTo>
                  <a:lnTo>
                    <a:pt x="0" y="75624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1845" y="1810894"/>
              <a:ext cx="692150" cy="624205"/>
            </a:xfrm>
            <a:custGeom>
              <a:avLst/>
              <a:gdLst/>
              <a:ahLst/>
              <a:cxnLst/>
              <a:rect l="l" t="t" r="r" b="b"/>
              <a:pathLst>
                <a:path w="692150" h="624205">
                  <a:moveTo>
                    <a:pt x="645476" y="0"/>
                  </a:moveTo>
                  <a:lnTo>
                    <a:pt x="46672" y="0"/>
                  </a:lnTo>
                  <a:lnTo>
                    <a:pt x="28505" y="3667"/>
                  </a:lnTo>
                  <a:lnTo>
                    <a:pt x="13670" y="13670"/>
                  </a:lnTo>
                  <a:lnTo>
                    <a:pt x="3667" y="28506"/>
                  </a:lnTo>
                  <a:lnTo>
                    <a:pt x="0" y="46673"/>
                  </a:lnTo>
                  <a:lnTo>
                    <a:pt x="0" y="577214"/>
                  </a:lnTo>
                  <a:lnTo>
                    <a:pt x="3667" y="595382"/>
                  </a:lnTo>
                  <a:lnTo>
                    <a:pt x="13670" y="610217"/>
                  </a:lnTo>
                  <a:lnTo>
                    <a:pt x="28505" y="620219"/>
                  </a:lnTo>
                  <a:lnTo>
                    <a:pt x="46672" y="623887"/>
                  </a:lnTo>
                  <a:lnTo>
                    <a:pt x="645476" y="623887"/>
                  </a:lnTo>
                  <a:lnTo>
                    <a:pt x="663643" y="620219"/>
                  </a:lnTo>
                  <a:lnTo>
                    <a:pt x="678479" y="610217"/>
                  </a:lnTo>
                  <a:lnTo>
                    <a:pt x="688482" y="595382"/>
                  </a:lnTo>
                  <a:lnTo>
                    <a:pt x="692150" y="577214"/>
                  </a:lnTo>
                  <a:lnTo>
                    <a:pt x="692150" y="46673"/>
                  </a:lnTo>
                  <a:lnTo>
                    <a:pt x="688482" y="28506"/>
                  </a:lnTo>
                  <a:lnTo>
                    <a:pt x="678479" y="13670"/>
                  </a:lnTo>
                  <a:lnTo>
                    <a:pt x="663643" y="3667"/>
                  </a:lnTo>
                  <a:lnTo>
                    <a:pt x="645476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91845" y="1810894"/>
              <a:ext cx="692150" cy="624205"/>
            </a:xfrm>
            <a:custGeom>
              <a:avLst/>
              <a:gdLst/>
              <a:ahLst/>
              <a:cxnLst/>
              <a:rect l="l" t="t" r="r" b="b"/>
              <a:pathLst>
                <a:path w="692150" h="624205">
                  <a:moveTo>
                    <a:pt x="0" y="46673"/>
                  </a:moveTo>
                  <a:lnTo>
                    <a:pt x="3667" y="28505"/>
                  </a:lnTo>
                  <a:lnTo>
                    <a:pt x="13670" y="13670"/>
                  </a:lnTo>
                  <a:lnTo>
                    <a:pt x="28505" y="3667"/>
                  </a:lnTo>
                  <a:lnTo>
                    <a:pt x="46673" y="0"/>
                  </a:lnTo>
                  <a:lnTo>
                    <a:pt x="645476" y="0"/>
                  </a:lnTo>
                  <a:lnTo>
                    <a:pt x="663644" y="3667"/>
                  </a:lnTo>
                  <a:lnTo>
                    <a:pt x="678479" y="13670"/>
                  </a:lnTo>
                  <a:lnTo>
                    <a:pt x="688482" y="28505"/>
                  </a:lnTo>
                  <a:lnTo>
                    <a:pt x="692149" y="46673"/>
                  </a:lnTo>
                  <a:lnTo>
                    <a:pt x="692149" y="577214"/>
                  </a:lnTo>
                  <a:lnTo>
                    <a:pt x="688482" y="595382"/>
                  </a:lnTo>
                  <a:lnTo>
                    <a:pt x="678479" y="610217"/>
                  </a:lnTo>
                  <a:lnTo>
                    <a:pt x="663644" y="620220"/>
                  </a:lnTo>
                  <a:lnTo>
                    <a:pt x="645476" y="623887"/>
                  </a:lnTo>
                  <a:lnTo>
                    <a:pt x="46673" y="623887"/>
                  </a:lnTo>
                  <a:lnTo>
                    <a:pt x="28505" y="620220"/>
                  </a:lnTo>
                  <a:lnTo>
                    <a:pt x="13670" y="610217"/>
                  </a:lnTo>
                  <a:lnTo>
                    <a:pt x="3667" y="595382"/>
                  </a:lnTo>
                  <a:lnTo>
                    <a:pt x="0" y="577214"/>
                  </a:lnTo>
                  <a:lnTo>
                    <a:pt x="0" y="46673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790084" y="1976587"/>
            <a:ext cx="2528993" cy="7865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33019" algn="ctr">
              <a:spcBef>
                <a:spcPts val="133"/>
              </a:spcBef>
            </a:pPr>
            <a:r>
              <a:rPr sz="2400" b="1" spc="-27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2400" b="1" spc="-12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FFFFFF"/>
                </a:solidFill>
                <a:latin typeface="Arial"/>
                <a:cs typeface="Arial"/>
              </a:rPr>
              <a:t>‘SALES’</a:t>
            </a:r>
            <a:endParaRPr sz="2400">
              <a:latin typeface="Arial"/>
              <a:cs typeface="Arial"/>
            </a:endParaRPr>
          </a:p>
          <a:p>
            <a:pPr algn="ctr">
              <a:spcBef>
                <a:spcPts val="1159"/>
              </a:spcBef>
              <a:tabLst>
                <a:tab pos="1107412" algn="l"/>
                <a:tab pos="2132700" algn="l"/>
              </a:tabLst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Jun</a:t>
            </a:r>
            <a:r>
              <a:rPr sz="160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Jul</a:t>
            </a:r>
            <a:r>
              <a:rPr sz="1600" dirty="0">
                <a:solidFill>
                  <a:srgbClr val="4D4D4D"/>
                </a:solidFill>
                <a:latin typeface="Arial"/>
                <a:cs typeface="Arial"/>
              </a:rPr>
              <a:t>	</a:t>
            </a:r>
            <a:r>
              <a:rPr sz="2400" spc="-49" baseline="4629" dirty="0">
                <a:solidFill>
                  <a:srgbClr val="4D4D4D"/>
                </a:solidFill>
                <a:latin typeface="Arial"/>
                <a:cs typeface="Arial"/>
              </a:rPr>
              <a:t>Aug</a:t>
            </a:r>
            <a:endParaRPr sz="2400" baseline="4629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722593" y="2406061"/>
            <a:ext cx="939800" cy="1096433"/>
            <a:chOff x="5791945" y="1804545"/>
            <a:chExt cx="704850" cy="822325"/>
          </a:xfrm>
        </p:grpSpPr>
        <p:sp>
          <p:nvSpPr>
            <p:cNvPr id="31" name="object 31"/>
            <p:cNvSpPr/>
            <p:nvPr/>
          </p:nvSpPr>
          <p:spPr>
            <a:xfrm>
              <a:off x="5798295" y="1810895"/>
              <a:ext cx="692150" cy="809625"/>
            </a:xfrm>
            <a:custGeom>
              <a:avLst/>
              <a:gdLst/>
              <a:ahLst/>
              <a:cxnLst/>
              <a:rect l="l" t="t" r="r" b="b"/>
              <a:pathLst>
                <a:path w="692150" h="809625">
                  <a:moveTo>
                    <a:pt x="616525" y="0"/>
                  </a:moveTo>
                  <a:lnTo>
                    <a:pt x="75623" y="0"/>
                  </a:lnTo>
                  <a:lnTo>
                    <a:pt x="46187" y="5942"/>
                  </a:lnTo>
                  <a:lnTo>
                    <a:pt x="22149" y="22149"/>
                  </a:lnTo>
                  <a:lnTo>
                    <a:pt x="5942" y="46188"/>
                  </a:lnTo>
                  <a:lnTo>
                    <a:pt x="0" y="75624"/>
                  </a:lnTo>
                  <a:lnTo>
                    <a:pt x="0" y="734001"/>
                  </a:lnTo>
                  <a:lnTo>
                    <a:pt x="5942" y="763437"/>
                  </a:lnTo>
                  <a:lnTo>
                    <a:pt x="22149" y="787475"/>
                  </a:lnTo>
                  <a:lnTo>
                    <a:pt x="46187" y="803682"/>
                  </a:lnTo>
                  <a:lnTo>
                    <a:pt x="75623" y="809625"/>
                  </a:lnTo>
                  <a:lnTo>
                    <a:pt x="616525" y="809625"/>
                  </a:lnTo>
                  <a:lnTo>
                    <a:pt x="645961" y="803682"/>
                  </a:lnTo>
                  <a:lnTo>
                    <a:pt x="670000" y="787475"/>
                  </a:lnTo>
                  <a:lnTo>
                    <a:pt x="686207" y="763437"/>
                  </a:lnTo>
                  <a:lnTo>
                    <a:pt x="692150" y="734001"/>
                  </a:lnTo>
                  <a:lnTo>
                    <a:pt x="692150" y="75624"/>
                  </a:lnTo>
                  <a:lnTo>
                    <a:pt x="686207" y="46188"/>
                  </a:lnTo>
                  <a:lnTo>
                    <a:pt x="670000" y="22149"/>
                  </a:lnTo>
                  <a:lnTo>
                    <a:pt x="645961" y="5942"/>
                  </a:lnTo>
                  <a:lnTo>
                    <a:pt x="616525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98295" y="1810895"/>
              <a:ext cx="692150" cy="809625"/>
            </a:xfrm>
            <a:custGeom>
              <a:avLst/>
              <a:gdLst/>
              <a:ahLst/>
              <a:cxnLst/>
              <a:rect l="l" t="t" r="r" b="b"/>
              <a:pathLst>
                <a:path w="692150" h="809625">
                  <a:moveTo>
                    <a:pt x="0" y="75624"/>
                  </a:moveTo>
                  <a:lnTo>
                    <a:pt x="5942" y="46187"/>
                  </a:lnTo>
                  <a:lnTo>
                    <a:pt x="22149" y="22149"/>
                  </a:lnTo>
                  <a:lnTo>
                    <a:pt x="46187" y="5942"/>
                  </a:lnTo>
                  <a:lnTo>
                    <a:pt x="75624" y="0"/>
                  </a:lnTo>
                  <a:lnTo>
                    <a:pt x="616525" y="0"/>
                  </a:lnTo>
                  <a:lnTo>
                    <a:pt x="645962" y="5942"/>
                  </a:lnTo>
                  <a:lnTo>
                    <a:pt x="670000" y="22149"/>
                  </a:lnTo>
                  <a:lnTo>
                    <a:pt x="686207" y="46187"/>
                  </a:lnTo>
                  <a:lnTo>
                    <a:pt x="692149" y="75624"/>
                  </a:lnTo>
                  <a:lnTo>
                    <a:pt x="692149" y="734000"/>
                  </a:lnTo>
                  <a:lnTo>
                    <a:pt x="686207" y="763437"/>
                  </a:lnTo>
                  <a:lnTo>
                    <a:pt x="670000" y="787475"/>
                  </a:lnTo>
                  <a:lnTo>
                    <a:pt x="645962" y="803681"/>
                  </a:lnTo>
                  <a:lnTo>
                    <a:pt x="616525" y="809624"/>
                  </a:lnTo>
                  <a:lnTo>
                    <a:pt x="75624" y="809624"/>
                  </a:lnTo>
                  <a:lnTo>
                    <a:pt x="46187" y="803681"/>
                  </a:lnTo>
                  <a:lnTo>
                    <a:pt x="22149" y="787475"/>
                  </a:lnTo>
                  <a:lnTo>
                    <a:pt x="5942" y="763437"/>
                  </a:lnTo>
                  <a:lnTo>
                    <a:pt x="0" y="734000"/>
                  </a:lnTo>
                  <a:lnTo>
                    <a:pt x="0" y="75624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969843" y="2488088"/>
            <a:ext cx="4521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27" dirty="0">
                <a:solidFill>
                  <a:srgbClr val="4D4D4D"/>
                </a:solidFill>
                <a:latin typeface="Arial"/>
                <a:cs typeface="Arial"/>
              </a:rPr>
              <a:t>Sept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797860" y="2406060"/>
            <a:ext cx="939800" cy="905933"/>
            <a:chOff x="6598395" y="1804545"/>
            <a:chExt cx="704850" cy="679450"/>
          </a:xfrm>
        </p:grpSpPr>
        <p:sp>
          <p:nvSpPr>
            <p:cNvPr id="35" name="object 35"/>
            <p:cNvSpPr/>
            <p:nvPr/>
          </p:nvSpPr>
          <p:spPr>
            <a:xfrm>
              <a:off x="6604745" y="1810895"/>
              <a:ext cx="692150" cy="666750"/>
            </a:xfrm>
            <a:custGeom>
              <a:avLst/>
              <a:gdLst/>
              <a:ahLst/>
              <a:cxnLst/>
              <a:rect l="l" t="t" r="r" b="b"/>
              <a:pathLst>
                <a:path w="692150" h="666750">
                  <a:moveTo>
                    <a:pt x="611645" y="0"/>
                  </a:moveTo>
                  <a:lnTo>
                    <a:pt x="80502" y="0"/>
                  </a:lnTo>
                  <a:lnTo>
                    <a:pt x="49167" y="6326"/>
                  </a:lnTo>
                  <a:lnTo>
                    <a:pt x="23578" y="23578"/>
                  </a:lnTo>
                  <a:lnTo>
                    <a:pt x="6326" y="49167"/>
                  </a:lnTo>
                  <a:lnTo>
                    <a:pt x="0" y="80502"/>
                  </a:lnTo>
                  <a:lnTo>
                    <a:pt x="0" y="586247"/>
                  </a:lnTo>
                  <a:lnTo>
                    <a:pt x="6326" y="617582"/>
                  </a:lnTo>
                  <a:lnTo>
                    <a:pt x="23578" y="643171"/>
                  </a:lnTo>
                  <a:lnTo>
                    <a:pt x="49167" y="660423"/>
                  </a:lnTo>
                  <a:lnTo>
                    <a:pt x="80502" y="666750"/>
                  </a:lnTo>
                  <a:lnTo>
                    <a:pt x="611645" y="666750"/>
                  </a:lnTo>
                  <a:lnTo>
                    <a:pt x="642981" y="660423"/>
                  </a:lnTo>
                  <a:lnTo>
                    <a:pt x="668570" y="643171"/>
                  </a:lnTo>
                  <a:lnTo>
                    <a:pt x="685823" y="617582"/>
                  </a:lnTo>
                  <a:lnTo>
                    <a:pt x="692150" y="586247"/>
                  </a:lnTo>
                  <a:lnTo>
                    <a:pt x="692150" y="80502"/>
                  </a:lnTo>
                  <a:lnTo>
                    <a:pt x="685823" y="49167"/>
                  </a:lnTo>
                  <a:lnTo>
                    <a:pt x="668570" y="23578"/>
                  </a:lnTo>
                  <a:lnTo>
                    <a:pt x="642981" y="6326"/>
                  </a:lnTo>
                  <a:lnTo>
                    <a:pt x="611645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04745" y="1810895"/>
              <a:ext cx="692150" cy="666750"/>
            </a:xfrm>
            <a:custGeom>
              <a:avLst/>
              <a:gdLst/>
              <a:ahLst/>
              <a:cxnLst/>
              <a:rect l="l" t="t" r="r" b="b"/>
              <a:pathLst>
                <a:path w="692150" h="666750">
                  <a:moveTo>
                    <a:pt x="0" y="80502"/>
                  </a:moveTo>
                  <a:lnTo>
                    <a:pt x="6326" y="49167"/>
                  </a:lnTo>
                  <a:lnTo>
                    <a:pt x="23578" y="23578"/>
                  </a:lnTo>
                  <a:lnTo>
                    <a:pt x="49167" y="6326"/>
                  </a:lnTo>
                  <a:lnTo>
                    <a:pt x="80502" y="0"/>
                  </a:lnTo>
                  <a:lnTo>
                    <a:pt x="611647" y="0"/>
                  </a:lnTo>
                  <a:lnTo>
                    <a:pt x="642982" y="6326"/>
                  </a:lnTo>
                  <a:lnTo>
                    <a:pt x="668571" y="23578"/>
                  </a:lnTo>
                  <a:lnTo>
                    <a:pt x="685823" y="49167"/>
                  </a:lnTo>
                  <a:lnTo>
                    <a:pt x="692149" y="80502"/>
                  </a:lnTo>
                  <a:lnTo>
                    <a:pt x="692149" y="586246"/>
                  </a:lnTo>
                  <a:lnTo>
                    <a:pt x="685823" y="617582"/>
                  </a:lnTo>
                  <a:lnTo>
                    <a:pt x="668571" y="643171"/>
                  </a:lnTo>
                  <a:lnTo>
                    <a:pt x="642982" y="660423"/>
                  </a:lnTo>
                  <a:lnTo>
                    <a:pt x="611647" y="666749"/>
                  </a:lnTo>
                  <a:lnTo>
                    <a:pt x="80502" y="666749"/>
                  </a:lnTo>
                  <a:lnTo>
                    <a:pt x="49167" y="660423"/>
                  </a:lnTo>
                  <a:lnTo>
                    <a:pt x="23578" y="643171"/>
                  </a:lnTo>
                  <a:lnTo>
                    <a:pt x="6326" y="617582"/>
                  </a:lnTo>
                  <a:lnTo>
                    <a:pt x="0" y="586246"/>
                  </a:lnTo>
                  <a:lnTo>
                    <a:pt x="0" y="80502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096904" y="2489993"/>
            <a:ext cx="35052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Oct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873127" y="2406060"/>
            <a:ext cx="939800" cy="880533"/>
            <a:chOff x="7404845" y="1804545"/>
            <a:chExt cx="704850" cy="660400"/>
          </a:xfrm>
        </p:grpSpPr>
        <p:sp>
          <p:nvSpPr>
            <p:cNvPr id="39" name="object 39"/>
            <p:cNvSpPr/>
            <p:nvPr/>
          </p:nvSpPr>
          <p:spPr>
            <a:xfrm>
              <a:off x="7411195" y="1810895"/>
              <a:ext cx="692150" cy="647700"/>
            </a:xfrm>
            <a:custGeom>
              <a:avLst/>
              <a:gdLst/>
              <a:ahLst/>
              <a:cxnLst/>
              <a:rect l="l" t="t" r="r" b="b"/>
              <a:pathLst>
                <a:path w="692150" h="647700">
                  <a:moveTo>
                    <a:pt x="613945" y="0"/>
                  </a:moveTo>
                  <a:lnTo>
                    <a:pt x="78202" y="0"/>
                  </a:lnTo>
                  <a:lnTo>
                    <a:pt x="47762" y="6145"/>
                  </a:lnTo>
                  <a:lnTo>
                    <a:pt x="22905" y="22905"/>
                  </a:lnTo>
                  <a:lnTo>
                    <a:pt x="6145" y="47762"/>
                  </a:lnTo>
                  <a:lnTo>
                    <a:pt x="0" y="78202"/>
                  </a:lnTo>
                  <a:lnTo>
                    <a:pt x="0" y="569497"/>
                  </a:lnTo>
                  <a:lnTo>
                    <a:pt x="6145" y="599937"/>
                  </a:lnTo>
                  <a:lnTo>
                    <a:pt x="22905" y="624794"/>
                  </a:lnTo>
                  <a:lnTo>
                    <a:pt x="47762" y="641554"/>
                  </a:lnTo>
                  <a:lnTo>
                    <a:pt x="78202" y="647700"/>
                  </a:lnTo>
                  <a:lnTo>
                    <a:pt x="613945" y="647700"/>
                  </a:lnTo>
                  <a:lnTo>
                    <a:pt x="644386" y="641554"/>
                  </a:lnTo>
                  <a:lnTo>
                    <a:pt x="669244" y="624794"/>
                  </a:lnTo>
                  <a:lnTo>
                    <a:pt x="686004" y="599937"/>
                  </a:lnTo>
                  <a:lnTo>
                    <a:pt x="692150" y="569497"/>
                  </a:lnTo>
                  <a:lnTo>
                    <a:pt x="692150" y="78202"/>
                  </a:lnTo>
                  <a:lnTo>
                    <a:pt x="686004" y="47762"/>
                  </a:lnTo>
                  <a:lnTo>
                    <a:pt x="669244" y="22905"/>
                  </a:lnTo>
                  <a:lnTo>
                    <a:pt x="644386" y="6145"/>
                  </a:lnTo>
                  <a:lnTo>
                    <a:pt x="613945" y="0"/>
                  </a:lnTo>
                  <a:close/>
                </a:path>
              </a:pathLst>
            </a:custGeom>
            <a:solidFill>
              <a:srgbClr val="B0E4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11195" y="1810895"/>
              <a:ext cx="692150" cy="647700"/>
            </a:xfrm>
            <a:custGeom>
              <a:avLst/>
              <a:gdLst/>
              <a:ahLst/>
              <a:cxnLst/>
              <a:rect l="l" t="t" r="r" b="b"/>
              <a:pathLst>
                <a:path w="692150" h="647700">
                  <a:moveTo>
                    <a:pt x="0" y="78202"/>
                  </a:moveTo>
                  <a:lnTo>
                    <a:pt x="6145" y="47762"/>
                  </a:lnTo>
                  <a:lnTo>
                    <a:pt x="22905" y="22905"/>
                  </a:lnTo>
                  <a:lnTo>
                    <a:pt x="47762" y="6145"/>
                  </a:lnTo>
                  <a:lnTo>
                    <a:pt x="78202" y="0"/>
                  </a:lnTo>
                  <a:lnTo>
                    <a:pt x="613946" y="0"/>
                  </a:lnTo>
                  <a:lnTo>
                    <a:pt x="644387" y="6145"/>
                  </a:lnTo>
                  <a:lnTo>
                    <a:pt x="669244" y="22905"/>
                  </a:lnTo>
                  <a:lnTo>
                    <a:pt x="686004" y="47762"/>
                  </a:lnTo>
                  <a:lnTo>
                    <a:pt x="692149" y="78202"/>
                  </a:lnTo>
                  <a:lnTo>
                    <a:pt x="692149" y="569496"/>
                  </a:lnTo>
                  <a:lnTo>
                    <a:pt x="686004" y="599936"/>
                  </a:lnTo>
                  <a:lnTo>
                    <a:pt x="669244" y="624794"/>
                  </a:lnTo>
                  <a:lnTo>
                    <a:pt x="644387" y="641554"/>
                  </a:lnTo>
                  <a:lnTo>
                    <a:pt x="613946" y="647699"/>
                  </a:lnTo>
                  <a:lnTo>
                    <a:pt x="78202" y="647699"/>
                  </a:lnTo>
                  <a:lnTo>
                    <a:pt x="47762" y="641554"/>
                  </a:lnTo>
                  <a:lnTo>
                    <a:pt x="22905" y="624794"/>
                  </a:lnTo>
                  <a:lnTo>
                    <a:pt x="6145" y="599936"/>
                  </a:lnTo>
                  <a:lnTo>
                    <a:pt x="0" y="569496"/>
                  </a:lnTo>
                  <a:lnTo>
                    <a:pt x="0" y="78202"/>
                  </a:lnTo>
                  <a:close/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148652" y="2489093"/>
            <a:ext cx="39539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33" dirty="0">
                <a:solidFill>
                  <a:srgbClr val="4D4D4D"/>
                </a:solidFill>
                <a:latin typeface="Arial"/>
                <a:cs typeface="Arial"/>
              </a:rPr>
              <a:t>Nov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208117" y="3452552"/>
            <a:ext cx="9665545" cy="343747"/>
            <a:chOff x="906087" y="2589414"/>
            <a:chExt cx="7249159" cy="257810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087" y="2589414"/>
              <a:ext cx="4771505" cy="2576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59596" y="2620519"/>
              <a:ext cx="4665980" cy="161925"/>
            </a:xfrm>
            <a:custGeom>
              <a:avLst/>
              <a:gdLst/>
              <a:ahLst/>
              <a:cxnLst/>
              <a:rect l="l" t="t" r="r" b="b"/>
              <a:pathLst>
                <a:path w="4665980" h="161925">
                  <a:moveTo>
                    <a:pt x="4665661" y="0"/>
                  </a:moveTo>
                  <a:lnTo>
                    <a:pt x="4664601" y="31515"/>
                  </a:lnTo>
                  <a:lnTo>
                    <a:pt x="4661709" y="57250"/>
                  </a:lnTo>
                  <a:lnTo>
                    <a:pt x="4657420" y="74601"/>
                  </a:lnTo>
                  <a:lnTo>
                    <a:pt x="4652168" y="80964"/>
                  </a:lnTo>
                  <a:lnTo>
                    <a:pt x="2346324" y="80962"/>
                  </a:lnTo>
                  <a:lnTo>
                    <a:pt x="2341072" y="87325"/>
                  </a:lnTo>
                  <a:lnTo>
                    <a:pt x="2336783" y="104676"/>
                  </a:lnTo>
                  <a:lnTo>
                    <a:pt x="2333891" y="130411"/>
                  </a:lnTo>
                  <a:lnTo>
                    <a:pt x="2332831" y="161925"/>
                  </a:lnTo>
                  <a:lnTo>
                    <a:pt x="2331771" y="130411"/>
                  </a:lnTo>
                  <a:lnTo>
                    <a:pt x="2328879" y="104676"/>
                  </a:lnTo>
                  <a:lnTo>
                    <a:pt x="2324590" y="87325"/>
                  </a:lnTo>
                  <a:lnTo>
                    <a:pt x="2319338" y="80962"/>
                  </a:lnTo>
                  <a:lnTo>
                    <a:pt x="13492" y="80962"/>
                  </a:lnTo>
                  <a:lnTo>
                    <a:pt x="8240" y="74600"/>
                  </a:lnTo>
                  <a:lnTo>
                    <a:pt x="3951" y="57249"/>
                  </a:lnTo>
                  <a:lnTo>
                    <a:pt x="1060" y="31514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8250" y="2589414"/>
              <a:ext cx="2406534" cy="25769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798295" y="2620518"/>
              <a:ext cx="2305050" cy="161925"/>
            </a:xfrm>
            <a:custGeom>
              <a:avLst/>
              <a:gdLst/>
              <a:ahLst/>
              <a:cxnLst/>
              <a:rect l="l" t="t" r="r" b="b"/>
              <a:pathLst>
                <a:path w="2305050" h="161925">
                  <a:moveTo>
                    <a:pt x="2305049" y="0"/>
                  </a:moveTo>
                  <a:lnTo>
                    <a:pt x="2303989" y="31515"/>
                  </a:lnTo>
                  <a:lnTo>
                    <a:pt x="2301097" y="57250"/>
                  </a:lnTo>
                  <a:lnTo>
                    <a:pt x="2296808" y="74601"/>
                  </a:lnTo>
                  <a:lnTo>
                    <a:pt x="2291556" y="80964"/>
                  </a:lnTo>
                  <a:lnTo>
                    <a:pt x="1166017" y="80962"/>
                  </a:lnTo>
                  <a:lnTo>
                    <a:pt x="1160765" y="87325"/>
                  </a:lnTo>
                  <a:lnTo>
                    <a:pt x="1156476" y="104676"/>
                  </a:lnTo>
                  <a:lnTo>
                    <a:pt x="1153585" y="130411"/>
                  </a:lnTo>
                  <a:lnTo>
                    <a:pt x="1152524" y="161925"/>
                  </a:lnTo>
                  <a:lnTo>
                    <a:pt x="1151464" y="130411"/>
                  </a:lnTo>
                  <a:lnTo>
                    <a:pt x="1148572" y="104676"/>
                  </a:lnTo>
                  <a:lnTo>
                    <a:pt x="1144283" y="87325"/>
                  </a:lnTo>
                  <a:lnTo>
                    <a:pt x="1139031" y="80962"/>
                  </a:lnTo>
                  <a:lnTo>
                    <a:pt x="13492" y="80962"/>
                  </a:lnTo>
                  <a:lnTo>
                    <a:pt x="8240" y="74600"/>
                  </a:lnTo>
                  <a:lnTo>
                    <a:pt x="3952" y="57249"/>
                  </a:lnTo>
                  <a:lnTo>
                    <a:pt x="1060" y="31514"/>
                  </a:lnTo>
                  <a:lnTo>
                    <a:pt x="0" y="0"/>
                  </a:lnTo>
                </a:path>
              </a:pathLst>
            </a:custGeom>
            <a:ln w="12699">
              <a:solidFill>
                <a:srgbClr val="3DA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889015" y="3763480"/>
            <a:ext cx="278976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solidFill>
                  <a:srgbClr val="4D4D4D"/>
                </a:solidFill>
                <a:latin typeface="Arial"/>
                <a:cs typeface="Arial"/>
              </a:rPr>
              <a:t>Row-</a:t>
            </a:r>
            <a:r>
              <a:rPr sz="1600" dirty="0">
                <a:solidFill>
                  <a:srgbClr val="4D4D4D"/>
                </a:solidFill>
                <a:latin typeface="Arial"/>
                <a:cs typeface="Arial"/>
              </a:rPr>
              <a:t>oriented</a:t>
            </a:r>
            <a:r>
              <a:rPr sz="1600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D4D4D"/>
                </a:solidFill>
                <a:latin typeface="Arial"/>
                <a:cs typeface="Arial"/>
              </a:rPr>
              <a:t>for </a:t>
            </a:r>
            <a:r>
              <a:rPr sz="1600" b="1" dirty="0">
                <a:solidFill>
                  <a:srgbClr val="606060"/>
                </a:solidFill>
                <a:latin typeface="Arial"/>
                <a:cs typeface="Arial"/>
              </a:rPr>
              <a:t>Small</a:t>
            </a:r>
            <a:r>
              <a:rPr sz="1600" b="1" spc="-13" dirty="0">
                <a:solidFill>
                  <a:srgbClr val="606060"/>
                </a:solidFill>
                <a:latin typeface="Arial"/>
                <a:cs typeface="Arial"/>
              </a:rPr>
              <a:t> Scans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32575" y="3753954"/>
            <a:ext cx="290237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solidFill>
                  <a:srgbClr val="4D4D4D"/>
                </a:solidFill>
                <a:latin typeface="Arial"/>
                <a:cs typeface="Arial"/>
              </a:rPr>
              <a:t>Column-</a:t>
            </a:r>
            <a:r>
              <a:rPr sz="1600" dirty="0">
                <a:solidFill>
                  <a:srgbClr val="4D4D4D"/>
                </a:solidFill>
                <a:latin typeface="Arial"/>
                <a:cs typeface="Arial"/>
              </a:rPr>
              <a:t>oriented for</a:t>
            </a:r>
            <a:r>
              <a:rPr sz="1600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606060"/>
                </a:solidFill>
                <a:latin typeface="Arial"/>
                <a:cs typeface="Arial"/>
              </a:rPr>
              <a:t>Full </a:t>
            </a:r>
            <a:r>
              <a:rPr sz="1600" b="1" spc="-27" dirty="0">
                <a:solidFill>
                  <a:srgbClr val="606060"/>
                </a:solidFill>
                <a:latin typeface="Arial"/>
                <a:cs typeface="Arial"/>
              </a:rPr>
              <a:t>Scans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433978" y="2892365"/>
            <a:ext cx="9215967" cy="530860"/>
            <a:chOff x="1075483" y="2169273"/>
            <a:chExt cx="6911975" cy="398145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4184" y="2394301"/>
              <a:ext cx="460375" cy="6429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14184" y="2199037"/>
              <a:ext cx="460375" cy="6548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14184" y="2296670"/>
              <a:ext cx="460375" cy="6429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4184" y="2490741"/>
              <a:ext cx="460375" cy="6429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7084" y="2199037"/>
              <a:ext cx="460375" cy="6548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7084" y="2296670"/>
              <a:ext cx="460375" cy="64293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20634" y="2194276"/>
              <a:ext cx="460375" cy="6548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20634" y="2291908"/>
              <a:ext cx="460375" cy="65483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5483" y="2185943"/>
              <a:ext cx="114300" cy="25955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8520" y="2185943"/>
              <a:ext cx="114299" cy="25955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19970" y="2185943"/>
              <a:ext cx="115888" cy="25955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8382" y="2185943"/>
              <a:ext cx="114300" cy="25955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61420" y="2185943"/>
              <a:ext cx="114300" cy="25955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4457" y="2185943"/>
              <a:ext cx="114300" cy="25955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81934" y="2177608"/>
              <a:ext cx="114300" cy="38933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54970" y="2177608"/>
              <a:ext cx="114300" cy="38933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26420" y="2177608"/>
              <a:ext cx="115888" cy="38933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94834" y="2194275"/>
              <a:ext cx="114300" cy="19526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67870" y="2194275"/>
              <a:ext cx="114300" cy="19526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40909" y="2194275"/>
              <a:ext cx="114300" cy="19526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01283" y="2177608"/>
              <a:ext cx="114300" cy="38933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74320" y="2177608"/>
              <a:ext cx="114300" cy="389333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47358" y="2177608"/>
              <a:ext cx="114300" cy="38933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07733" y="2169273"/>
              <a:ext cx="114300" cy="19407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80770" y="2169273"/>
              <a:ext cx="114300" cy="19407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53808" y="2169273"/>
              <a:ext cx="114300" cy="194072"/>
            </a:xfrm>
            <a:prstGeom prst="rect">
              <a:avLst/>
            </a:prstGeom>
          </p:spPr>
        </p:pic>
      </p:grpSp>
      <p:sp>
        <p:nvSpPr>
          <p:cNvPr id="76" name="object 76"/>
          <p:cNvSpPr txBox="1">
            <a:spLocks noGrp="1"/>
          </p:cNvSpPr>
          <p:nvPr>
            <p:ph type="ftr" sz="quarter" idx="5"/>
          </p:nvPr>
        </p:nvSpPr>
        <p:spPr>
          <a:xfrm>
            <a:off x="349299" y="6423331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77" name="object 77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28</a:t>
            </a:fld>
            <a:endParaRPr spc="-3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320821"/>
            <a:ext cx="12192000" cy="2366433"/>
            <a:chOff x="0" y="3240615"/>
            <a:chExt cx="9144000" cy="1774825"/>
          </a:xfrm>
        </p:grpSpPr>
        <p:sp>
          <p:nvSpPr>
            <p:cNvPr id="3" name="object 3"/>
            <p:cNvSpPr/>
            <p:nvPr/>
          </p:nvSpPr>
          <p:spPr>
            <a:xfrm>
              <a:off x="3818465" y="3246965"/>
              <a:ext cx="5016500" cy="1346200"/>
            </a:xfrm>
            <a:custGeom>
              <a:avLst/>
              <a:gdLst/>
              <a:ahLst/>
              <a:cxnLst/>
              <a:rect l="l" t="t" r="r" b="b"/>
              <a:pathLst>
                <a:path w="5016500" h="1346200">
                  <a:moveTo>
                    <a:pt x="4792127" y="0"/>
                  </a:moveTo>
                  <a:lnTo>
                    <a:pt x="224370" y="0"/>
                  </a:lnTo>
                  <a:lnTo>
                    <a:pt x="179152" y="4558"/>
                  </a:lnTo>
                  <a:lnTo>
                    <a:pt x="137035" y="17632"/>
                  </a:lnTo>
                  <a:lnTo>
                    <a:pt x="98923" y="38319"/>
                  </a:lnTo>
                  <a:lnTo>
                    <a:pt x="65716" y="65716"/>
                  </a:lnTo>
                  <a:lnTo>
                    <a:pt x="38319" y="98923"/>
                  </a:lnTo>
                  <a:lnTo>
                    <a:pt x="17632" y="137035"/>
                  </a:lnTo>
                  <a:lnTo>
                    <a:pt x="4558" y="179152"/>
                  </a:lnTo>
                  <a:lnTo>
                    <a:pt x="0" y="224370"/>
                  </a:lnTo>
                  <a:lnTo>
                    <a:pt x="0" y="1121829"/>
                  </a:lnTo>
                  <a:lnTo>
                    <a:pt x="4558" y="1167047"/>
                  </a:lnTo>
                  <a:lnTo>
                    <a:pt x="17632" y="1209164"/>
                  </a:lnTo>
                  <a:lnTo>
                    <a:pt x="38319" y="1247277"/>
                  </a:lnTo>
                  <a:lnTo>
                    <a:pt x="65716" y="1280483"/>
                  </a:lnTo>
                  <a:lnTo>
                    <a:pt x="98923" y="1307881"/>
                  </a:lnTo>
                  <a:lnTo>
                    <a:pt x="137035" y="1328568"/>
                  </a:lnTo>
                  <a:lnTo>
                    <a:pt x="179152" y="1341641"/>
                  </a:lnTo>
                  <a:lnTo>
                    <a:pt x="224370" y="1346200"/>
                  </a:lnTo>
                  <a:lnTo>
                    <a:pt x="4792127" y="1346200"/>
                  </a:lnTo>
                  <a:lnTo>
                    <a:pt x="4837346" y="1341641"/>
                  </a:lnTo>
                  <a:lnTo>
                    <a:pt x="4879463" y="1328568"/>
                  </a:lnTo>
                  <a:lnTo>
                    <a:pt x="4917575" y="1307881"/>
                  </a:lnTo>
                  <a:lnTo>
                    <a:pt x="4950781" y="1280483"/>
                  </a:lnTo>
                  <a:lnTo>
                    <a:pt x="4978179" y="1247277"/>
                  </a:lnTo>
                  <a:lnTo>
                    <a:pt x="4998866" y="1209164"/>
                  </a:lnTo>
                  <a:lnTo>
                    <a:pt x="5011940" y="1167047"/>
                  </a:lnTo>
                  <a:lnTo>
                    <a:pt x="5016498" y="1121829"/>
                  </a:lnTo>
                  <a:lnTo>
                    <a:pt x="5016498" y="224370"/>
                  </a:lnTo>
                  <a:lnTo>
                    <a:pt x="5011940" y="179152"/>
                  </a:lnTo>
                  <a:lnTo>
                    <a:pt x="4998866" y="137035"/>
                  </a:lnTo>
                  <a:lnTo>
                    <a:pt x="4978179" y="98923"/>
                  </a:lnTo>
                  <a:lnTo>
                    <a:pt x="4950781" y="65716"/>
                  </a:lnTo>
                  <a:lnTo>
                    <a:pt x="4917575" y="38319"/>
                  </a:lnTo>
                  <a:lnTo>
                    <a:pt x="4879463" y="17632"/>
                  </a:lnTo>
                  <a:lnTo>
                    <a:pt x="4837346" y="4558"/>
                  </a:lnTo>
                  <a:lnTo>
                    <a:pt x="4792127" y="0"/>
                  </a:lnTo>
                  <a:close/>
                </a:path>
              </a:pathLst>
            </a:custGeom>
            <a:solidFill>
              <a:srgbClr val="3DA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8465" y="3246965"/>
              <a:ext cx="5016500" cy="1346200"/>
            </a:xfrm>
            <a:custGeom>
              <a:avLst/>
              <a:gdLst/>
              <a:ahLst/>
              <a:cxnLst/>
              <a:rect l="l" t="t" r="r" b="b"/>
              <a:pathLst>
                <a:path w="5016500" h="1346200">
                  <a:moveTo>
                    <a:pt x="0" y="224370"/>
                  </a:moveTo>
                  <a:lnTo>
                    <a:pt x="4558" y="179152"/>
                  </a:lnTo>
                  <a:lnTo>
                    <a:pt x="17632" y="137035"/>
                  </a:lnTo>
                  <a:lnTo>
                    <a:pt x="38319" y="98923"/>
                  </a:lnTo>
                  <a:lnTo>
                    <a:pt x="65716" y="65716"/>
                  </a:lnTo>
                  <a:lnTo>
                    <a:pt x="98922" y="38319"/>
                  </a:lnTo>
                  <a:lnTo>
                    <a:pt x="137035" y="17632"/>
                  </a:lnTo>
                  <a:lnTo>
                    <a:pt x="179152" y="4558"/>
                  </a:lnTo>
                  <a:lnTo>
                    <a:pt x="224370" y="0"/>
                  </a:lnTo>
                  <a:lnTo>
                    <a:pt x="4792127" y="0"/>
                  </a:lnTo>
                  <a:lnTo>
                    <a:pt x="4837346" y="4558"/>
                  </a:lnTo>
                  <a:lnTo>
                    <a:pt x="4879463" y="17632"/>
                  </a:lnTo>
                  <a:lnTo>
                    <a:pt x="4917575" y="38319"/>
                  </a:lnTo>
                  <a:lnTo>
                    <a:pt x="4950782" y="65716"/>
                  </a:lnTo>
                  <a:lnTo>
                    <a:pt x="4978179" y="98923"/>
                  </a:lnTo>
                  <a:lnTo>
                    <a:pt x="4998866" y="137035"/>
                  </a:lnTo>
                  <a:lnTo>
                    <a:pt x="5011940" y="179152"/>
                  </a:lnTo>
                  <a:lnTo>
                    <a:pt x="5016498" y="224370"/>
                  </a:lnTo>
                  <a:lnTo>
                    <a:pt x="5016498" y="1121828"/>
                  </a:lnTo>
                  <a:lnTo>
                    <a:pt x="5011940" y="1167047"/>
                  </a:lnTo>
                  <a:lnTo>
                    <a:pt x="4998866" y="1209164"/>
                  </a:lnTo>
                  <a:lnTo>
                    <a:pt x="4978179" y="1247276"/>
                  </a:lnTo>
                  <a:lnTo>
                    <a:pt x="4950782" y="1280482"/>
                  </a:lnTo>
                  <a:lnTo>
                    <a:pt x="4917575" y="1307880"/>
                  </a:lnTo>
                  <a:lnTo>
                    <a:pt x="4879463" y="1328567"/>
                  </a:lnTo>
                  <a:lnTo>
                    <a:pt x="4837346" y="1341641"/>
                  </a:lnTo>
                  <a:lnTo>
                    <a:pt x="4792127" y="1346199"/>
                  </a:lnTo>
                  <a:lnTo>
                    <a:pt x="224370" y="1346199"/>
                  </a:lnTo>
                  <a:lnTo>
                    <a:pt x="179152" y="1341641"/>
                  </a:lnTo>
                  <a:lnTo>
                    <a:pt x="137035" y="1328567"/>
                  </a:lnTo>
                  <a:lnTo>
                    <a:pt x="98922" y="1307880"/>
                  </a:lnTo>
                  <a:lnTo>
                    <a:pt x="65716" y="1280482"/>
                  </a:lnTo>
                  <a:lnTo>
                    <a:pt x="38319" y="1247276"/>
                  </a:lnTo>
                  <a:lnTo>
                    <a:pt x="17632" y="1209164"/>
                  </a:lnTo>
                  <a:lnTo>
                    <a:pt x="4558" y="1167047"/>
                  </a:lnTo>
                  <a:lnTo>
                    <a:pt x="0" y="1121828"/>
                  </a:lnTo>
                  <a:lnTo>
                    <a:pt x="0" y="22437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53618" y="390773"/>
            <a:ext cx="4111413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dirty="0"/>
              <a:t>Pivotal</a:t>
            </a:r>
            <a:r>
              <a:rPr sz="3200" spc="-133" dirty="0"/>
              <a:t> </a:t>
            </a:r>
            <a:r>
              <a:rPr sz="3200" dirty="0"/>
              <a:t>eXtension</a:t>
            </a:r>
            <a:r>
              <a:rPr sz="3200" spc="-133" dirty="0"/>
              <a:t> </a:t>
            </a:r>
            <a:r>
              <a:rPr sz="3200" dirty="0"/>
              <a:t>Framework</a:t>
            </a:r>
            <a:r>
              <a:rPr sz="3200" spc="-140" dirty="0"/>
              <a:t> </a:t>
            </a:r>
            <a:r>
              <a:rPr sz="3200" spc="-13" dirty="0"/>
              <a:t>(PXF)</a:t>
            </a:r>
            <a:endParaRPr sz="3200" dirty="0"/>
          </a:p>
        </p:txBody>
      </p:sp>
      <p:sp>
        <p:nvSpPr>
          <p:cNvPr id="6" name="object 6"/>
          <p:cNvSpPr txBox="1"/>
          <p:nvPr/>
        </p:nvSpPr>
        <p:spPr>
          <a:xfrm>
            <a:off x="5379401" y="1145108"/>
            <a:ext cx="6588760" cy="31177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lnSpc>
                <a:spcPts val="2547"/>
              </a:lnSpc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External</a:t>
            </a:r>
            <a:r>
              <a:rPr sz="2133" spc="-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r>
              <a:rPr sz="2133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Interface</a:t>
            </a:r>
            <a:r>
              <a:rPr sz="2133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제공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: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Hadoop</a:t>
            </a:r>
            <a:r>
              <a:rPr sz="2133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eco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의</a:t>
            </a:r>
            <a:r>
              <a:rPr sz="2133" spc="-5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endParaRPr sz="2133" dirty="0">
              <a:latin typeface="Malgun Gothic"/>
              <a:cs typeface="Malgun Gothic"/>
            </a:endParaRPr>
          </a:p>
          <a:p>
            <a:pPr marL="321725">
              <a:lnSpc>
                <a:spcPts val="2547"/>
              </a:lnSpc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store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를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조회</a:t>
            </a:r>
            <a:endParaRPr sz="2133" dirty="0">
              <a:latin typeface="Malgun Gothic"/>
              <a:cs typeface="Malgun Gothic"/>
            </a:endParaRPr>
          </a:p>
          <a:p>
            <a:pPr marL="320879" indent="-303946"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Hadoop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213" dirty="0">
                <a:solidFill>
                  <a:srgbClr val="606060"/>
                </a:solidFill>
                <a:latin typeface="Wingdings"/>
                <a:cs typeface="Wingdings"/>
              </a:rPr>
              <a:t></a:t>
            </a:r>
            <a:r>
              <a:rPr sz="2133" spc="53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2133" dirty="0">
                <a:solidFill>
                  <a:srgbClr val="606060"/>
                </a:solidFill>
                <a:latin typeface="Arial"/>
                <a:cs typeface="Arial"/>
              </a:rPr>
              <a:t>HAWQ</a:t>
            </a:r>
            <a:r>
              <a:rPr sz="2133" spc="-13" dirty="0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606060"/>
                </a:solidFill>
                <a:latin typeface="Malgun Gothic"/>
                <a:cs typeface="Malgun Gothic"/>
              </a:rPr>
              <a:t>로</a:t>
            </a:r>
            <a:r>
              <a:rPr sz="2133" spc="-20" dirty="0">
                <a:solidFill>
                  <a:srgbClr val="606060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606060"/>
                </a:solidFill>
                <a:latin typeface="Malgun Gothic"/>
                <a:cs typeface="Malgun Gothic"/>
              </a:rPr>
              <a:t>데이터</a:t>
            </a:r>
            <a:r>
              <a:rPr sz="2133" spc="-13" dirty="0">
                <a:solidFill>
                  <a:srgbClr val="606060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606060"/>
                </a:solidFill>
                <a:latin typeface="Malgun Gothic"/>
                <a:cs typeface="Malgun Gothic"/>
              </a:rPr>
              <a:t>적재</a:t>
            </a:r>
            <a:r>
              <a:rPr sz="2133" spc="-20" dirty="0">
                <a:solidFill>
                  <a:srgbClr val="606060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606060"/>
                </a:solidFill>
                <a:latin typeface="Malgun Gothic"/>
                <a:cs typeface="Malgun Gothic"/>
              </a:rPr>
              <a:t>혹은</a:t>
            </a:r>
            <a:r>
              <a:rPr sz="2133" spc="-13" dirty="0">
                <a:solidFill>
                  <a:srgbClr val="606060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606060"/>
                </a:solidFill>
                <a:latin typeface="Malgun Gothic"/>
                <a:cs typeface="Malgun Gothic"/>
              </a:rPr>
              <a:t>직접</a:t>
            </a:r>
            <a:r>
              <a:rPr sz="2133" spc="-20" dirty="0">
                <a:solidFill>
                  <a:srgbClr val="606060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606060"/>
                </a:solidFill>
                <a:latin typeface="Malgun Gothic"/>
                <a:cs typeface="Malgun Gothic"/>
              </a:rPr>
              <a:t>쿼리</a:t>
            </a:r>
            <a:endParaRPr sz="2133" dirty="0">
              <a:latin typeface="Malgun Gothic"/>
              <a:cs typeface="Malgun Gothic"/>
            </a:endParaRPr>
          </a:p>
          <a:p>
            <a:pPr marL="321725" marR="15240" indent="-304792">
              <a:lnSpc>
                <a:spcPts val="2533"/>
              </a:lnSpc>
              <a:spcBef>
                <a:spcPts val="1680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Enables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combining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and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Hadoop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in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single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queryaa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spcBef>
                <a:spcPts val="1627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Supports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connectors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for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HDFS,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HBase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and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Hive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Provides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extensible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framework</a:t>
            </a:r>
            <a:r>
              <a:rPr sz="2133" spc="-1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API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enable</a:t>
            </a:r>
            <a:endParaRPr sz="2133" dirty="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3887" y="4363311"/>
            <a:ext cx="4158827" cy="1017693"/>
            <a:chOff x="392915" y="3272483"/>
            <a:chExt cx="3119120" cy="763270"/>
          </a:xfrm>
        </p:grpSpPr>
        <p:sp>
          <p:nvSpPr>
            <p:cNvPr id="8" name="object 8"/>
            <p:cNvSpPr/>
            <p:nvPr/>
          </p:nvSpPr>
          <p:spPr>
            <a:xfrm>
              <a:off x="620528" y="3278833"/>
              <a:ext cx="2885440" cy="562610"/>
            </a:xfrm>
            <a:custGeom>
              <a:avLst/>
              <a:gdLst/>
              <a:ahLst/>
              <a:cxnLst/>
              <a:rect l="l" t="t" r="r" b="b"/>
              <a:pathLst>
                <a:path w="2885440" h="562610">
                  <a:moveTo>
                    <a:pt x="2791350" y="0"/>
                  </a:moveTo>
                  <a:lnTo>
                    <a:pt x="93761" y="0"/>
                  </a:lnTo>
                  <a:lnTo>
                    <a:pt x="57265" y="7368"/>
                  </a:lnTo>
                  <a:lnTo>
                    <a:pt x="27462" y="27462"/>
                  </a:lnTo>
                  <a:lnTo>
                    <a:pt x="7368" y="57265"/>
                  </a:lnTo>
                  <a:lnTo>
                    <a:pt x="0" y="93761"/>
                  </a:lnTo>
                  <a:lnTo>
                    <a:pt x="0" y="468800"/>
                  </a:lnTo>
                  <a:lnTo>
                    <a:pt x="7368" y="505296"/>
                  </a:lnTo>
                  <a:lnTo>
                    <a:pt x="27462" y="535100"/>
                  </a:lnTo>
                  <a:lnTo>
                    <a:pt x="57265" y="555194"/>
                  </a:lnTo>
                  <a:lnTo>
                    <a:pt x="93761" y="562563"/>
                  </a:lnTo>
                  <a:lnTo>
                    <a:pt x="2791350" y="562563"/>
                  </a:lnTo>
                  <a:lnTo>
                    <a:pt x="2827846" y="555194"/>
                  </a:lnTo>
                  <a:lnTo>
                    <a:pt x="2857650" y="535100"/>
                  </a:lnTo>
                  <a:lnTo>
                    <a:pt x="2877744" y="505296"/>
                  </a:lnTo>
                  <a:lnTo>
                    <a:pt x="2885112" y="468800"/>
                  </a:lnTo>
                  <a:lnTo>
                    <a:pt x="2885112" y="93761"/>
                  </a:lnTo>
                  <a:lnTo>
                    <a:pt x="2877744" y="57265"/>
                  </a:lnTo>
                  <a:lnTo>
                    <a:pt x="2857650" y="27462"/>
                  </a:lnTo>
                  <a:lnTo>
                    <a:pt x="2827846" y="7368"/>
                  </a:lnTo>
                  <a:lnTo>
                    <a:pt x="2791350" y="0"/>
                  </a:lnTo>
                  <a:close/>
                </a:path>
              </a:pathLst>
            </a:custGeom>
            <a:solidFill>
              <a:srgbClr val="F68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0528" y="3278833"/>
              <a:ext cx="2885440" cy="562610"/>
            </a:xfrm>
            <a:custGeom>
              <a:avLst/>
              <a:gdLst/>
              <a:ahLst/>
              <a:cxnLst/>
              <a:rect l="l" t="t" r="r" b="b"/>
              <a:pathLst>
                <a:path w="2885440" h="562610">
                  <a:moveTo>
                    <a:pt x="0" y="93761"/>
                  </a:moveTo>
                  <a:lnTo>
                    <a:pt x="7368" y="57265"/>
                  </a:lnTo>
                  <a:lnTo>
                    <a:pt x="27462" y="27462"/>
                  </a:lnTo>
                  <a:lnTo>
                    <a:pt x="57265" y="7368"/>
                  </a:lnTo>
                  <a:lnTo>
                    <a:pt x="93761" y="0"/>
                  </a:lnTo>
                  <a:lnTo>
                    <a:pt x="2791350" y="0"/>
                  </a:lnTo>
                  <a:lnTo>
                    <a:pt x="2827846" y="7368"/>
                  </a:lnTo>
                  <a:lnTo>
                    <a:pt x="2857649" y="27462"/>
                  </a:lnTo>
                  <a:lnTo>
                    <a:pt x="2877743" y="57265"/>
                  </a:lnTo>
                  <a:lnTo>
                    <a:pt x="2885112" y="93761"/>
                  </a:lnTo>
                  <a:lnTo>
                    <a:pt x="2885112" y="468800"/>
                  </a:lnTo>
                  <a:lnTo>
                    <a:pt x="2877743" y="505297"/>
                  </a:lnTo>
                  <a:lnTo>
                    <a:pt x="2857649" y="535100"/>
                  </a:lnTo>
                  <a:lnTo>
                    <a:pt x="2827846" y="555194"/>
                  </a:lnTo>
                  <a:lnTo>
                    <a:pt x="2791350" y="562562"/>
                  </a:lnTo>
                  <a:lnTo>
                    <a:pt x="93761" y="562562"/>
                  </a:lnTo>
                  <a:lnTo>
                    <a:pt x="57265" y="555194"/>
                  </a:lnTo>
                  <a:lnTo>
                    <a:pt x="27462" y="535100"/>
                  </a:lnTo>
                  <a:lnTo>
                    <a:pt x="7368" y="505297"/>
                  </a:lnTo>
                  <a:lnTo>
                    <a:pt x="0" y="468800"/>
                  </a:lnTo>
                  <a:lnTo>
                    <a:pt x="0" y="9376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2915" y="3309607"/>
              <a:ext cx="1015014" cy="72573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2647" y="3383244"/>
              <a:ext cx="450850" cy="383540"/>
            </a:xfrm>
            <a:custGeom>
              <a:avLst/>
              <a:gdLst/>
              <a:ahLst/>
              <a:cxnLst/>
              <a:rect l="l" t="t" r="r" b="b"/>
              <a:pathLst>
                <a:path w="450850" h="383539">
                  <a:moveTo>
                    <a:pt x="450437" y="0"/>
                  </a:moveTo>
                  <a:lnTo>
                    <a:pt x="406983" y="32330"/>
                  </a:lnTo>
                  <a:lnTo>
                    <a:pt x="358229" y="44180"/>
                  </a:lnTo>
                  <a:lnTo>
                    <a:pt x="296405" y="51952"/>
                  </a:lnTo>
                  <a:lnTo>
                    <a:pt x="225219" y="54743"/>
                  </a:lnTo>
                  <a:lnTo>
                    <a:pt x="154032" y="51952"/>
                  </a:lnTo>
                  <a:lnTo>
                    <a:pt x="92208" y="44180"/>
                  </a:lnTo>
                  <a:lnTo>
                    <a:pt x="43455" y="32330"/>
                  </a:lnTo>
                  <a:lnTo>
                    <a:pt x="11482" y="17303"/>
                  </a:lnTo>
                  <a:lnTo>
                    <a:pt x="1" y="0"/>
                  </a:lnTo>
                  <a:lnTo>
                    <a:pt x="0" y="328458"/>
                  </a:lnTo>
                  <a:lnTo>
                    <a:pt x="43453" y="360789"/>
                  </a:lnTo>
                  <a:lnTo>
                    <a:pt x="92206" y="372639"/>
                  </a:lnTo>
                  <a:lnTo>
                    <a:pt x="154031" y="380411"/>
                  </a:lnTo>
                  <a:lnTo>
                    <a:pt x="225217" y="383202"/>
                  </a:lnTo>
                  <a:lnTo>
                    <a:pt x="296404" y="380411"/>
                  </a:lnTo>
                  <a:lnTo>
                    <a:pt x="358228" y="372639"/>
                  </a:lnTo>
                  <a:lnTo>
                    <a:pt x="406981" y="360789"/>
                  </a:lnTo>
                  <a:lnTo>
                    <a:pt x="438954" y="345761"/>
                  </a:lnTo>
                  <a:lnTo>
                    <a:pt x="450435" y="328458"/>
                  </a:lnTo>
                  <a:lnTo>
                    <a:pt x="450437" y="0"/>
                  </a:lnTo>
                  <a:close/>
                </a:path>
              </a:pathLst>
            </a:custGeom>
            <a:solidFill>
              <a:srgbClr val="F68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82648" y="3328501"/>
              <a:ext cx="450850" cy="109855"/>
            </a:xfrm>
            <a:custGeom>
              <a:avLst/>
              <a:gdLst/>
              <a:ahLst/>
              <a:cxnLst/>
              <a:rect l="l" t="t" r="r" b="b"/>
              <a:pathLst>
                <a:path w="450850" h="109854">
                  <a:moveTo>
                    <a:pt x="225217" y="0"/>
                  </a:moveTo>
                  <a:lnTo>
                    <a:pt x="154031" y="2790"/>
                  </a:lnTo>
                  <a:lnTo>
                    <a:pt x="92206" y="10562"/>
                  </a:lnTo>
                  <a:lnTo>
                    <a:pt x="43453" y="22412"/>
                  </a:lnTo>
                  <a:lnTo>
                    <a:pt x="0" y="54743"/>
                  </a:lnTo>
                  <a:lnTo>
                    <a:pt x="11481" y="72046"/>
                  </a:lnTo>
                  <a:lnTo>
                    <a:pt x="43453" y="87073"/>
                  </a:lnTo>
                  <a:lnTo>
                    <a:pt x="92206" y="98924"/>
                  </a:lnTo>
                  <a:lnTo>
                    <a:pt x="154031" y="106695"/>
                  </a:lnTo>
                  <a:lnTo>
                    <a:pt x="225217" y="109486"/>
                  </a:lnTo>
                  <a:lnTo>
                    <a:pt x="296404" y="106695"/>
                  </a:lnTo>
                  <a:lnTo>
                    <a:pt x="358228" y="98924"/>
                  </a:lnTo>
                  <a:lnTo>
                    <a:pt x="406981" y="87073"/>
                  </a:lnTo>
                  <a:lnTo>
                    <a:pt x="438954" y="72046"/>
                  </a:lnTo>
                  <a:lnTo>
                    <a:pt x="450435" y="54743"/>
                  </a:lnTo>
                  <a:lnTo>
                    <a:pt x="438954" y="37440"/>
                  </a:lnTo>
                  <a:lnTo>
                    <a:pt x="406981" y="22412"/>
                  </a:lnTo>
                  <a:lnTo>
                    <a:pt x="358228" y="10562"/>
                  </a:lnTo>
                  <a:lnTo>
                    <a:pt x="296404" y="2790"/>
                  </a:lnTo>
                  <a:lnTo>
                    <a:pt x="225217" y="0"/>
                  </a:lnTo>
                  <a:close/>
                </a:path>
              </a:pathLst>
            </a:custGeom>
            <a:solidFill>
              <a:srgbClr val="FAB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2648" y="3328501"/>
              <a:ext cx="450850" cy="438150"/>
            </a:xfrm>
            <a:custGeom>
              <a:avLst/>
              <a:gdLst/>
              <a:ahLst/>
              <a:cxnLst/>
              <a:rect l="l" t="t" r="r" b="b"/>
              <a:pathLst>
                <a:path w="450850" h="438150">
                  <a:moveTo>
                    <a:pt x="450435" y="54742"/>
                  </a:moveTo>
                  <a:lnTo>
                    <a:pt x="406981" y="87073"/>
                  </a:lnTo>
                  <a:lnTo>
                    <a:pt x="358228" y="98923"/>
                  </a:lnTo>
                  <a:lnTo>
                    <a:pt x="296404" y="106695"/>
                  </a:lnTo>
                  <a:lnTo>
                    <a:pt x="225217" y="109485"/>
                  </a:lnTo>
                  <a:lnTo>
                    <a:pt x="154031" y="106695"/>
                  </a:lnTo>
                  <a:lnTo>
                    <a:pt x="92207" y="98923"/>
                  </a:lnTo>
                  <a:lnTo>
                    <a:pt x="43453" y="87073"/>
                  </a:lnTo>
                  <a:lnTo>
                    <a:pt x="11481" y="72046"/>
                  </a:lnTo>
                  <a:lnTo>
                    <a:pt x="0" y="54742"/>
                  </a:lnTo>
                  <a:lnTo>
                    <a:pt x="11481" y="37439"/>
                  </a:lnTo>
                  <a:lnTo>
                    <a:pt x="43453" y="22412"/>
                  </a:lnTo>
                  <a:lnTo>
                    <a:pt x="92207" y="10562"/>
                  </a:lnTo>
                  <a:lnTo>
                    <a:pt x="154031" y="2790"/>
                  </a:lnTo>
                  <a:lnTo>
                    <a:pt x="225217" y="0"/>
                  </a:lnTo>
                  <a:lnTo>
                    <a:pt x="296404" y="2790"/>
                  </a:lnTo>
                  <a:lnTo>
                    <a:pt x="358228" y="10562"/>
                  </a:lnTo>
                  <a:lnTo>
                    <a:pt x="406981" y="22412"/>
                  </a:lnTo>
                  <a:lnTo>
                    <a:pt x="438954" y="37439"/>
                  </a:lnTo>
                  <a:lnTo>
                    <a:pt x="450435" y="54742"/>
                  </a:lnTo>
                  <a:close/>
                </a:path>
                <a:path w="450850" h="438150">
                  <a:moveTo>
                    <a:pt x="450435" y="383201"/>
                  </a:moveTo>
                  <a:lnTo>
                    <a:pt x="406981" y="415532"/>
                  </a:lnTo>
                  <a:lnTo>
                    <a:pt x="358228" y="427382"/>
                  </a:lnTo>
                  <a:lnTo>
                    <a:pt x="296404" y="435154"/>
                  </a:lnTo>
                  <a:lnTo>
                    <a:pt x="225217" y="437944"/>
                  </a:lnTo>
                  <a:lnTo>
                    <a:pt x="154031" y="435154"/>
                  </a:lnTo>
                  <a:lnTo>
                    <a:pt x="92207" y="427382"/>
                  </a:lnTo>
                  <a:lnTo>
                    <a:pt x="43453" y="415532"/>
                  </a:lnTo>
                  <a:lnTo>
                    <a:pt x="11481" y="400504"/>
                  </a:lnTo>
                  <a:lnTo>
                    <a:pt x="0" y="383201"/>
                  </a:lnTo>
                  <a:lnTo>
                    <a:pt x="0" y="5474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15898" y="1577146"/>
            <a:ext cx="3888740" cy="2661073"/>
            <a:chOff x="611923" y="1182859"/>
            <a:chExt cx="2916555" cy="19958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552" y="1182859"/>
              <a:ext cx="2092859" cy="37096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1520" y="1823352"/>
              <a:ext cx="510462" cy="5915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41520" y="1823353"/>
              <a:ext cx="510540" cy="591820"/>
            </a:xfrm>
            <a:custGeom>
              <a:avLst/>
              <a:gdLst/>
              <a:ahLst/>
              <a:cxnLst/>
              <a:rect l="l" t="t" r="r" b="b"/>
              <a:pathLst>
                <a:path w="510539" h="591819">
                  <a:moveTo>
                    <a:pt x="0" y="51239"/>
                  </a:moveTo>
                  <a:lnTo>
                    <a:pt x="4026" y="31294"/>
                  </a:lnTo>
                  <a:lnTo>
                    <a:pt x="15007" y="15007"/>
                  </a:lnTo>
                  <a:lnTo>
                    <a:pt x="31295" y="4026"/>
                  </a:lnTo>
                  <a:lnTo>
                    <a:pt x="51239" y="0"/>
                  </a:lnTo>
                  <a:lnTo>
                    <a:pt x="459222" y="0"/>
                  </a:lnTo>
                  <a:lnTo>
                    <a:pt x="479167" y="4026"/>
                  </a:lnTo>
                  <a:lnTo>
                    <a:pt x="495454" y="15007"/>
                  </a:lnTo>
                  <a:lnTo>
                    <a:pt x="506436" y="31294"/>
                  </a:lnTo>
                  <a:lnTo>
                    <a:pt x="510462" y="51239"/>
                  </a:lnTo>
                  <a:lnTo>
                    <a:pt x="510462" y="540356"/>
                  </a:lnTo>
                  <a:lnTo>
                    <a:pt x="506436" y="560301"/>
                  </a:lnTo>
                  <a:lnTo>
                    <a:pt x="495454" y="576588"/>
                  </a:lnTo>
                  <a:lnTo>
                    <a:pt x="479167" y="587570"/>
                  </a:lnTo>
                  <a:lnTo>
                    <a:pt x="459222" y="591596"/>
                  </a:lnTo>
                  <a:lnTo>
                    <a:pt x="51239" y="591596"/>
                  </a:lnTo>
                  <a:lnTo>
                    <a:pt x="31295" y="587570"/>
                  </a:lnTo>
                  <a:lnTo>
                    <a:pt x="15007" y="576588"/>
                  </a:lnTo>
                  <a:lnTo>
                    <a:pt x="4026" y="560301"/>
                  </a:lnTo>
                  <a:lnTo>
                    <a:pt x="0" y="540356"/>
                  </a:lnTo>
                  <a:lnTo>
                    <a:pt x="0" y="51239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2135" y="1945728"/>
              <a:ext cx="243997" cy="24399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5864" y="1885412"/>
              <a:ext cx="243997" cy="2439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1628" y="2043580"/>
              <a:ext cx="280453" cy="4795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5907" y="1543480"/>
              <a:ext cx="486086" cy="37096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1974" y="1747771"/>
              <a:ext cx="312328" cy="31232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16301" y="1823352"/>
              <a:ext cx="510463" cy="59159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216301" y="1823353"/>
              <a:ext cx="510540" cy="591820"/>
            </a:xfrm>
            <a:custGeom>
              <a:avLst/>
              <a:gdLst/>
              <a:ahLst/>
              <a:cxnLst/>
              <a:rect l="l" t="t" r="r" b="b"/>
              <a:pathLst>
                <a:path w="510539" h="591819">
                  <a:moveTo>
                    <a:pt x="0" y="51239"/>
                  </a:moveTo>
                  <a:lnTo>
                    <a:pt x="4026" y="31294"/>
                  </a:lnTo>
                  <a:lnTo>
                    <a:pt x="15007" y="15007"/>
                  </a:lnTo>
                  <a:lnTo>
                    <a:pt x="31294" y="4026"/>
                  </a:lnTo>
                  <a:lnTo>
                    <a:pt x="51239" y="0"/>
                  </a:lnTo>
                  <a:lnTo>
                    <a:pt x="459222" y="0"/>
                  </a:lnTo>
                  <a:lnTo>
                    <a:pt x="479167" y="4026"/>
                  </a:lnTo>
                  <a:lnTo>
                    <a:pt x="495454" y="15007"/>
                  </a:lnTo>
                  <a:lnTo>
                    <a:pt x="506436" y="31294"/>
                  </a:lnTo>
                  <a:lnTo>
                    <a:pt x="510462" y="51239"/>
                  </a:lnTo>
                  <a:lnTo>
                    <a:pt x="510462" y="540356"/>
                  </a:lnTo>
                  <a:lnTo>
                    <a:pt x="506436" y="560301"/>
                  </a:lnTo>
                  <a:lnTo>
                    <a:pt x="495454" y="576588"/>
                  </a:lnTo>
                  <a:lnTo>
                    <a:pt x="479167" y="587570"/>
                  </a:lnTo>
                  <a:lnTo>
                    <a:pt x="459222" y="591596"/>
                  </a:lnTo>
                  <a:lnTo>
                    <a:pt x="51239" y="591596"/>
                  </a:lnTo>
                  <a:lnTo>
                    <a:pt x="31294" y="587570"/>
                  </a:lnTo>
                  <a:lnTo>
                    <a:pt x="15007" y="576588"/>
                  </a:lnTo>
                  <a:lnTo>
                    <a:pt x="4026" y="560301"/>
                  </a:lnTo>
                  <a:lnTo>
                    <a:pt x="0" y="540356"/>
                  </a:lnTo>
                  <a:lnTo>
                    <a:pt x="0" y="51239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6917" y="1945728"/>
              <a:ext cx="243997" cy="24399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0645" y="1885412"/>
              <a:ext cx="243997" cy="24399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6408" y="2043580"/>
              <a:ext cx="280453" cy="47951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20689" y="1543480"/>
              <a:ext cx="486086" cy="37096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6754" y="1747771"/>
              <a:ext cx="312328" cy="31232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1081" y="1823352"/>
              <a:ext cx="510463" cy="59159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891081" y="1823353"/>
              <a:ext cx="510540" cy="591820"/>
            </a:xfrm>
            <a:custGeom>
              <a:avLst/>
              <a:gdLst/>
              <a:ahLst/>
              <a:cxnLst/>
              <a:rect l="l" t="t" r="r" b="b"/>
              <a:pathLst>
                <a:path w="510539" h="591819">
                  <a:moveTo>
                    <a:pt x="0" y="51239"/>
                  </a:moveTo>
                  <a:lnTo>
                    <a:pt x="4026" y="31294"/>
                  </a:lnTo>
                  <a:lnTo>
                    <a:pt x="15007" y="15007"/>
                  </a:lnTo>
                  <a:lnTo>
                    <a:pt x="31294" y="4026"/>
                  </a:lnTo>
                  <a:lnTo>
                    <a:pt x="51239" y="0"/>
                  </a:lnTo>
                  <a:lnTo>
                    <a:pt x="459222" y="0"/>
                  </a:lnTo>
                  <a:lnTo>
                    <a:pt x="479167" y="4026"/>
                  </a:lnTo>
                  <a:lnTo>
                    <a:pt x="495454" y="15007"/>
                  </a:lnTo>
                  <a:lnTo>
                    <a:pt x="506436" y="31294"/>
                  </a:lnTo>
                  <a:lnTo>
                    <a:pt x="510463" y="51239"/>
                  </a:lnTo>
                  <a:lnTo>
                    <a:pt x="510463" y="540356"/>
                  </a:lnTo>
                  <a:lnTo>
                    <a:pt x="506436" y="560301"/>
                  </a:lnTo>
                  <a:lnTo>
                    <a:pt x="495454" y="576588"/>
                  </a:lnTo>
                  <a:lnTo>
                    <a:pt x="479167" y="587570"/>
                  </a:lnTo>
                  <a:lnTo>
                    <a:pt x="459222" y="591596"/>
                  </a:lnTo>
                  <a:lnTo>
                    <a:pt x="51239" y="591596"/>
                  </a:lnTo>
                  <a:lnTo>
                    <a:pt x="31294" y="587570"/>
                  </a:lnTo>
                  <a:lnTo>
                    <a:pt x="15007" y="576588"/>
                  </a:lnTo>
                  <a:lnTo>
                    <a:pt x="4026" y="560301"/>
                  </a:lnTo>
                  <a:lnTo>
                    <a:pt x="0" y="540356"/>
                  </a:lnTo>
                  <a:lnTo>
                    <a:pt x="0" y="51239"/>
                  </a:lnTo>
                  <a:close/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1697" y="1945728"/>
              <a:ext cx="243997" cy="24399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5424" y="1885412"/>
              <a:ext cx="243997" cy="24399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1188" y="2043580"/>
              <a:ext cx="280453" cy="47951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5469" y="1543480"/>
              <a:ext cx="486084" cy="3709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1534" y="1747771"/>
              <a:ext cx="312328" cy="31232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18273" y="2926231"/>
              <a:ext cx="2885440" cy="246379"/>
            </a:xfrm>
            <a:custGeom>
              <a:avLst/>
              <a:gdLst/>
              <a:ahLst/>
              <a:cxnLst/>
              <a:rect l="l" t="t" r="r" b="b"/>
              <a:pathLst>
                <a:path w="2885440" h="246380">
                  <a:moveTo>
                    <a:pt x="2844097" y="0"/>
                  </a:moveTo>
                  <a:lnTo>
                    <a:pt x="41015" y="0"/>
                  </a:lnTo>
                  <a:lnTo>
                    <a:pt x="25050" y="3223"/>
                  </a:lnTo>
                  <a:lnTo>
                    <a:pt x="12013" y="12012"/>
                  </a:lnTo>
                  <a:lnTo>
                    <a:pt x="3223" y="25049"/>
                  </a:lnTo>
                  <a:lnTo>
                    <a:pt x="0" y="41014"/>
                  </a:lnTo>
                  <a:lnTo>
                    <a:pt x="0" y="205073"/>
                  </a:lnTo>
                  <a:lnTo>
                    <a:pt x="3223" y="221037"/>
                  </a:lnTo>
                  <a:lnTo>
                    <a:pt x="12013" y="234074"/>
                  </a:lnTo>
                  <a:lnTo>
                    <a:pt x="25050" y="242864"/>
                  </a:lnTo>
                  <a:lnTo>
                    <a:pt x="41015" y="246087"/>
                  </a:lnTo>
                  <a:lnTo>
                    <a:pt x="2844097" y="246087"/>
                  </a:lnTo>
                  <a:lnTo>
                    <a:pt x="2860062" y="242864"/>
                  </a:lnTo>
                  <a:lnTo>
                    <a:pt x="2873099" y="234074"/>
                  </a:lnTo>
                  <a:lnTo>
                    <a:pt x="2881889" y="221037"/>
                  </a:lnTo>
                  <a:lnTo>
                    <a:pt x="2885112" y="205073"/>
                  </a:lnTo>
                  <a:lnTo>
                    <a:pt x="2885112" y="41014"/>
                  </a:lnTo>
                  <a:lnTo>
                    <a:pt x="2881889" y="25049"/>
                  </a:lnTo>
                  <a:lnTo>
                    <a:pt x="2873099" y="12012"/>
                  </a:lnTo>
                  <a:lnTo>
                    <a:pt x="2860062" y="3223"/>
                  </a:lnTo>
                  <a:lnTo>
                    <a:pt x="2844097" y="0"/>
                  </a:lnTo>
                  <a:close/>
                </a:path>
              </a:pathLst>
            </a:custGeom>
            <a:solidFill>
              <a:srgbClr val="F68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8273" y="2926231"/>
              <a:ext cx="2885440" cy="246379"/>
            </a:xfrm>
            <a:custGeom>
              <a:avLst/>
              <a:gdLst/>
              <a:ahLst/>
              <a:cxnLst/>
              <a:rect l="l" t="t" r="r" b="b"/>
              <a:pathLst>
                <a:path w="2885440" h="246380">
                  <a:moveTo>
                    <a:pt x="0" y="41014"/>
                  </a:moveTo>
                  <a:lnTo>
                    <a:pt x="3223" y="25050"/>
                  </a:lnTo>
                  <a:lnTo>
                    <a:pt x="12013" y="12013"/>
                  </a:lnTo>
                  <a:lnTo>
                    <a:pt x="25050" y="3223"/>
                  </a:lnTo>
                  <a:lnTo>
                    <a:pt x="41014" y="0"/>
                  </a:lnTo>
                  <a:lnTo>
                    <a:pt x="2844097" y="0"/>
                  </a:lnTo>
                  <a:lnTo>
                    <a:pt x="2860062" y="3223"/>
                  </a:lnTo>
                  <a:lnTo>
                    <a:pt x="2873099" y="12013"/>
                  </a:lnTo>
                  <a:lnTo>
                    <a:pt x="2881889" y="25050"/>
                  </a:lnTo>
                  <a:lnTo>
                    <a:pt x="2885112" y="41014"/>
                  </a:lnTo>
                  <a:lnTo>
                    <a:pt x="2885112" y="205072"/>
                  </a:lnTo>
                  <a:lnTo>
                    <a:pt x="2881889" y="221037"/>
                  </a:lnTo>
                  <a:lnTo>
                    <a:pt x="2873099" y="234074"/>
                  </a:lnTo>
                  <a:lnTo>
                    <a:pt x="2860062" y="242864"/>
                  </a:lnTo>
                  <a:lnTo>
                    <a:pt x="2844097" y="246087"/>
                  </a:lnTo>
                  <a:lnTo>
                    <a:pt x="41014" y="246087"/>
                  </a:lnTo>
                  <a:lnTo>
                    <a:pt x="25050" y="242864"/>
                  </a:lnTo>
                  <a:lnTo>
                    <a:pt x="12013" y="234074"/>
                  </a:lnTo>
                  <a:lnTo>
                    <a:pt x="3223" y="221037"/>
                  </a:lnTo>
                  <a:lnTo>
                    <a:pt x="0" y="205072"/>
                  </a:lnTo>
                  <a:lnTo>
                    <a:pt x="0" y="4101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601512" y="3957326"/>
            <a:ext cx="242231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47" dirty="0">
                <a:solidFill>
                  <a:srgbClr val="F2F2F2"/>
                </a:solidFill>
                <a:latin typeface="Calibri"/>
                <a:cs typeface="Calibri"/>
              </a:rPr>
              <a:t>PIVOTAL-</a:t>
            </a:r>
            <a:r>
              <a:rPr sz="1200" spc="-253" dirty="0">
                <a:solidFill>
                  <a:srgbClr val="F2F2F2"/>
                </a:solidFill>
                <a:latin typeface="Calibri"/>
                <a:cs typeface="Calibri"/>
              </a:rPr>
              <a:t>--</a:t>
            </a:r>
            <a:r>
              <a:rPr sz="1200" dirty="0">
                <a:solidFill>
                  <a:srgbClr val="F2F2F2"/>
                </a:solidFill>
                <a:latin typeface="Calibri"/>
                <a:cs typeface="Calibri"/>
              </a:rPr>
              <a:t>HD</a:t>
            </a:r>
            <a:r>
              <a:rPr sz="1200" spc="47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2F2F2"/>
                </a:solidFill>
                <a:latin typeface="Calibri"/>
                <a:cs typeface="Calibri"/>
              </a:rPr>
              <a:t>EXTENSION</a:t>
            </a:r>
            <a:r>
              <a:rPr sz="1200" spc="47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sz="1200" spc="-13" dirty="0">
                <a:solidFill>
                  <a:srgbClr val="F2F2F2"/>
                </a:solidFill>
                <a:latin typeface="Calibri"/>
                <a:cs typeface="Calibri"/>
              </a:rPr>
              <a:t>FRAMEWORK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02700" y="4678407"/>
            <a:ext cx="289560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spc="-27" dirty="0">
                <a:solidFill>
                  <a:srgbClr val="FFFFFF"/>
                </a:solidFill>
                <a:latin typeface="Calibri"/>
                <a:cs typeface="Calibri"/>
              </a:rPr>
              <a:t>HDFS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38763" y="4432450"/>
            <a:ext cx="618067" cy="601133"/>
            <a:chOff x="1979072" y="3324337"/>
            <a:chExt cx="463550" cy="450850"/>
          </a:xfrm>
        </p:grpSpPr>
        <p:sp>
          <p:nvSpPr>
            <p:cNvPr id="42" name="object 42"/>
            <p:cNvSpPr/>
            <p:nvPr/>
          </p:nvSpPr>
          <p:spPr>
            <a:xfrm>
              <a:off x="1985422" y="3385429"/>
              <a:ext cx="450850" cy="383540"/>
            </a:xfrm>
            <a:custGeom>
              <a:avLst/>
              <a:gdLst/>
              <a:ahLst/>
              <a:cxnLst/>
              <a:rect l="l" t="t" r="r" b="b"/>
              <a:pathLst>
                <a:path w="450850" h="383539">
                  <a:moveTo>
                    <a:pt x="450437" y="0"/>
                  </a:moveTo>
                  <a:lnTo>
                    <a:pt x="406983" y="32330"/>
                  </a:lnTo>
                  <a:lnTo>
                    <a:pt x="358229" y="44180"/>
                  </a:lnTo>
                  <a:lnTo>
                    <a:pt x="296405" y="51952"/>
                  </a:lnTo>
                  <a:lnTo>
                    <a:pt x="225219" y="54743"/>
                  </a:lnTo>
                  <a:lnTo>
                    <a:pt x="154032" y="51952"/>
                  </a:lnTo>
                  <a:lnTo>
                    <a:pt x="92208" y="44180"/>
                  </a:lnTo>
                  <a:lnTo>
                    <a:pt x="43455" y="32330"/>
                  </a:lnTo>
                  <a:lnTo>
                    <a:pt x="11482" y="17303"/>
                  </a:lnTo>
                  <a:lnTo>
                    <a:pt x="1" y="0"/>
                  </a:lnTo>
                  <a:lnTo>
                    <a:pt x="0" y="328458"/>
                  </a:lnTo>
                  <a:lnTo>
                    <a:pt x="43454" y="360789"/>
                  </a:lnTo>
                  <a:lnTo>
                    <a:pt x="92207" y="372639"/>
                  </a:lnTo>
                  <a:lnTo>
                    <a:pt x="154031" y="380411"/>
                  </a:lnTo>
                  <a:lnTo>
                    <a:pt x="225217" y="383202"/>
                  </a:lnTo>
                  <a:lnTo>
                    <a:pt x="296404" y="380411"/>
                  </a:lnTo>
                  <a:lnTo>
                    <a:pt x="358228" y="372639"/>
                  </a:lnTo>
                  <a:lnTo>
                    <a:pt x="406981" y="360789"/>
                  </a:lnTo>
                  <a:lnTo>
                    <a:pt x="438954" y="345761"/>
                  </a:lnTo>
                  <a:lnTo>
                    <a:pt x="450435" y="328458"/>
                  </a:lnTo>
                  <a:lnTo>
                    <a:pt x="450437" y="0"/>
                  </a:lnTo>
                  <a:close/>
                </a:path>
              </a:pathLst>
            </a:custGeom>
            <a:solidFill>
              <a:srgbClr val="F68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85424" y="3330686"/>
              <a:ext cx="450850" cy="109855"/>
            </a:xfrm>
            <a:custGeom>
              <a:avLst/>
              <a:gdLst/>
              <a:ahLst/>
              <a:cxnLst/>
              <a:rect l="l" t="t" r="r" b="b"/>
              <a:pathLst>
                <a:path w="450850" h="109854">
                  <a:moveTo>
                    <a:pt x="225217" y="0"/>
                  </a:moveTo>
                  <a:lnTo>
                    <a:pt x="154031" y="2790"/>
                  </a:lnTo>
                  <a:lnTo>
                    <a:pt x="92206" y="10561"/>
                  </a:lnTo>
                  <a:lnTo>
                    <a:pt x="43453" y="22411"/>
                  </a:lnTo>
                  <a:lnTo>
                    <a:pt x="0" y="54742"/>
                  </a:lnTo>
                  <a:lnTo>
                    <a:pt x="11481" y="72045"/>
                  </a:lnTo>
                  <a:lnTo>
                    <a:pt x="43453" y="87072"/>
                  </a:lnTo>
                  <a:lnTo>
                    <a:pt x="92206" y="98923"/>
                  </a:lnTo>
                  <a:lnTo>
                    <a:pt x="154031" y="106694"/>
                  </a:lnTo>
                  <a:lnTo>
                    <a:pt x="225217" y="109485"/>
                  </a:lnTo>
                  <a:lnTo>
                    <a:pt x="296404" y="106694"/>
                  </a:lnTo>
                  <a:lnTo>
                    <a:pt x="358228" y="98923"/>
                  </a:lnTo>
                  <a:lnTo>
                    <a:pt x="406981" y="87072"/>
                  </a:lnTo>
                  <a:lnTo>
                    <a:pt x="438954" y="72045"/>
                  </a:lnTo>
                  <a:lnTo>
                    <a:pt x="450435" y="54742"/>
                  </a:lnTo>
                  <a:lnTo>
                    <a:pt x="438954" y="37439"/>
                  </a:lnTo>
                  <a:lnTo>
                    <a:pt x="406981" y="22411"/>
                  </a:lnTo>
                  <a:lnTo>
                    <a:pt x="358228" y="10561"/>
                  </a:lnTo>
                  <a:lnTo>
                    <a:pt x="296404" y="2790"/>
                  </a:lnTo>
                  <a:lnTo>
                    <a:pt x="225217" y="0"/>
                  </a:lnTo>
                  <a:close/>
                </a:path>
              </a:pathLst>
            </a:custGeom>
            <a:solidFill>
              <a:srgbClr val="FAB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85422" y="3330687"/>
              <a:ext cx="450850" cy="438150"/>
            </a:xfrm>
            <a:custGeom>
              <a:avLst/>
              <a:gdLst/>
              <a:ahLst/>
              <a:cxnLst/>
              <a:rect l="l" t="t" r="r" b="b"/>
              <a:pathLst>
                <a:path w="450850" h="438150">
                  <a:moveTo>
                    <a:pt x="450435" y="54742"/>
                  </a:moveTo>
                  <a:lnTo>
                    <a:pt x="406981" y="87073"/>
                  </a:lnTo>
                  <a:lnTo>
                    <a:pt x="358228" y="98923"/>
                  </a:lnTo>
                  <a:lnTo>
                    <a:pt x="296404" y="106695"/>
                  </a:lnTo>
                  <a:lnTo>
                    <a:pt x="225217" y="109485"/>
                  </a:lnTo>
                  <a:lnTo>
                    <a:pt x="154031" y="106695"/>
                  </a:lnTo>
                  <a:lnTo>
                    <a:pt x="92207" y="98923"/>
                  </a:lnTo>
                  <a:lnTo>
                    <a:pt x="43454" y="87073"/>
                  </a:lnTo>
                  <a:lnTo>
                    <a:pt x="11481" y="72046"/>
                  </a:lnTo>
                  <a:lnTo>
                    <a:pt x="0" y="54742"/>
                  </a:lnTo>
                  <a:lnTo>
                    <a:pt x="11481" y="37439"/>
                  </a:lnTo>
                  <a:lnTo>
                    <a:pt x="43454" y="22412"/>
                  </a:lnTo>
                  <a:lnTo>
                    <a:pt x="92207" y="10562"/>
                  </a:lnTo>
                  <a:lnTo>
                    <a:pt x="154031" y="2790"/>
                  </a:lnTo>
                  <a:lnTo>
                    <a:pt x="225217" y="0"/>
                  </a:lnTo>
                  <a:lnTo>
                    <a:pt x="296404" y="2790"/>
                  </a:lnTo>
                  <a:lnTo>
                    <a:pt x="358228" y="10562"/>
                  </a:lnTo>
                  <a:lnTo>
                    <a:pt x="406981" y="22412"/>
                  </a:lnTo>
                  <a:lnTo>
                    <a:pt x="438954" y="37439"/>
                  </a:lnTo>
                  <a:lnTo>
                    <a:pt x="450435" y="54742"/>
                  </a:lnTo>
                  <a:close/>
                </a:path>
                <a:path w="450850" h="438150">
                  <a:moveTo>
                    <a:pt x="450435" y="383201"/>
                  </a:moveTo>
                  <a:lnTo>
                    <a:pt x="406981" y="415532"/>
                  </a:lnTo>
                  <a:lnTo>
                    <a:pt x="358228" y="427382"/>
                  </a:lnTo>
                  <a:lnTo>
                    <a:pt x="296404" y="435154"/>
                  </a:lnTo>
                  <a:lnTo>
                    <a:pt x="225217" y="437944"/>
                  </a:lnTo>
                  <a:lnTo>
                    <a:pt x="154031" y="435154"/>
                  </a:lnTo>
                  <a:lnTo>
                    <a:pt x="92207" y="427382"/>
                  </a:lnTo>
                  <a:lnTo>
                    <a:pt x="43454" y="415532"/>
                  </a:lnTo>
                  <a:lnTo>
                    <a:pt x="11481" y="400504"/>
                  </a:lnTo>
                  <a:lnTo>
                    <a:pt x="0" y="383201"/>
                  </a:lnTo>
                  <a:lnTo>
                    <a:pt x="0" y="5474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4030" y="4681319"/>
            <a:ext cx="334433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spc="-13" dirty="0">
                <a:solidFill>
                  <a:srgbClr val="FFFFFF"/>
                </a:solidFill>
                <a:latin typeface="Calibri"/>
                <a:cs typeface="Calibri"/>
              </a:rPr>
              <a:t>HBase</a:t>
            </a:r>
            <a:endParaRPr sz="933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425863" y="4435362"/>
            <a:ext cx="618067" cy="601133"/>
            <a:chOff x="2569397" y="3326521"/>
            <a:chExt cx="463550" cy="450850"/>
          </a:xfrm>
        </p:grpSpPr>
        <p:sp>
          <p:nvSpPr>
            <p:cNvPr id="47" name="object 47"/>
            <p:cNvSpPr/>
            <p:nvPr/>
          </p:nvSpPr>
          <p:spPr>
            <a:xfrm>
              <a:off x="2575746" y="3387614"/>
              <a:ext cx="450850" cy="383540"/>
            </a:xfrm>
            <a:custGeom>
              <a:avLst/>
              <a:gdLst/>
              <a:ahLst/>
              <a:cxnLst/>
              <a:rect l="l" t="t" r="r" b="b"/>
              <a:pathLst>
                <a:path w="450850" h="383539">
                  <a:moveTo>
                    <a:pt x="450437" y="0"/>
                  </a:moveTo>
                  <a:lnTo>
                    <a:pt x="406983" y="32330"/>
                  </a:lnTo>
                  <a:lnTo>
                    <a:pt x="358229" y="44180"/>
                  </a:lnTo>
                  <a:lnTo>
                    <a:pt x="296405" y="51951"/>
                  </a:lnTo>
                  <a:lnTo>
                    <a:pt x="225219" y="54742"/>
                  </a:lnTo>
                  <a:lnTo>
                    <a:pt x="154032" y="51951"/>
                  </a:lnTo>
                  <a:lnTo>
                    <a:pt x="92208" y="44180"/>
                  </a:lnTo>
                  <a:lnTo>
                    <a:pt x="43455" y="32330"/>
                  </a:lnTo>
                  <a:lnTo>
                    <a:pt x="11482" y="17302"/>
                  </a:lnTo>
                  <a:lnTo>
                    <a:pt x="1" y="0"/>
                  </a:lnTo>
                  <a:lnTo>
                    <a:pt x="0" y="328458"/>
                  </a:lnTo>
                  <a:lnTo>
                    <a:pt x="43453" y="360789"/>
                  </a:lnTo>
                  <a:lnTo>
                    <a:pt x="92206" y="372639"/>
                  </a:lnTo>
                  <a:lnTo>
                    <a:pt x="154031" y="380411"/>
                  </a:lnTo>
                  <a:lnTo>
                    <a:pt x="225217" y="383202"/>
                  </a:lnTo>
                  <a:lnTo>
                    <a:pt x="296404" y="380411"/>
                  </a:lnTo>
                  <a:lnTo>
                    <a:pt x="358228" y="372639"/>
                  </a:lnTo>
                  <a:lnTo>
                    <a:pt x="406981" y="360789"/>
                  </a:lnTo>
                  <a:lnTo>
                    <a:pt x="438954" y="345761"/>
                  </a:lnTo>
                  <a:lnTo>
                    <a:pt x="450435" y="328458"/>
                  </a:lnTo>
                  <a:lnTo>
                    <a:pt x="450437" y="0"/>
                  </a:lnTo>
                  <a:close/>
                </a:path>
              </a:pathLst>
            </a:custGeom>
            <a:solidFill>
              <a:srgbClr val="F684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575747" y="3332871"/>
              <a:ext cx="450850" cy="109855"/>
            </a:xfrm>
            <a:custGeom>
              <a:avLst/>
              <a:gdLst/>
              <a:ahLst/>
              <a:cxnLst/>
              <a:rect l="l" t="t" r="r" b="b"/>
              <a:pathLst>
                <a:path w="450850" h="109854">
                  <a:moveTo>
                    <a:pt x="225217" y="0"/>
                  </a:moveTo>
                  <a:lnTo>
                    <a:pt x="154031" y="2790"/>
                  </a:lnTo>
                  <a:lnTo>
                    <a:pt x="92206" y="10562"/>
                  </a:lnTo>
                  <a:lnTo>
                    <a:pt x="43453" y="22412"/>
                  </a:lnTo>
                  <a:lnTo>
                    <a:pt x="0" y="54743"/>
                  </a:lnTo>
                  <a:lnTo>
                    <a:pt x="11481" y="72046"/>
                  </a:lnTo>
                  <a:lnTo>
                    <a:pt x="43453" y="87073"/>
                  </a:lnTo>
                  <a:lnTo>
                    <a:pt x="92206" y="98923"/>
                  </a:lnTo>
                  <a:lnTo>
                    <a:pt x="154031" y="106694"/>
                  </a:lnTo>
                  <a:lnTo>
                    <a:pt x="225217" y="109485"/>
                  </a:lnTo>
                  <a:lnTo>
                    <a:pt x="296404" y="106694"/>
                  </a:lnTo>
                  <a:lnTo>
                    <a:pt x="358228" y="98923"/>
                  </a:lnTo>
                  <a:lnTo>
                    <a:pt x="406981" y="87073"/>
                  </a:lnTo>
                  <a:lnTo>
                    <a:pt x="438954" y="72046"/>
                  </a:lnTo>
                  <a:lnTo>
                    <a:pt x="450435" y="54743"/>
                  </a:lnTo>
                  <a:lnTo>
                    <a:pt x="438954" y="37440"/>
                  </a:lnTo>
                  <a:lnTo>
                    <a:pt x="406981" y="22412"/>
                  </a:lnTo>
                  <a:lnTo>
                    <a:pt x="358228" y="10562"/>
                  </a:lnTo>
                  <a:lnTo>
                    <a:pt x="296404" y="2790"/>
                  </a:lnTo>
                  <a:lnTo>
                    <a:pt x="225217" y="0"/>
                  </a:lnTo>
                  <a:close/>
                </a:path>
              </a:pathLst>
            </a:custGeom>
            <a:solidFill>
              <a:srgbClr val="FAB8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75747" y="3332871"/>
              <a:ext cx="450850" cy="438150"/>
            </a:xfrm>
            <a:custGeom>
              <a:avLst/>
              <a:gdLst/>
              <a:ahLst/>
              <a:cxnLst/>
              <a:rect l="l" t="t" r="r" b="b"/>
              <a:pathLst>
                <a:path w="450850" h="438150">
                  <a:moveTo>
                    <a:pt x="450435" y="54742"/>
                  </a:moveTo>
                  <a:lnTo>
                    <a:pt x="406981" y="87073"/>
                  </a:lnTo>
                  <a:lnTo>
                    <a:pt x="358228" y="98923"/>
                  </a:lnTo>
                  <a:lnTo>
                    <a:pt x="296404" y="106695"/>
                  </a:lnTo>
                  <a:lnTo>
                    <a:pt x="225217" y="109485"/>
                  </a:lnTo>
                  <a:lnTo>
                    <a:pt x="154031" y="106695"/>
                  </a:lnTo>
                  <a:lnTo>
                    <a:pt x="92207" y="98923"/>
                  </a:lnTo>
                  <a:lnTo>
                    <a:pt x="43453" y="87073"/>
                  </a:lnTo>
                  <a:lnTo>
                    <a:pt x="11481" y="72046"/>
                  </a:lnTo>
                  <a:lnTo>
                    <a:pt x="0" y="54742"/>
                  </a:lnTo>
                  <a:lnTo>
                    <a:pt x="11481" y="37439"/>
                  </a:lnTo>
                  <a:lnTo>
                    <a:pt x="43453" y="22412"/>
                  </a:lnTo>
                  <a:lnTo>
                    <a:pt x="92207" y="10562"/>
                  </a:lnTo>
                  <a:lnTo>
                    <a:pt x="154031" y="2790"/>
                  </a:lnTo>
                  <a:lnTo>
                    <a:pt x="225217" y="0"/>
                  </a:lnTo>
                  <a:lnTo>
                    <a:pt x="296404" y="2790"/>
                  </a:lnTo>
                  <a:lnTo>
                    <a:pt x="358228" y="10562"/>
                  </a:lnTo>
                  <a:lnTo>
                    <a:pt x="406981" y="22412"/>
                  </a:lnTo>
                  <a:lnTo>
                    <a:pt x="438954" y="37439"/>
                  </a:lnTo>
                  <a:lnTo>
                    <a:pt x="450435" y="54742"/>
                  </a:lnTo>
                  <a:close/>
                </a:path>
                <a:path w="450850" h="438150">
                  <a:moveTo>
                    <a:pt x="450435" y="383201"/>
                  </a:moveTo>
                  <a:lnTo>
                    <a:pt x="406981" y="415532"/>
                  </a:lnTo>
                  <a:lnTo>
                    <a:pt x="358228" y="427382"/>
                  </a:lnTo>
                  <a:lnTo>
                    <a:pt x="296404" y="435154"/>
                  </a:lnTo>
                  <a:lnTo>
                    <a:pt x="225217" y="437944"/>
                  </a:lnTo>
                  <a:lnTo>
                    <a:pt x="154031" y="435154"/>
                  </a:lnTo>
                  <a:lnTo>
                    <a:pt x="92207" y="427382"/>
                  </a:lnTo>
                  <a:lnTo>
                    <a:pt x="43453" y="415532"/>
                  </a:lnTo>
                  <a:lnTo>
                    <a:pt x="11481" y="400504"/>
                  </a:lnTo>
                  <a:lnTo>
                    <a:pt x="0" y="383201"/>
                  </a:lnTo>
                  <a:lnTo>
                    <a:pt x="0" y="54742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614566" y="4684233"/>
            <a:ext cx="248073" cy="1606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933" spc="-27" dirty="0">
                <a:solidFill>
                  <a:srgbClr val="FFFFFF"/>
                </a:solidFill>
                <a:latin typeface="Calibri"/>
                <a:cs typeface="Calibri"/>
              </a:rPr>
              <a:t>Hive</a:t>
            </a:r>
            <a:endParaRPr sz="933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33652" y="4226972"/>
            <a:ext cx="5814907" cy="17098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2730432" algn="ctr">
              <a:lnSpc>
                <a:spcPts val="2219"/>
              </a:lnSpc>
              <a:spcBef>
                <a:spcPts val="133"/>
              </a:spcBef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custom</a:t>
            </a:r>
            <a:r>
              <a:rPr sz="2133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connector</a:t>
            </a:r>
            <a:endParaRPr sz="2133" dirty="0">
              <a:latin typeface="Arial"/>
              <a:cs typeface="Arial"/>
            </a:endParaRPr>
          </a:p>
          <a:p>
            <a:pPr marR="2677940" algn="ctr">
              <a:lnSpc>
                <a:spcPts val="2093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Industry</a:t>
            </a:r>
            <a:r>
              <a:rPr sz="2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13" dirty="0">
                <a:solidFill>
                  <a:srgbClr val="FFFFFF"/>
                </a:solidFill>
                <a:latin typeface="Calibri"/>
                <a:cs typeface="Calibri"/>
              </a:rPr>
              <a:t>diﬀeren;ators</a:t>
            </a:r>
            <a:r>
              <a:rPr sz="240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67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62556" indent="-122764">
              <a:lnSpc>
                <a:spcPts val="2433"/>
              </a:lnSpc>
              <a:buClr>
                <a:srgbClr val="000000"/>
              </a:buClr>
              <a:buSzPct val="106250"/>
              <a:buFont typeface="Arial"/>
              <a:buChar char="•"/>
              <a:tabLst>
                <a:tab pos="162556" algn="l"/>
              </a:tabLst>
            </a:pPr>
            <a:r>
              <a:rPr sz="2133" dirty="0">
                <a:solidFill>
                  <a:srgbClr val="33928A"/>
                </a:solidFill>
                <a:latin typeface="Wingdings"/>
                <a:cs typeface="Wingdings"/>
              </a:rPr>
              <a:t></a:t>
            </a:r>
            <a:r>
              <a:rPr sz="2133" spc="200" dirty="0">
                <a:solidFill>
                  <a:srgbClr val="33928A"/>
                </a:solidFill>
                <a:latin typeface="Times New Roman"/>
                <a:cs typeface="Times New Roman"/>
              </a:rPr>
              <a:t>  </a:t>
            </a:r>
            <a:r>
              <a:rPr sz="3600" spc="-1140" baseline="-18518" dirty="0" err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33" spc="-713" dirty="0" err="1">
                <a:solidFill>
                  <a:srgbClr val="4D4D4D"/>
                </a:solidFill>
                <a:latin typeface="Arial"/>
                <a:cs typeface="Arial"/>
              </a:rPr>
              <a:t>A</a:t>
            </a:r>
            <a:r>
              <a:rPr sz="3600" spc="-949" baseline="-18518" dirty="0" err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33" spc="-473" dirty="0" err="1">
                <a:solidFill>
                  <a:srgbClr val="4D4D4D"/>
                </a:solidFill>
                <a:latin typeface="Arial"/>
                <a:cs typeface="Arial"/>
              </a:rPr>
              <a:t>v</a:t>
            </a:r>
            <a:r>
              <a:rPr sz="3600" spc="-1929" baseline="-18518" dirty="0" err="1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2133" spc="-13" dirty="0" err="1">
                <a:solidFill>
                  <a:srgbClr val="4D4D4D"/>
                </a:solidFill>
                <a:latin typeface="Arial"/>
                <a:cs typeface="Arial"/>
              </a:rPr>
              <a:t>ai</a:t>
            </a:r>
            <a:r>
              <a:rPr sz="2133" spc="-353" dirty="0" err="1">
                <a:solidFill>
                  <a:srgbClr val="4D4D4D"/>
                </a:solidFill>
                <a:latin typeface="Arial"/>
                <a:cs typeface="Arial"/>
              </a:rPr>
              <a:t>l</a:t>
            </a:r>
            <a:r>
              <a:rPr sz="3600" spc="-349" baseline="-18518" dirty="0" err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33" spc="-987" dirty="0" err="1">
                <a:solidFill>
                  <a:srgbClr val="4D4D4D"/>
                </a:solidFill>
                <a:latin typeface="Arial"/>
                <a:cs typeface="Arial"/>
              </a:rPr>
              <a:t>a</a:t>
            </a:r>
            <a:r>
              <a:rPr sz="3600" spc="-309" baseline="-18518" dirty="0" err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33" spc="-1020" dirty="0" err="1">
                <a:solidFill>
                  <a:srgbClr val="4D4D4D"/>
                </a:solidFill>
                <a:latin typeface="Arial"/>
                <a:cs typeface="Arial"/>
              </a:rPr>
              <a:t>b</a:t>
            </a:r>
            <a:r>
              <a:rPr sz="3600" spc="-20" baseline="-18518" dirty="0" err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00" spc="-1540" baseline="-18518" dirty="0" err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33" spc="-13" dirty="0" err="1">
                <a:solidFill>
                  <a:srgbClr val="4D4D4D"/>
                </a:solidFill>
                <a:latin typeface="Arial"/>
                <a:cs typeface="Arial"/>
              </a:rPr>
              <a:t>l</a:t>
            </a:r>
            <a:r>
              <a:rPr sz="2133" spc="-679" dirty="0" err="1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3600" spc="-40" baseline="-18518" dirty="0" err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33" spc="-1200" dirty="0" err="1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3600" spc="-20" baseline="-18518" dirty="0" err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600" spc="-1400" baseline="-18518" dirty="0" err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133" spc="-13" dirty="0" err="1">
                <a:solidFill>
                  <a:srgbClr val="4D4D4D"/>
                </a:solidFill>
                <a:latin typeface="Arial"/>
                <a:cs typeface="Arial"/>
              </a:rPr>
              <a:t>n</a:t>
            </a:r>
            <a:r>
              <a:rPr sz="2133" spc="-2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600" spc="-1460" baseline="-18518" dirty="0" err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2133" spc="-747" dirty="0" err="1">
                <a:solidFill>
                  <a:srgbClr val="4D4D4D"/>
                </a:solidFill>
                <a:latin typeface="Arial"/>
                <a:cs typeface="Arial"/>
              </a:rPr>
              <a:t>G</a:t>
            </a:r>
            <a:r>
              <a:rPr sz="3600" spc="-859" baseline="-18518" dirty="0" err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133" spc="-13" dirty="0" err="1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2133" spc="-27" dirty="0" err="1">
                <a:solidFill>
                  <a:srgbClr val="4D4D4D"/>
                </a:solidFill>
                <a:latin typeface="Arial"/>
                <a:cs typeface="Arial"/>
              </a:rPr>
              <a:t>t</a:t>
            </a:r>
            <a:r>
              <a:rPr sz="3600" spc="-820" baseline="-18518" dirty="0" err="1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133" spc="-653" dirty="0" err="1">
                <a:solidFill>
                  <a:srgbClr val="4D4D4D"/>
                </a:solidFill>
                <a:latin typeface="Arial"/>
                <a:cs typeface="Arial"/>
              </a:rPr>
              <a:t>h</a:t>
            </a:r>
            <a:r>
              <a:rPr sz="3600" spc="-840" baseline="-18518" dirty="0" err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33" spc="-667" dirty="0" err="1">
                <a:solidFill>
                  <a:srgbClr val="4D4D4D"/>
                </a:solidFill>
                <a:latin typeface="Arial"/>
                <a:cs typeface="Arial"/>
              </a:rPr>
              <a:t>u</a:t>
            </a:r>
            <a:r>
              <a:rPr sz="3600" spc="-309" baseline="-18518" dirty="0" err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2133" spc="-1013" dirty="0" err="1">
                <a:solidFill>
                  <a:srgbClr val="4D4D4D"/>
                </a:solidFill>
                <a:latin typeface="Arial"/>
                <a:cs typeface="Arial"/>
              </a:rPr>
              <a:t>b</a:t>
            </a:r>
            <a:r>
              <a:rPr sz="3600" spc="-229" baseline="-18518" dirty="0" err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2133" spc="-493" dirty="0" err="1">
                <a:solidFill>
                  <a:srgbClr val="4D4D4D"/>
                </a:solidFill>
                <a:latin typeface="Arial"/>
                <a:cs typeface="Arial"/>
              </a:rPr>
              <a:t>:</a:t>
            </a:r>
            <a:r>
              <a:rPr sz="3600" spc="-239" baseline="-18518" dirty="0" err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33" spc="-400" dirty="0" err="1">
                <a:solidFill>
                  <a:srgbClr val="4D4D4D"/>
                </a:solidFill>
                <a:latin typeface="Arial"/>
                <a:cs typeface="Arial"/>
              </a:rPr>
              <a:t>J</a:t>
            </a:r>
            <a:r>
              <a:rPr sz="3600" spc="-1359" baseline="-18518" dirty="0" err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133" spc="-560" dirty="0" err="1">
                <a:solidFill>
                  <a:srgbClr val="4D4D4D"/>
                </a:solidFill>
                <a:latin typeface="Arial"/>
                <a:cs typeface="Arial"/>
              </a:rPr>
              <a:t>S</a:t>
            </a:r>
            <a:r>
              <a:rPr sz="3600" spc="-940" baseline="-18518" dirty="0" err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33" spc="-1087" dirty="0" err="1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3600" spc="-20" baseline="-18518" dirty="0" err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3600" spc="-1389" baseline="-18518" dirty="0" err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33" spc="-120" dirty="0" err="1">
                <a:solidFill>
                  <a:srgbClr val="4D4D4D"/>
                </a:solidFill>
                <a:latin typeface="Arial"/>
                <a:cs typeface="Arial"/>
              </a:rPr>
              <a:t>N</a:t>
            </a:r>
            <a:r>
              <a:rPr sz="3600" spc="-1280" baseline="-18518" dirty="0" err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sz="2133" spc="-2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3600" spc="-1489" baseline="-18518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2133" spc="-473" dirty="0">
                <a:solidFill>
                  <a:srgbClr val="4D4D4D"/>
                </a:solidFill>
                <a:latin typeface="Arial"/>
                <a:cs typeface="Arial"/>
              </a:rPr>
              <a:t>A</a:t>
            </a:r>
            <a:r>
              <a:rPr sz="3600" spc="-540" baseline="-18518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133" spc="-740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3600" spc="-349" baseline="-18518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u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m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ulo,</a:t>
            </a:r>
            <a:r>
              <a:rPr sz="2133" spc="1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S3…</a:t>
            </a:r>
            <a:endParaRPr sz="2133" dirty="0">
              <a:latin typeface="Arial"/>
              <a:cs typeface="Arial"/>
            </a:endParaRPr>
          </a:p>
          <a:p>
            <a:pPr marL="162556" indent="-122764">
              <a:lnSpc>
                <a:spcPts val="2840"/>
              </a:lnSpc>
              <a:spcBef>
                <a:spcPts val="867"/>
              </a:spcBef>
              <a:buClr>
                <a:srgbClr val="000000"/>
              </a:buClr>
              <a:buSzPct val="106250"/>
              <a:buFont typeface="Arial"/>
              <a:buChar char="•"/>
              <a:tabLst>
                <a:tab pos="162556" algn="l"/>
              </a:tabLst>
            </a:pPr>
            <a:r>
              <a:rPr sz="3200" baseline="-10416" dirty="0">
                <a:solidFill>
                  <a:srgbClr val="33928A"/>
                </a:solidFill>
                <a:latin typeface="Wingdings"/>
                <a:cs typeface="Wingdings"/>
              </a:rPr>
              <a:t></a:t>
            </a:r>
            <a:r>
              <a:rPr sz="3200" spc="889" baseline="-10416" dirty="0">
                <a:solidFill>
                  <a:srgbClr val="33928A"/>
                </a:solidFill>
                <a:latin typeface="Times New Roman"/>
                <a:cs typeface="Times New Roman"/>
              </a:rPr>
              <a:t> </a:t>
            </a:r>
            <a:r>
              <a:rPr sz="2400" spc="-913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1009" baseline="-10416" dirty="0">
                <a:solidFill>
                  <a:srgbClr val="4D4D4D"/>
                </a:solidFill>
                <a:latin typeface="Arial"/>
                <a:cs typeface="Arial"/>
              </a:rPr>
              <a:t>H</a:t>
            </a:r>
            <a:r>
              <a:rPr sz="2400" spc="-413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r>
              <a:rPr sz="3200" spc="-1580" baseline="-10416" dirty="0">
                <a:solidFill>
                  <a:srgbClr val="4D4D4D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108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1509" baseline="-10416" dirty="0">
                <a:solidFill>
                  <a:srgbClr val="4D4D4D"/>
                </a:solidFill>
                <a:latin typeface="Arial"/>
                <a:cs typeface="Arial"/>
              </a:rPr>
              <a:t>W</a:t>
            </a:r>
            <a:r>
              <a:rPr sz="2400" spc="-3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3200" spc="-2109" baseline="-10416" dirty="0">
                <a:solidFill>
                  <a:srgbClr val="4D4D4D"/>
                </a:solidFill>
                <a:latin typeface="Arial"/>
                <a:cs typeface="Arial"/>
              </a:rPr>
              <a:t>Q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2400" spc="-827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spc="-1529" baseline="-10416" dirty="0">
                <a:solidFill>
                  <a:srgbClr val="4D4D4D"/>
                </a:solidFill>
                <a:latin typeface="Arial"/>
                <a:cs typeface="Arial"/>
              </a:rPr>
              <a:t>M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793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29" baseline="-10416" dirty="0">
                <a:solidFill>
                  <a:srgbClr val="4D4D4D"/>
                </a:solidFill>
                <a:latin typeface="Arial"/>
                <a:cs typeface="Arial"/>
              </a:rPr>
              <a:t>a</a:t>
            </a:r>
            <a:r>
              <a:rPr sz="3200" spc="-1640" baseline="-10416" dirty="0">
                <a:solidFill>
                  <a:srgbClr val="4D4D4D"/>
                </a:solidFill>
                <a:latin typeface="Arial"/>
                <a:cs typeface="Arial"/>
              </a:rPr>
              <a:t>p</a:t>
            </a:r>
            <a:r>
              <a:rPr sz="2400" spc="-107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229" baseline="-10416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400" spc="-1092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3200" spc="-29" baseline="-10416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3200" spc="-1189" baseline="-10416" dirty="0">
                <a:solidFill>
                  <a:srgbClr val="4D4D4D"/>
                </a:solidFill>
                <a:latin typeface="Arial"/>
                <a:cs typeface="Arial"/>
              </a:rPr>
              <a:t>d</a:t>
            </a:r>
            <a:r>
              <a:rPr sz="2400" spc="-272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3200" spc="-1449" baseline="-10416" dirty="0">
                <a:solidFill>
                  <a:srgbClr val="4D4D4D"/>
                </a:solidFill>
                <a:latin typeface="Arial"/>
                <a:cs typeface="Arial"/>
              </a:rPr>
              <a:t>u</a:t>
            </a:r>
            <a:r>
              <a:rPr sz="2400" spc="-347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3200" spc="-1159" baseline="-10416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2400" spc="-213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3200" spc="-1529" baseline="-10416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2400" spc="-27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2400" spc="-507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3200" spc="-1629" baseline="-10416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2400" spc="-88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3200" spc="-529" baseline="-10416" dirty="0">
                <a:solidFill>
                  <a:srgbClr val="4D4D4D"/>
                </a:solidFill>
                <a:latin typeface="Arial"/>
                <a:cs typeface="Arial"/>
              </a:rPr>
              <a:t>e</a:t>
            </a:r>
            <a:r>
              <a:rPr sz="2400" spc="-2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3200" spc="-1300" baseline="-10416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2400" spc="-133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r>
              <a:rPr sz="3200" spc="-1660" baseline="-10416" dirty="0">
                <a:solidFill>
                  <a:srgbClr val="4D4D4D"/>
                </a:solidFill>
                <a:latin typeface="Arial"/>
                <a:cs typeface="Arial"/>
              </a:rPr>
              <a:t>o</a:t>
            </a:r>
            <a:r>
              <a:rPr sz="2400" spc="-93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1020" baseline="-10416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2400" spc="-64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3200" spc="-889" baseline="-10416" dirty="0">
                <a:solidFill>
                  <a:srgbClr val="4D4D4D"/>
                </a:solidFill>
                <a:latin typeface="Arial"/>
                <a:cs typeface="Arial"/>
              </a:rPr>
              <a:t>d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2400" spc="-1207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3200" spc="-29" baseline="-10416" dirty="0">
                <a:solidFill>
                  <a:srgbClr val="4D4D4D"/>
                </a:solidFill>
                <a:latin typeface="Arial"/>
                <a:cs typeface="Arial"/>
              </a:rPr>
              <a:t>Reader</a:t>
            </a:r>
            <a:endParaRPr sz="3200" baseline="-10416" dirty="0">
              <a:latin typeface="Arial"/>
              <a:cs typeface="Arial"/>
            </a:endParaRPr>
          </a:p>
          <a:p>
            <a:pPr marL="430943" indent="-380144">
              <a:lnSpc>
                <a:spcPts val="2840"/>
              </a:lnSpc>
              <a:buClr>
                <a:srgbClr val="000000"/>
              </a:buClr>
              <a:buFont typeface="Arial"/>
              <a:buChar char="•"/>
              <a:tabLst>
                <a:tab pos="430943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Considers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400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400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  <a:r>
              <a:rPr sz="2400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FFFFFF"/>
                </a:solidFill>
                <a:latin typeface="Calibri"/>
                <a:cs typeface="Calibri"/>
              </a:rPr>
              <a:t>sources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361102" y="1896584"/>
            <a:ext cx="1882140" cy="1940560"/>
            <a:chOff x="1770826" y="1422438"/>
            <a:chExt cx="1411605" cy="1455420"/>
          </a:xfrm>
        </p:grpSpPr>
        <p:sp>
          <p:nvSpPr>
            <p:cNvPr id="53" name="object 53"/>
            <p:cNvSpPr/>
            <p:nvPr/>
          </p:nvSpPr>
          <p:spPr>
            <a:xfrm>
              <a:off x="1808305" y="2544494"/>
              <a:ext cx="6350" cy="316230"/>
            </a:xfrm>
            <a:custGeom>
              <a:avLst/>
              <a:gdLst/>
              <a:ahLst/>
              <a:cxnLst/>
              <a:rect l="l" t="t" r="r" b="b"/>
              <a:pathLst>
                <a:path w="6350" h="316230">
                  <a:moveTo>
                    <a:pt x="0" y="0"/>
                  </a:moveTo>
                  <a:lnTo>
                    <a:pt x="5735" y="316182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770824" y="2527566"/>
              <a:ext cx="81280" cy="350520"/>
            </a:xfrm>
            <a:custGeom>
              <a:avLst/>
              <a:gdLst/>
              <a:ahLst/>
              <a:cxnLst/>
              <a:rect l="l" t="t" r="r" b="b"/>
              <a:pathLst>
                <a:path w="81280" h="350519">
                  <a:moveTo>
                    <a:pt x="76187" y="50101"/>
                  </a:moveTo>
                  <a:lnTo>
                    <a:pt x="37172" y="0"/>
                  </a:lnTo>
                  <a:lnTo>
                    <a:pt x="0" y="51485"/>
                  </a:lnTo>
                  <a:lnTo>
                    <a:pt x="76187" y="50101"/>
                  </a:lnTo>
                  <a:close/>
                </a:path>
                <a:path w="81280" h="350519">
                  <a:moveTo>
                    <a:pt x="80695" y="298564"/>
                  </a:moveTo>
                  <a:lnTo>
                    <a:pt x="4508" y="299948"/>
                  </a:lnTo>
                  <a:lnTo>
                    <a:pt x="43522" y="350050"/>
                  </a:lnTo>
                  <a:lnTo>
                    <a:pt x="80695" y="298564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473701" y="2544494"/>
              <a:ext cx="6350" cy="316230"/>
            </a:xfrm>
            <a:custGeom>
              <a:avLst/>
              <a:gdLst/>
              <a:ahLst/>
              <a:cxnLst/>
              <a:rect l="l" t="t" r="r" b="b"/>
              <a:pathLst>
                <a:path w="6350" h="316230">
                  <a:moveTo>
                    <a:pt x="0" y="0"/>
                  </a:moveTo>
                  <a:lnTo>
                    <a:pt x="5735" y="316182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436215" y="2527566"/>
              <a:ext cx="81280" cy="350520"/>
            </a:xfrm>
            <a:custGeom>
              <a:avLst/>
              <a:gdLst/>
              <a:ahLst/>
              <a:cxnLst/>
              <a:rect l="l" t="t" r="r" b="b"/>
              <a:pathLst>
                <a:path w="81280" h="350519">
                  <a:moveTo>
                    <a:pt x="76187" y="50101"/>
                  </a:moveTo>
                  <a:lnTo>
                    <a:pt x="37172" y="0"/>
                  </a:lnTo>
                  <a:lnTo>
                    <a:pt x="0" y="51485"/>
                  </a:lnTo>
                  <a:lnTo>
                    <a:pt x="76187" y="50101"/>
                  </a:lnTo>
                  <a:close/>
                </a:path>
                <a:path w="81280" h="350519">
                  <a:moveTo>
                    <a:pt x="80695" y="298564"/>
                  </a:moveTo>
                  <a:lnTo>
                    <a:pt x="4508" y="299948"/>
                  </a:lnTo>
                  <a:lnTo>
                    <a:pt x="43522" y="350050"/>
                  </a:lnTo>
                  <a:lnTo>
                    <a:pt x="80695" y="298564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139098" y="2544494"/>
              <a:ext cx="6350" cy="316230"/>
            </a:xfrm>
            <a:custGeom>
              <a:avLst/>
              <a:gdLst/>
              <a:ahLst/>
              <a:cxnLst/>
              <a:rect l="l" t="t" r="r" b="b"/>
              <a:pathLst>
                <a:path w="6350" h="316230">
                  <a:moveTo>
                    <a:pt x="0" y="0"/>
                  </a:moveTo>
                  <a:lnTo>
                    <a:pt x="5735" y="316182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01606" y="2527566"/>
              <a:ext cx="81280" cy="350520"/>
            </a:xfrm>
            <a:custGeom>
              <a:avLst/>
              <a:gdLst/>
              <a:ahLst/>
              <a:cxnLst/>
              <a:rect l="l" t="t" r="r" b="b"/>
              <a:pathLst>
                <a:path w="81280" h="350519">
                  <a:moveTo>
                    <a:pt x="76187" y="50101"/>
                  </a:moveTo>
                  <a:lnTo>
                    <a:pt x="37172" y="0"/>
                  </a:lnTo>
                  <a:lnTo>
                    <a:pt x="0" y="51485"/>
                  </a:lnTo>
                  <a:lnTo>
                    <a:pt x="76187" y="50101"/>
                  </a:lnTo>
                  <a:close/>
                </a:path>
                <a:path w="81280" h="350519">
                  <a:moveTo>
                    <a:pt x="80695" y="298564"/>
                  </a:moveTo>
                  <a:lnTo>
                    <a:pt x="4508" y="299948"/>
                  </a:lnTo>
                  <a:lnTo>
                    <a:pt x="43522" y="350050"/>
                  </a:lnTo>
                  <a:lnTo>
                    <a:pt x="80695" y="298564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816727" y="1447837"/>
              <a:ext cx="1270" cy="135255"/>
            </a:xfrm>
            <a:custGeom>
              <a:avLst/>
              <a:gdLst/>
              <a:ahLst/>
              <a:cxnLst/>
              <a:rect l="l" t="t" r="r" b="b"/>
              <a:pathLst>
                <a:path w="1269" h="135255">
                  <a:moveTo>
                    <a:pt x="0" y="0"/>
                  </a:moveTo>
                  <a:lnTo>
                    <a:pt x="1153" y="134938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791538" y="1422437"/>
              <a:ext cx="52069" cy="186055"/>
            </a:xfrm>
            <a:custGeom>
              <a:avLst/>
              <a:gdLst/>
              <a:ahLst/>
              <a:cxnLst/>
              <a:rect l="l" t="t" r="r" b="b"/>
              <a:pathLst>
                <a:path w="52069" h="186055">
                  <a:moveTo>
                    <a:pt x="50800" y="50584"/>
                  </a:moveTo>
                  <a:lnTo>
                    <a:pt x="24968" y="0"/>
                  </a:lnTo>
                  <a:lnTo>
                    <a:pt x="0" y="51015"/>
                  </a:lnTo>
                  <a:lnTo>
                    <a:pt x="50800" y="50584"/>
                  </a:lnTo>
                  <a:close/>
                </a:path>
                <a:path w="52069" h="186055">
                  <a:moveTo>
                    <a:pt x="51523" y="134734"/>
                  </a:moveTo>
                  <a:lnTo>
                    <a:pt x="723" y="135166"/>
                  </a:lnTo>
                  <a:lnTo>
                    <a:pt x="26555" y="185737"/>
                  </a:lnTo>
                  <a:lnTo>
                    <a:pt x="51523" y="134734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482324" y="1447834"/>
              <a:ext cx="2540" cy="141605"/>
            </a:xfrm>
            <a:custGeom>
              <a:avLst/>
              <a:gdLst/>
              <a:ahLst/>
              <a:cxnLst/>
              <a:rect l="l" t="t" r="r" b="b"/>
              <a:pathLst>
                <a:path w="2539" h="141605">
                  <a:moveTo>
                    <a:pt x="0" y="0"/>
                  </a:moveTo>
                  <a:lnTo>
                    <a:pt x="2335" y="141294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457348" y="1422437"/>
              <a:ext cx="52705" cy="192405"/>
            </a:xfrm>
            <a:custGeom>
              <a:avLst/>
              <a:gdLst/>
              <a:ahLst/>
              <a:cxnLst/>
              <a:rect l="l" t="t" r="r" b="b"/>
              <a:pathLst>
                <a:path w="52705" h="192405">
                  <a:moveTo>
                    <a:pt x="50787" y="50380"/>
                  </a:moveTo>
                  <a:lnTo>
                    <a:pt x="24549" y="0"/>
                  </a:lnTo>
                  <a:lnTo>
                    <a:pt x="0" y="51219"/>
                  </a:lnTo>
                  <a:lnTo>
                    <a:pt x="50787" y="50380"/>
                  </a:lnTo>
                  <a:close/>
                </a:path>
                <a:path w="52705" h="192405">
                  <a:moveTo>
                    <a:pt x="52285" y="140881"/>
                  </a:moveTo>
                  <a:lnTo>
                    <a:pt x="1485" y="141719"/>
                  </a:lnTo>
                  <a:lnTo>
                    <a:pt x="27724" y="192087"/>
                  </a:lnTo>
                  <a:lnTo>
                    <a:pt x="52285" y="140881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147709" y="1447835"/>
              <a:ext cx="2540" cy="147320"/>
            </a:xfrm>
            <a:custGeom>
              <a:avLst/>
              <a:gdLst/>
              <a:ahLst/>
              <a:cxnLst/>
              <a:rect l="l" t="t" r="r" b="b"/>
              <a:pathLst>
                <a:path w="2539" h="147319">
                  <a:moveTo>
                    <a:pt x="0" y="0"/>
                  </a:moveTo>
                  <a:lnTo>
                    <a:pt x="2359" y="146849"/>
                  </a:lnTo>
                </a:path>
              </a:pathLst>
            </a:custGeom>
            <a:ln w="19049">
              <a:solidFill>
                <a:srgbClr val="515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122714" y="1422437"/>
              <a:ext cx="52705" cy="198120"/>
            </a:xfrm>
            <a:custGeom>
              <a:avLst/>
              <a:gdLst/>
              <a:ahLst/>
              <a:cxnLst/>
              <a:rect l="l" t="t" r="r" b="b"/>
              <a:pathLst>
                <a:path w="52705" h="198119">
                  <a:moveTo>
                    <a:pt x="50800" y="50393"/>
                  </a:moveTo>
                  <a:lnTo>
                    <a:pt x="24587" y="0"/>
                  </a:lnTo>
                  <a:lnTo>
                    <a:pt x="0" y="51206"/>
                  </a:lnTo>
                  <a:lnTo>
                    <a:pt x="50800" y="50393"/>
                  </a:lnTo>
                  <a:close/>
                </a:path>
                <a:path w="52705" h="198119">
                  <a:moveTo>
                    <a:pt x="52336" y="146443"/>
                  </a:moveTo>
                  <a:lnTo>
                    <a:pt x="1549" y="147269"/>
                  </a:lnTo>
                  <a:lnTo>
                    <a:pt x="27762" y="197650"/>
                  </a:lnTo>
                  <a:lnTo>
                    <a:pt x="52336" y="146443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1414868" y="671958"/>
            <a:ext cx="4555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27" dirty="0">
                <a:solidFill>
                  <a:srgbClr val="33928A"/>
                </a:solidFill>
                <a:latin typeface="Calibri"/>
                <a:cs typeface="Calibri"/>
              </a:rPr>
              <a:t>HAWQ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6" name="object 6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09068" y="146752"/>
            <a:ext cx="458941" cy="458941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124533" y="2846475"/>
            <a:ext cx="46566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spc="-27" dirty="0">
                <a:solidFill>
                  <a:srgbClr val="33928A"/>
                </a:solidFill>
                <a:latin typeface="Calibri"/>
                <a:cs typeface="Calibri"/>
              </a:rPr>
              <a:t>HAWQ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8" name="object 6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0844" y="2115018"/>
            <a:ext cx="725877" cy="725877"/>
          </a:xfrm>
          <a:prstGeom prst="rect">
            <a:avLst/>
          </a:prstGeom>
        </p:spPr>
      </p:pic>
      <p:sp>
        <p:nvSpPr>
          <p:cNvPr id="69" name="object 69"/>
          <p:cNvSpPr txBox="1">
            <a:spLocks noGrp="1"/>
          </p:cNvSpPr>
          <p:nvPr>
            <p:ph type="ftr" sz="quarter" idx="5"/>
          </p:nvPr>
        </p:nvSpPr>
        <p:spPr>
          <a:xfrm>
            <a:off x="108364" y="6480764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29</a:t>
            </a:fld>
            <a:endParaRPr spc="-3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017" y="362798"/>
            <a:ext cx="337735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PXF</a:t>
            </a:r>
            <a:r>
              <a:rPr spc="-93" dirty="0"/>
              <a:t> </a:t>
            </a:r>
            <a:r>
              <a:rPr spc="-13" dirty="0"/>
              <a:t>Features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779714" y="6426268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30</a:t>
            </a:fld>
            <a:endParaRPr spc="-33" dirty="0"/>
          </a:p>
        </p:txBody>
      </p:sp>
      <p:sp>
        <p:nvSpPr>
          <p:cNvPr id="3" name="object 3"/>
          <p:cNvSpPr txBox="1"/>
          <p:nvPr/>
        </p:nvSpPr>
        <p:spPr>
          <a:xfrm>
            <a:off x="459184" y="1016626"/>
            <a:ext cx="11093027" cy="56926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Hbase,Hive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의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연계시</a:t>
            </a:r>
            <a:r>
              <a:rPr sz="2133" spc="-1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filter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조건으로</a:t>
            </a:r>
            <a:r>
              <a:rPr sz="2133" spc="-1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predicate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push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down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Hive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Partitioning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exclusion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에</a:t>
            </a:r>
            <a:r>
              <a:rPr sz="2133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대한 통계정보</a:t>
            </a:r>
            <a:r>
              <a:rPr sz="2133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수집으로 최적화된</a:t>
            </a:r>
            <a:r>
              <a:rPr sz="2133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수행</a:t>
            </a:r>
            <a:r>
              <a:rPr sz="2133" spc="-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계획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작성</a:t>
            </a:r>
            <a:endParaRPr sz="2133" dirty="0">
              <a:latin typeface="Malgun Gothic"/>
              <a:cs typeface="Malgun Gothic"/>
            </a:endParaRPr>
          </a:p>
          <a:p>
            <a:pPr marL="320879" indent="-303946">
              <a:lnSpc>
                <a:spcPts val="2547"/>
              </a:lnSpc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Extensible</a:t>
            </a:r>
            <a:r>
              <a:rPr sz="2133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Framework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80" dirty="0">
                <a:solidFill>
                  <a:srgbClr val="4D4D4D"/>
                </a:solidFill>
                <a:latin typeface="Arial"/>
                <a:cs typeface="Arial"/>
              </a:rPr>
              <a:t>JAVA</a:t>
            </a:r>
            <a:r>
              <a:rPr sz="2133" spc="-2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API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제공으로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다른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데이터소스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(eg: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Oracle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DB)/format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에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대한</a:t>
            </a:r>
            <a:endParaRPr sz="2133" dirty="0">
              <a:latin typeface="Malgun Gothic"/>
              <a:cs typeface="Malgun Gothic"/>
            </a:endParaRPr>
          </a:p>
          <a:p>
            <a:pPr marL="321725">
              <a:lnSpc>
                <a:spcPts val="2547"/>
              </a:lnSpc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custom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개발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용이</a:t>
            </a:r>
            <a:endParaRPr sz="2133" dirty="0">
              <a:latin typeface="Malgun Gothic"/>
              <a:cs typeface="Malgun Gothic"/>
            </a:endParaRPr>
          </a:p>
          <a:p>
            <a:pPr marL="320879" indent="-303946"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block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locality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processing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segment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spcBef>
                <a:spcPts val="1707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빠른</a:t>
            </a:r>
            <a:r>
              <a:rPr sz="2133" spc="-13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Parallel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Optimizer(ORCA)</a:t>
            </a:r>
            <a:endParaRPr sz="2133" dirty="0">
              <a:latin typeface="Arial"/>
              <a:cs typeface="Arial"/>
            </a:endParaRPr>
          </a:p>
          <a:p>
            <a:pPr marL="320879" indent="-303946">
              <a:lnSpc>
                <a:spcPts val="2547"/>
              </a:lnSpc>
              <a:spcBef>
                <a:spcPts val="157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사용예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:</a:t>
            </a:r>
            <a:endParaRPr sz="2133" dirty="0">
              <a:latin typeface="Arial"/>
              <a:cs typeface="Arial"/>
            </a:endParaRPr>
          </a:p>
          <a:p>
            <a:pPr marL="651070" lvl="1" indent="-329345">
              <a:lnSpc>
                <a:spcPts val="2533"/>
              </a:lnSpc>
              <a:buSzPct val="93750"/>
              <a:buAutoNum type="arabicParenBoth"/>
              <a:tabLst>
                <a:tab pos="651070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의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Dimension</a:t>
            </a:r>
            <a:r>
              <a:rPr sz="2133" spc="-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r>
              <a:rPr sz="2133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과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HBase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fact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과</a:t>
            </a:r>
            <a:r>
              <a:rPr sz="2133" spc="-4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Join</a:t>
            </a:r>
            <a:endParaRPr sz="2133" dirty="0">
              <a:latin typeface="Arial"/>
              <a:cs typeface="Arial"/>
            </a:endParaRPr>
          </a:p>
          <a:p>
            <a:pPr marL="651070" lvl="1" indent="-329345">
              <a:lnSpc>
                <a:spcPts val="2547"/>
              </a:lnSpc>
              <a:buSzPct val="93750"/>
              <a:buAutoNum type="arabicParenBoth"/>
              <a:tabLst>
                <a:tab pos="651070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HDFS,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Hive,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HBase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데이터를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빠르게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HAWQ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로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로드하여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통합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관리</a:t>
            </a:r>
            <a:endParaRPr sz="2133" dirty="0">
              <a:latin typeface="Malgun Gothic"/>
              <a:cs typeface="Malgun Gothic"/>
            </a:endParaRPr>
          </a:p>
          <a:p>
            <a:pPr marL="321725" marR="52492" lvl="1" indent="330192">
              <a:lnSpc>
                <a:spcPts val="2533"/>
              </a:lnSpc>
              <a:spcBef>
                <a:spcPts val="213"/>
              </a:spcBef>
              <a:buSzPct val="93750"/>
              <a:buFont typeface="Arial"/>
              <a:buAutoNum type="arabicParenBoth"/>
              <a:tabLst>
                <a:tab pos="651917" algn="l"/>
              </a:tabLst>
            </a:pP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포맷과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저장소의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데이터에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대한</a:t>
            </a:r>
            <a:r>
              <a:rPr sz="2133" spc="-27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materialization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없이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통합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(federation)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쿼리</a:t>
            </a:r>
            <a:r>
              <a:rPr sz="2133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엔진 </a:t>
            </a:r>
            <a:r>
              <a:rPr sz="2133" dirty="0">
                <a:solidFill>
                  <a:srgbClr val="4D4D4D"/>
                </a:solidFill>
                <a:latin typeface="Malgun Gothic"/>
                <a:cs typeface="Malgun Gothic"/>
              </a:rPr>
              <a:t>으로 </a:t>
            </a:r>
            <a:r>
              <a:rPr sz="2133" spc="-33" dirty="0">
                <a:solidFill>
                  <a:srgbClr val="4D4D4D"/>
                </a:solidFill>
                <a:latin typeface="Malgun Gothic"/>
                <a:cs typeface="Malgun Gothic"/>
              </a:rPr>
              <a:t>사용</a:t>
            </a:r>
            <a:endParaRPr sz="2133" dirty="0">
              <a:latin typeface="Malgun Gothic"/>
              <a:cs typeface="Malgun Gothic"/>
            </a:endParaRPr>
          </a:p>
          <a:p>
            <a:pPr marL="16933">
              <a:spcBef>
                <a:spcPts val="1493"/>
              </a:spcBef>
            </a:pPr>
            <a:r>
              <a:rPr sz="2133" spc="-67" dirty="0">
                <a:solidFill>
                  <a:srgbClr val="33928A"/>
                </a:solidFill>
                <a:latin typeface="Wingdings"/>
                <a:cs typeface="Wingdings"/>
              </a:rPr>
              <a:t></a:t>
            </a:r>
            <a:endParaRPr sz="2133" dirty="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660670"/>
            <a:ext cx="12192000" cy="2026073"/>
            <a:chOff x="0" y="3495502"/>
            <a:chExt cx="9144000" cy="15195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978" y="3495502"/>
              <a:ext cx="8570422" cy="11845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3512127"/>
              <a:ext cx="7140632" cy="94349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72017" y="362798"/>
            <a:ext cx="589703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PXF</a:t>
            </a:r>
            <a:r>
              <a:rPr spc="-127" dirty="0"/>
              <a:t> </a:t>
            </a:r>
            <a:r>
              <a:rPr dirty="0"/>
              <a:t>External</a:t>
            </a:r>
            <a:r>
              <a:rPr spc="-193" dirty="0"/>
              <a:t> </a:t>
            </a:r>
            <a:r>
              <a:rPr spc="-60" dirty="0"/>
              <a:t>Table</a:t>
            </a:r>
            <a:r>
              <a:rPr spc="-127" dirty="0"/>
              <a:t> </a:t>
            </a:r>
            <a:r>
              <a:rPr spc="-33" dirty="0"/>
              <a:t>예제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2019" y="1045616"/>
            <a:ext cx="254761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Simple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</a:t>
            </a:r>
            <a:r>
              <a:rPr sz="2133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Text</a:t>
            </a:r>
            <a:endParaRPr sz="2133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4552" y="1374370"/>
            <a:ext cx="5891107" cy="2710180"/>
            <a:chOff x="303414" y="1030777"/>
            <a:chExt cx="4418330" cy="20326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414" y="1030777"/>
              <a:ext cx="4418214" cy="203246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916" y="1051561"/>
              <a:ext cx="3595254" cy="194102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51391" y="1518671"/>
            <a:ext cx="5600700" cy="2280111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60960" rIns="0" bIns="0" rtlCol="0">
            <a:spAutoFit/>
          </a:bodyPr>
          <a:lstStyle/>
          <a:p>
            <a:pPr marL="121917">
              <a:lnSpc>
                <a:spcPts val="1747"/>
              </a:lnSpc>
              <a:spcBef>
                <a:spcPts val="480"/>
              </a:spcBef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CREATE</a:t>
            </a:r>
            <a:r>
              <a:rPr sz="1467" b="1" spc="-73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EXTERNAL</a:t>
            </a:r>
            <a:r>
              <a:rPr sz="1467" b="1" spc="-73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TABLE</a:t>
            </a:r>
            <a:r>
              <a:rPr sz="1467" b="1" spc="-73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jan_2012_sales</a:t>
            </a:r>
            <a:r>
              <a:rPr sz="1467" b="1" spc="-73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(</a:t>
            </a:r>
            <a:endParaRPr sz="1467" dirty="0">
              <a:latin typeface="Courier New"/>
              <a:cs typeface="Courier New"/>
            </a:endParaRPr>
          </a:p>
          <a:p>
            <a:pPr marL="1340240" marR="3130048">
              <a:lnSpc>
                <a:spcPts val="1733"/>
              </a:lnSpc>
              <a:spcBef>
                <a:spcPts val="67"/>
              </a:spcBef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id</a:t>
            </a:r>
            <a:r>
              <a:rPr sz="1467" b="1" spc="-2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27" dirty="0">
                <a:solidFill>
                  <a:srgbClr val="4D4D4D"/>
                </a:solidFill>
                <a:latin typeface="Courier New"/>
                <a:cs typeface="Courier New"/>
              </a:rPr>
              <a:t>int,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total</a:t>
            </a:r>
            <a:r>
              <a:rPr sz="1467" b="1" spc="-47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27" dirty="0">
                <a:solidFill>
                  <a:srgbClr val="4D4D4D"/>
                </a:solidFill>
                <a:latin typeface="Courier New"/>
                <a:cs typeface="Courier New"/>
              </a:rPr>
              <a:t>int,</a:t>
            </a:r>
            <a:endParaRPr sz="1467" dirty="0">
              <a:latin typeface="Courier New"/>
              <a:cs typeface="Courier New"/>
            </a:endParaRPr>
          </a:p>
          <a:p>
            <a:pPr marL="1340240">
              <a:lnSpc>
                <a:spcPts val="1667"/>
              </a:lnSpc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comments</a:t>
            </a:r>
            <a:r>
              <a:rPr sz="1467" b="1" spc="-73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varchar</a:t>
            </a:r>
            <a:endParaRPr sz="1467" dirty="0">
              <a:latin typeface="Courier New"/>
              <a:cs typeface="Courier New"/>
            </a:endParaRPr>
          </a:p>
          <a:p>
            <a:pPr marL="121917">
              <a:lnSpc>
                <a:spcPts val="1747"/>
              </a:lnSpc>
            </a:pP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)</a:t>
            </a:r>
            <a:endParaRPr sz="1467" dirty="0">
              <a:latin typeface="Courier New"/>
              <a:cs typeface="Courier New"/>
            </a:endParaRPr>
          </a:p>
          <a:p>
            <a:pPr marL="121917" marR="1015128">
              <a:lnSpc>
                <a:spcPts val="1733"/>
              </a:lnSpc>
              <a:spcBef>
                <a:spcPts val="187"/>
              </a:spcBef>
            </a:pP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LOCATION(</a:t>
            </a:r>
            <a:r>
              <a:rPr sz="1467" b="1" spc="-13" dirty="0">
                <a:solidFill>
                  <a:srgbClr val="606060"/>
                </a:solidFill>
                <a:latin typeface="MS PGothic"/>
                <a:cs typeface="MS PGothic"/>
              </a:rPr>
              <a:t>‘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pxf://10.76.72.26:50070/sales/ 2012/01/items_*.csv?</a:t>
            </a:r>
            <a:endParaRPr sz="1467" dirty="0">
              <a:latin typeface="Courier New"/>
              <a:cs typeface="Courier New"/>
            </a:endParaRPr>
          </a:p>
          <a:p>
            <a:pPr marL="1239489">
              <a:lnSpc>
                <a:spcPts val="1667"/>
              </a:lnSpc>
            </a:pP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profile=HdfsTextSimple</a:t>
            </a:r>
            <a:endParaRPr sz="1467" dirty="0">
              <a:latin typeface="Courier New"/>
              <a:cs typeface="Courier New"/>
            </a:endParaRPr>
          </a:p>
          <a:p>
            <a:pPr marL="121917">
              <a:lnSpc>
                <a:spcPts val="1733"/>
              </a:lnSpc>
            </a:pP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)</a:t>
            </a:r>
            <a:endParaRPr sz="1467" dirty="0">
              <a:latin typeface="Courier New"/>
              <a:cs typeface="Courier New"/>
            </a:endParaRPr>
          </a:p>
          <a:p>
            <a:pPr marL="121917">
              <a:lnSpc>
                <a:spcPts val="1747"/>
              </a:lnSpc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FORMAT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‘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TEXT</a:t>
            </a: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’</a:t>
            </a:r>
            <a:r>
              <a:rPr sz="1467" b="1" spc="360" dirty="0">
                <a:solidFill>
                  <a:srgbClr val="4D4D4D"/>
                </a:solidFill>
                <a:latin typeface="MS PGothic"/>
                <a:cs typeface="MS PGothic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(delimiter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27" dirty="0">
                <a:solidFill>
                  <a:srgbClr val="4D4D4D"/>
                </a:solidFill>
                <a:latin typeface="MS PGothic"/>
                <a:cs typeface="MS PGothic"/>
              </a:rPr>
              <a:t>‘</a:t>
            </a:r>
            <a:r>
              <a:rPr sz="1467" b="1" spc="-27" dirty="0">
                <a:solidFill>
                  <a:srgbClr val="4D4D4D"/>
                </a:solidFill>
                <a:latin typeface="Courier New"/>
                <a:cs typeface="Courier New"/>
              </a:rPr>
              <a:t>,</a:t>
            </a:r>
            <a:r>
              <a:rPr sz="1467" b="1" spc="-27" dirty="0">
                <a:solidFill>
                  <a:srgbClr val="4D4D4D"/>
                </a:solidFill>
                <a:latin typeface="MS PGothic"/>
                <a:cs typeface="MS PGothic"/>
              </a:rPr>
              <a:t>’</a:t>
            </a:r>
            <a:r>
              <a:rPr sz="1467" b="1" spc="-27" dirty="0">
                <a:solidFill>
                  <a:srgbClr val="4D4D4D"/>
                </a:solidFill>
                <a:latin typeface="Courier New"/>
                <a:cs typeface="Courier New"/>
              </a:rPr>
              <a:t>);</a:t>
            </a:r>
            <a:endParaRPr sz="1467" dirty="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62500" y="1390997"/>
            <a:ext cx="6029960" cy="2727113"/>
            <a:chOff x="4621875" y="1043247"/>
            <a:chExt cx="4522470" cy="204533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1875" y="1043247"/>
              <a:ext cx="4522123" cy="20449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88377" y="1064028"/>
              <a:ext cx="3861261" cy="198258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05922" y="1536857"/>
            <a:ext cx="5785273" cy="2345514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60960" rIns="0" bIns="0" rtlCol="0">
            <a:spAutoFit/>
          </a:bodyPr>
          <a:lstStyle/>
          <a:p>
            <a:pPr marL="121070">
              <a:lnSpc>
                <a:spcPts val="1747"/>
              </a:lnSpc>
              <a:spcBef>
                <a:spcPts val="480"/>
              </a:spcBef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CREATE</a:t>
            </a: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EXTERNAL</a:t>
            </a: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TABLE</a:t>
            </a: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hbase_sales</a:t>
            </a: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 (</a:t>
            </a:r>
            <a:endParaRPr sz="1467">
              <a:latin typeface="Courier New"/>
              <a:cs typeface="Courier New"/>
            </a:endParaRPr>
          </a:p>
          <a:p>
            <a:pPr marL="1340240" marR="2066662">
              <a:lnSpc>
                <a:spcPts val="1733"/>
              </a:lnSpc>
              <a:spcBef>
                <a:spcPts val="67"/>
              </a:spcBef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recordkey</a:t>
            </a:r>
            <a:r>
              <a:rPr sz="1467" b="1" spc="-8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bytea, </a:t>
            </a: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“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cf1:saleid</a:t>
            </a: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”</a:t>
            </a:r>
            <a:r>
              <a:rPr sz="1467" b="1" spc="-100" dirty="0">
                <a:solidFill>
                  <a:srgbClr val="4D4D4D"/>
                </a:solidFill>
                <a:latin typeface="MS PGothic"/>
                <a:cs typeface="MS PGothic"/>
              </a:rPr>
              <a:t> </a:t>
            </a:r>
            <a:r>
              <a:rPr sz="1467" b="1" spc="-27" dirty="0">
                <a:solidFill>
                  <a:srgbClr val="4D4D4D"/>
                </a:solidFill>
                <a:latin typeface="Courier New"/>
                <a:cs typeface="Courier New"/>
              </a:rPr>
              <a:t>int, </a:t>
            </a:r>
            <a:r>
              <a:rPr sz="1467" b="1" spc="-13" dirty="0">
                <a:solidFill>
                  <a:srgbClr val="4D4D4D"/>
                </a:solidFill>
                <a:latin typeface="MS PGothic"/>
                <a:cs typeface="MS PGothic"/>
              </a:rPr>
              <a:t>“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cf8:comments</a:t>
            </a:r>
            <a:r>
              <a:rPr sz="1467" b="1" spc="-13" dirty="0">
                <a:solidFill>
                  <a:srgbClr val="4D4D4D"/>
                </a:solidFill>
                <a:latin typeface="MS PGothic"/>
                <a:cs typeface="MS PGothic"/>
              </a:rPr>
              <a:t>”</a:t>
            </a:r>
            <a:r>
              <a:rPr sz="1467" b="1" spc="73" dirty="0">
                <a:solidFill>
                  <a:srgbClr val="4D4D4D"/>
                </a:solidFill>
                <a:latin typeface="MS PGothic"/>
                <a:cs typeface="MS PGothic"/>
              </a:rPr>
              <a:t>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varchar</a:t>
            </a:r>
            <a:endParaRPr sz="1467">
              <a:latin typeface="Courier New"/>
              <a:cs typeface="Courier New"/>
            </a:endParaRPr>
          </a:p>
          <a:p>
            <a:pPr marL="121070">
              <a:lnSpc>
                <a:spcPts val="1680"/>
              </a:lnSpc>
            </a:pP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)</a:t>
            </a:r>
            <a:endParaRPr sz="1467">
              <a:latin typeface="Courier New"/>
              <a:cs typeface="Courier New"/>
            </a:endParaRPr>
          </a:p>
          <a:p>
            <a:pPr marL="121070">
              <a:lnSpc>
                <a:spcPts val="1747"/>
              </a:lnSpc>
              <a:spcBef>
                <a:spcPts val="107"/>
              </a:spcBef>
            </a:pP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LOCATION(</a:t>
            </a:r>
            <a:r>
              <a:rPr sz="1467" b="1" spc="-13" dirty="0">
                <a:solidFill>
                  <a:srgbClr val="606060"/>
                </a:solidFill>
                <a:latin typeface="MS PGothic"/>
                <a:cs typeface="MS PGothic"/>
              </a:rPr>
              <a:t>‘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pxf://10.76.72.26:50070/sales?</a:t>
            </a:r>
            <a:endParaRPr sz="1467">
              <a:latin typeface="Courier New"/>
              <a:cs typeface="Courier New"/>
            </a:endParaRPr>
          </a:p>
          <a:p>
            <a:pPr marL="1239489">
              <a:lnSpc>
                <a:spcPts val="1733"/>
              </a:lnSpc>
            </a:pP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profile=HBase</a:t>
            </a:r>
            <a:endParaRPr sz="1467">
              <a:latin typeface="Courier New"/>
              <a:cs typeface="Courier New"/>
            </a:endParaRPr>
          </a:p>
          <a:p>
            <a:pPr marL="121070" marR="4981662">
              <a:lnSpc>
                <a:spcPts val="1733"/>
              </a:lnSpc>
              <a:spcBef>
                <a:spcPts val="67"/>
              </a:spcBef>
            </a:pPr>
            <a:r>
              <a:rPr sz="1467" b="1" spc="-67" dirty="0">
                <a:solidFill>
                  <a:srgbClr val="4D4D4D"/>
                </a:solidFill>
                <a:latin typeface="Courier New"/>
                <a:cs typeface="Courier New"/>
              </a:rPr>
              <a:t>)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FORMAT</a:t>
            </a:r>
            <a:endParaRPr sz="1467">
              <a:latin typeface="Courier New"/>
              <a:cs typeface="Courier New"/>
            </a:endParaRPr>
          </a:p>
          <a:p>
            <a:pPr marL="121070">
              <a:lnSpc>
                <a:spcPts val="2160"/>
              </a:lnSpc>
            </a:pP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‘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custom</a:t>
            </a:r>
            <a:r>
              <a:rPr sz="1467" b="1" dirty="0">
                <a:solidFill>
                  <a:srgbClr val="4D4D4D"/>
                </a:solidFill>
                <a:latin typeface="MS PGothic"/>
                <a:cs typeface="MS PGothic"/>
              </a:rPr>
              <a:t>’</a:t>
            </a:r>
            <a:r>
              <a:rPr sz="1467" b="1" spc="367" dirty="0">
                <a:solidFill>
                  <a:srgbClr val="4D4D4D"/>
                </a:solidFill>
                <a:latin typeface="MS PGothic"/>
                <a:cs typeface="MS PGothic"/>
              </a:rPr>
              <a:t>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(formatter='gpxfwritable_import')</a:t>
            </a:r>
            <a:r>
              <a:rPr sz="1867" b="1" spc="-13" dirty="0">
                <a:solidFill>
                  <a:srgbClr val="4D4D4D"/>
                </a:solidFill>
                <a:latin typeface="Courier New"/>
                <a:cs typeface="Courier New"/>
              </a:rPr>
              <a:t>;</a:t>
            </a:r>
            <a:endParaRPr sz="1867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72017" y="6495202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31</a:t>
            </a:fld>
            <a:endParaRPr spc="-33" dirty="0"/>
          </a:p>
        </p:txBody>
      </p:sp>
      <p:sp>
        <p:nvSpPr>
          <p:cNvPr id="15" name="object 15"/>
          <p:cNvSpPr txBox="1"/>
          <p:nvPr/>
        </p:nvSpPr>
        <p:spPr>
          <a:xfrm>
            <a:off x="6350378" y="1037142"/>
            <a:ext cx="18398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Hbase</a:t>
            </a:r>
            <a:r>
              <a:rPr sz="2133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Table</a:t>
            </a:r>
            <a:endParaRPr sz="2133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6419" y="4802189"/>
            <a:ext cx="11137053" cy="948337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60960" rIns="0" bIns="0" rtlCol="0">
            <a:spAutoFit/>
          </a:bodyPr>
          <a:lstStyle/>
          <a:p>
            <a:pPr marL="121917">
              <a:lnSpc>
                <a:spcPts val="1747"/>
              </a:lnSpc>
              <a:spcBef>
                <a:spcPts val="480"/>
              </a:spcBef>
            </a:pP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CREATE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WRITABLE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EXTERNAL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TABLE</a:t>
            </a:r>
            <a:r>
              <a:rPr sz="1467" b="1" spc="-6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33" dirty="0">
                <a:solidFill>
                  <a:srgbClr val="4D4D4D"/>
                </a:solidFill>
                <a:latin typeface="Courier New"/>
                <a:cs typeface="Courier New"/>
              </a:rPr>
              <a:t>...</a:t>
            </a:r>
            <a:endParaRPr sz="1467" dirty="0">
              <a:latin typeface="Courier New"/>
              <a:cs typeface="Courier New"/>
            </a:endParaRPr>
          </a:p>
          <a:p>
            <a:pPr marL="121917" marR="1838067">
              <a:lnSpc>
                <a:spcPts val="1733"/>
              </a:lnSpc>
              <a:spcBef>
                <a:spcPts val="67"/>
              </a:spcBef>
            </a:pP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LOCATION(‘pxf://&lt;host:port&gt;/sales? profile=HdfsTextSimple&amp;COMPRESSION_CODEC=org.apache.hadoop.io.compress.GzipCodec')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FORMAT</a:t>
            </a:r>
            <a:r>
              <a:rPr sz="1467" b="1" spc="-10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dirty="0">
                <a:solidFill>
                  <a:srgbClr val="4D4D4D"/>
                </a:solidFill>
                <a:latin typeface="Courier New"/>
                <a:cs typeface="Courier New"/>
              </a:rPr>
              <a:t>‘text’(delimiter</a:t>
            </a:r>
            <a:r>
              <a:rPr sz="1467" b="1" spc="-100" dirty="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sz="1467" b="1" spc="-13" dirty="0">
                <a:solidFill>
                  <a:srgbClr val="4D4D4D"/>
                </a:solidFill>
                <a:latin typeface="Courier New"/>
                <a:cs typeface="Courier New"/>
              </a:rPr>
              <a:t>‘,’);</a:t>
            </a:r>
            <a:endParaRPr sz="1467" dirty="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760" y="4251983"/>
            <a:ext cx="462533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Export</a:t>
            </a:r>
            <a:r>
              <a:rPr sz="21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HDFS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using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Writable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33" dirty="0">
                <a:solidFill>
                  <a:srgbClr val="4D4D4D"/>
                </a:solidFill>
                <a:latin typeface="Arial"/>
                <a:cs typeface="Arial"/>
              </a:rPr>
              <a:t>PXF</a:t>
            </a:r>
            <a:endParaRPr sz="21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2987" y="1366521"/>
            <a:ext cx="4111413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MADlib</a:t>
            </a:r>
            <a:r>
              <a:rPr spc="-87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0565" y="1375411"/>
            <a:ext cx="7761393" cy="40705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lnSpc>
                <a:spcPts val="3760"/>
              </a:lnSpc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Be</a:t>
            </a:r>
            <a:r>
              <a:rPr lang="en-US" sz="3200" spc="193" dirty="0">
                <a:solidFill>
                  <a:srgbClr val="4D4D4D"/>
                </a:solidFill>
                <a:latin typeface="Calibri"/>
                <a:cs typeface="Calibri"/>
              </a:rPr>
              <a:t>tt</a:t>
            </a: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er</a:t>
            </a:r>
            <a:r>
              <a:rPr sz="32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4D4D4D"/>
                </a:solidFill>
                <a:latin typeface="Calibri"/>
                <a:cs typeface="Calibri"/>
              </a:rPr>
              <a:t>parallelism</a:t>
            </a:r>
            <a:endParaRPr sz="3200" dirty="0">
              <a:latin typeface="Calibri"/>
              <a:cs typeface="Calibri"/>
            </a:endParaRPr>
          </a:p>
          <a:p>
            <a:pPr marL="999042" marR="521534" lvl="1" indent="-372524">
              <a:lnSpc>
                <a:spcPts val="2667"/>
              </a:lnSpc>
              <a:spcBef>
                <a:spcPts val="187"/>
              </a:spcBef>
              <a:buChar char="–"/>
              <a:tabLst>
                <a:tab pos="999042" algn="l"/>
                <a:tab pos="1006661" algn="l"/>
              </a:tabLst>
            </a:pPr>
            <a:r>
              <a:rPr sz="2400" dirty="0">
                <a:solidFill>
                  <a:srgbClr val="33928A"/>
                </a:solidFill>
                <a:latin typeface="Verdana"/>
                <a:cs typeface="Verdana"/>
              </a:rPr>
              <a:t>	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Algorithms</a:t>
            </a:r>
            <a:r>
              <a:rPr sz="2400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designed</a:t>
            </a:r>
            <a:r>
              <a:rPr sz="2400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leverage</a:t>
            </a:r>
            <a:r>
              <a:rPr sz="2400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MPP</a:t>
            </a:r>
            <a:r>
              <a:rPr sz="2400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sz="2400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4D4D4D"/>
                </a:solidFill>
                <a:latin typeface="Calibri"/>
                <a:cs typeface="Calibri"/>
              </a:rPr>
              <a:t>Hadoop architecture</a:t>
            </a:r>
            <a:endParaRPr sz="2400" dirty="0">
              <a:latin typeface="Calibri"/>
              <a:cs typeface="Calibri"/>
            </a:endParaRPr>
          </a:p>
          <a:p>
            <a:pPr marL="320879" indent="-303946">
              <a:lnSpc>
                <a:spcPts val="3613"/>
              </a:lnSpc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Be</a:t>
            </a:r>
            <a:r>
              <a:rPr lang="en-US" sz="3200" spc="193" dirty="0">
                <a:solidFill>
                  <a:srgbClr val="4D4D4D"/>
                </a:solidFill>
                <a:latin typeface="Calibri"/>
                <a:cs typeface="Calibri"/>
              </a:rPr>
              <a:t>tt</a:t>
            </a: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er</a:t>
            </a:r>
            <a:r>
              <a:rPr sz="32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4D4D4D"/>
                </a:solidFill>
                <a:latin typeface="Calibri"/>
                <a:cs typeface="Calibri"/>
              </a:rPr>
              <a:t>scalability</a:t>
            </a:r>
            <a:endParaRPr sz="3200" dirty="0">
              <a:latin typeface="Calibri"/>
              <a:cs typeface="Calibri"/>
            </a:endParaRPr>
          </a:p>
          <a:p>
            <a:pPr marL="1006661" lvl="1" indent="-380144">
              <a:lnSpc>
                <a:spcPts val="2853"/>
              </a:lnSpc>
              <a:buClr>
                <a:srgbClr val="33928A"/>
              </a:buClr>
              <a:buFont typeface="Verdana"/>
              <a:buChar char="–"/>
              <a:tabLst>
                <a:tab pos="1006661" algn="l"/>
              </a:tabLst>
            </a:pP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Algorithms</a:t>
            </a:r>
            <a:r>
              <a:rPr sz="2400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scale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as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your</a:t>
            </a:r>
            <a:r>
              <a:rPr sz="2400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data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set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4D4D4D"/>
                </a:solidFill>
                <a:latin typeface="Calibri"/>
                <a:cs typeface="Calibri"/>
              </a:rPr>
              <a:t>scales</a:t>
            </a:r>
            <a:endParaRPr sz="2400" dirty="0">
              <a:latin typeface="Calibri"/>
              <a:cs typeface="Calibri"/>
            </a:endParaRPr>
          </a:p>
          <a:p>
            <a:pPr marL="320879" indent="-303946">
              <a:lnSpc>
                <a:spcPts val="3813"/>
              </a:lnSpc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Be</a:t>
            </a:r>
            <a:r>
              <a:rPr lang="en-US" sz="3200" spc="193" dirty="0">
                <a:solidFill>
                  <a:srgbClr val="4D4D4D"/>
                </a:solidFill>
                <a:latin typeface="Calibri"/>
                <a:cs typeface="Calibri"/>
              </a:rPr>
              <a:t>tt</a:t>
            </a:r>
            <a:r>
              <a:rPr sz="3200" spc="193" dirty="0">
                <a:solidFill>
                  <a:srgbClr val="4D4D4D"/>
                </a:solidFill>
                <a:latin typeface="Calibri"/>
                <a:cs typeface="Calibri"/>
              </a:rPr>
              <a:t>er</a:t>
            </a:r>
            <a:r>
              <a:rPr sz="3200" spc="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87" dirty="0">
                <a:solidFill>
                  <a:srgbClr val="4D4D4D"/>
                </a:solidFill>
                <a:latin typeface="Calibri"/>
                <a:cs typeface="Calibri"/>
              </a:rPr>
              <a:t>predic</a:t>
            </a:r>
            <a:r>
              <a:rPr lang="en-US" sz="3200" spc="87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3200" spc="87" dirty="0">
                <a:solidFill>
                  <a:srgbClr val="4D4D4D"/>
                </a:solidFill>
                <a:latin typeface="Calibri"/>
                <a:cs typeface="Calibri"/>
              </a:rPr>
              <a:t>ve</a:t>
            </a:r>
            <a:r>
              <a:rPr sz="3200" spc="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4D4D4D"/>
                </a:solidFill>
                <a:latin typeface="Calibri"/>
                <a:cs typeface="Calibri"/>
              </a:rPr>
              <a:t>accuracy</a:t>
            </a:r>
            <a:endParaRPr sz="3200" dirty="0">
              <a:latin typeface="Calibri"/>
              <a:cs typeface="Calibri"/>
            </a:endParaRPr>
          </a:p>
          <a:p>
            <a:pPr marL="1006661" lvl="1" indent="-380144">
              <a:lnSpc>
                <a:spcPts val="2787"/>
              </a:lnSpc>
              <a:buClr>
                <a:srgbClr val="33928A"/>
              </a:buClr>
              <a:buFont typeface="Verdana"/>
              <a:buChar char="–"/>
              <a:tabLst>
                <a:tab pos="1006661" algn="l"/>
              </a:tabLst>
            </a:pP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Can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use</a:t>
            </a:r>
            <a:r>
              <a:rPr sz="240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all</a:t>
            </a:r>
            <a:r>
              <a:rPr sz="240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data,</a:t>
            </a:r>
            <a:r>
              <a:rPr sz="2400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not</a:t>
            </a:r>
            <a:r>
              <a:rPr sz="240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4D4D4D"/>
                </a:solidFill>
                <a:latin typeface="Calibri"/>
                <a:cs typeface="Calibri"/>
              </a:rPr>
              <a:t>sample</a:t>
            </a:r>
            <a:endParaRPr sz="2400" dirty="0">
              <a:latin typeface="Calibri"/>
              <a:cs typeface="Calibri"/>
            </a:endParaRPr>
          </a:p>
          <a:p>
            <a:pPr marL="320879" indent="-303946">
              <a:lnSpc>
                <a:spcPts val="3747"/>
              </a:lnSpc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3200" dirty="0">
                <a:solidFill>
                  <a:srgbClr val="4D4D4D"/>
                </a:solidFill>
                <a:latin typeface="Calibri"/>
                <a:cs typeface="Calibri"/>
              </a:rPr>
              <a:t>Open</a:t>
            </a:r>
            <a:r>
              <a:rPr sz="3200" spc="-8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3" dirty="0">
                <a:solidFill>
                  <a:srgbClr val="4D4D4D"/>
                </a:solidFill>
                <a:latin typeface="Calibri"/>
                <a:cs typeface="Calibri"/>
              </a:rPr>
              <a:t>source</a:t>
            </a:r>
            <a:endParaRPr sz="3200" dirty="0">
              <a:latin typeface="Calibri"/>
              <a:cs typeface="Calibri"/>
            </a:endParaRPr>
          </a:p>
          <a:p>
            <a:pPr marL="999042" marR="6773" lvl="1" indent="-372524">
              <a:lnSpc>
                <a:spcPts val="2533"/>
              </a:lnSpc>
              <a:spcBef>
                <a:spcPts val="360"/>
              </a:spcBef>
              <a:buChar char="–"/>
              <a:tabLst>
                <a:tab pos="999042" algn="l"/>
                <a:tab pos="1006661" algn="l"/>
              </a:tabLst>
            </a:pPr>
            <a:r>
              <a:rPr sz="2400" dirty="0">
                <a:solidFill>
                  <a:srgbClr val="33928A"/>
                </a:solidFill>
                <a:latin typeface="Verdana"/>
                <a:cs typeface="Verdana"/>
              </a:rPr>
              <a:t>	</a:t>
            </a:r>
            <a:r>
              <a:rPr sz="2400" dirty="0">
                <a:solidFill>
                  <a:srgbClr val="4D4D4D"/>
                </a:solidFill>
                <a:latin typeface="Calibri"/>
                <a:cs typeface="Calibri"/>
              </a:rPr>
              <a:t>Available</a:t>
            </a:r>
            <a:r>
              <a:rPr sz="2400" spc="13" dirty="0">
                <a:solidFill>
                  <a:srgbClr val="4D4D4D"/>
                </a:solidFill>
                <a:latin typeface="Calibri"/>
                <a:cs typeface="Calibri"/>
              </a:rPr>
              <a:t> for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3" dirty="0">
                <a:solidFill>
                  <a:srgbClr val="4D4D4D"/>
                </a:solidFill>
                <a:latin typeface="Calibri"/>
                <a:cs typeface="Calibri"/>
              </a:rPr>
              <a:t>customiza;on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3" dirty="0">
                <a:solidFill>
                  <a:srgbClr val="4D4D4D"/>
                </a:solidFill>
                <a:latin typeface="Calibri"/>
                <a:cs typeface="Calibri"/>
              </a:rPr>
              <a:t>and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20" dirty="0">
                <a:solidFill>
                  <a:srgbClr val="4D4D4D"/>
                </a:solidFill>
                <a:latin typeface="Calibri"/>
                <a:cs typeface="Calibri"/>
              </a:rPr>
              <a:t>op;miza;on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3" dirty="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13" dirty="0">
                <a:solidFill>
                  <a:srgbClr val="4D4D4D"/>
                </a:solidFill>
                <a:latin typeface="Calibri"/>
                <a:cs typeface="Calibri"/>
              </a:rPr>
              <a:t>user</a:t>
            </a:r>
            <a:r>
              <a:rPr sz="240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400" spc="-33" dirty="0">
                <a:solidFill>
                  <a:srgbClr val="4D4D4D"/>
                </a:solidFill>
                <a:latin typeface="Calibri"/>
                <a:cs typeface="Calibri"/>
              </a:rPr>
              <a:t>if </a:t>
            </a:r>
            <a:r>
              <a:rPr sz="2400" spc="-13" dirty="0">
                <a:solidFill>
                  <a:srgbClr val="4D4D4D"/>
                </a:solidFill>
                <a:latin typeface="Calibri"/>
                <a:cs typeface="Calibri"/>
              </a:rPr>
              <a:t>desired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177" y="2334719"/>
            <a:ext cx="2089412" cy="20894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14868" y="671958"/>
            <a:ext cx="4555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27" dirty="0">
                <a:solidFill>
                  <a:srgbClr val="33928A"/>
                </a:solidFill>
                <a:latin typeface="Calibri"/>
                <a:cs typeface="Calibri"/>
              </a:rPr>
              <a:t>HAWQ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09068" y="146752"/>
            <a:ext cx="458941" cy="45894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677487" y="159062"/>
            <a:ext cx="3608493" cy="1137073"/>
            <a:chOff x="5758115" y="119296"/>
            <a:chExt cx="2706370" cy="8528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8115" y="119296"/>
              <a:ext cx="763848" cy="8429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2877" y="129066"/>
              <a:ext cx="1931446" cy="84296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805186"/>
            <a:ext cx="3987701" cy="107513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32</a:t>
            </a:fld>
            <a:endParaRPr spc="-3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6579" y="463787"/>
            <a:ext cx="1112851" cy="5434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64905" y="465138"/>
            <a:ext cx="1179128" cy="58896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0042" y="486166"/>
            <a:ext cx="965509" cy="5578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51401" y="457202"/>
            <a:ext cx="967435" cy="5953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24087" y="361952"/>
            <a:ext cx="1132555" cy="690561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06274" y="132082"/>
            <a:ext cx="2383367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pc="-13" dirty="0"/>
              <a:t>Functions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05884" y="1479581"/>
            <a:ext cx="3636433" cy="444500"/>
            <a:chOff x="379412" y="1109685"/>
            <a:chExt cx="2727325" cy="333375"/>
          </a:xfrm>
        </p:grpSpPr>
        <p:sp>
          <p:nvSpPr>
            <p:cNvPr id="9" name="object 9"/>
            <p:cNvSpPr/>
            <p:nvPr/>
          </p:nvSpPr>
          <p:spPr>
            <a:xfrm>
              <a:off x="385762" y="1116035"/>
              <a:ext cx="2714625" cy="320675"/>
            </a:xfrm>
            <a:custGeom>
              <a:avLst/>
              <a:gdLst/>
              <a:ahLst/>
              <a:cxnLst/>
              <a:rect l="l" t="t" r="r" b="b"/>
              <a:pathLst>
                <a:path w="2714625" h="320675">
                  <a:moveTo>
                    <a:pt x="2714624" y="0"/>
                  </a:moveTo>
                  <a:lnTo>
                    <a:pt x="0" y="0"/>
                  </a:lnTo>
                  <a:lnTo>
                    <a:pt x="0" y="320675"/>
                  </a:lnTo>
                  <a:lnTo>
                    <a:pt x="2714624" y="320675"/>
                  </a:lnTo>
                  <a:lnTo>
                    <a:pt x="2714624" y="0"/>
                  </a:lnTo>
                  <a:close/>
                </a:path>
              </a:pathLst>
            </a:custGeom>
            <a:solidFill>
              <a:srgbClr val="3DA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5762" y="1116035"/>
              <a:ext cx="2714625" cy="320675"/>
            </a:xfrm>
            <a:custGeom>
              <a:avLst/>
              <a:gdLst/>
              <a:ahLst/>
              <a:cxnLst/>
              <a:rect l="l" t="t" r="r" b="b"/>
              <a:pathLst>
                <a:path w="2714625" h="320675">
                  <a:moveTo>
                    <a:pt x="0" y="0"/>
                  </a:moveTo>
                  <a:lnTo>
                    <a:pt x="2714624" y="0"/>
                  </a:lnTo>
                  <a:lnTo>
                    <a:pt x="2714624" y="320674"/>
                  </a:lnTo>
                  <a:lnTo>
                    <a:pt x="0" y="320674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89386" y="1583297"/>
            <a:ext cx="207687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Predictive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Modeling</a:t>
            </a:r>
            <a:r>
              <a:rPr sz="1333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Library</a:t>
            </a:r>
            <a:endParaRPr sz="1333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349" y="4986591"/>
            <a:ext cx="3869267" cy="676917"/>
          </a:xfrm>
          <a:prstGeom prst="rect">
            <a:avLst/>
          </a:prstGeom>
          <a:ln w="12699">
            <a:solidFill>
              <a:srgbClr val="60606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1917">
              <a:spcBef>
                <a:spcPts val="480"/>
              </a:spcBef>
            </a:pP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Linear 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Systems</a:t>
            </a:r>
            <a:endParaRPr sz="1333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Sparse and Dense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Solvers</a:t>
            </a:r>
            <a:endParaRPr sz="1333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Linear</a:t>
            </a:r>
            <a:r>
              <a:rPr sz="1333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Algebra</a:t>
            </a:r>
            <a:endParaRPr sz="133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5883" y="4056123"/>
            <a:ext cx="3877733" cy="676916"/>
          </a:xfrm>
          <a:prstGeom prst="rect">
            <a:avLst/>
          </a:prstGeom>
          <a:ln w="12699">
            <a:solidFill>
              <a:srgbClr val="606060"/>
            </a:solidFill>
          </a:ln>
        </p:spPr>
        <p:txBody>
          <a:bodyPr vert="horz" wrap="square" lIns="0" tIns="60959" rIns="0" bIns="0" rtlCol="0">
            <a:spAutoFit/>
          </a:bodyPr>
          <a:lstStyle/>
          <a:p>
            <a:pPr marL="121917">
              <a:spcBef>
                <a:spcPts val="479"/>
              </a:spcBef>
            </a:pP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Matrix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 Factorization</a:t>
            </a:r>
            <a:endParaRPr sz="1333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Single</a:t>
            </a:r>
            <a:r>
              <a:rPr sz="13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Value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Decomposition</a:t>
            </a:r>
            <a:r>
              <a:rPr sz="13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(SVD)</a:t>
            </a:r>
            <a:endParaRPr sz="1333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Low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Rank</a:t>
            </a:r>
            <a:endParaRPr sz="1333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883" y="2063411"/>
            <a:ext cx="3877733" cy="1702516"/>
          </a:xfrm>
          <a:prstGeom prst="rect">
            <a:avLst/>
          </a:prstGeom>
          <a:ln w="12699">
            <a:solidFill>
              <a:srgbClr val="606060"/>
            </a:solidFill>
          </a:ln>
        </p:spPr>
        <p:txBody>
          <a:bodyPr vert="horz" wrap="square" lIns="0" tIns="60959" rIns="0" bIns="0" rtlCol="0">
            <a:spAutoFit/>
          </a:bodyPr>
          <a:lstStyle/>
          <a:p>
            <a:pPr marL="121917">
              <a:spcBef>
                <a:spcPts val="479"/>
              </a:spcBef>
            </a:pP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Generalized</a:t>
            </a:r>
            <a:r>
              <a:rPr sz="1333" b="1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Linear</a:t>
            </a:r>
            <a:r>
              <a:rPr sz="1333" b="1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Models</a:t>
            </a:r>
            <a:endParaRPr sz="1333" dirty="0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Linear</a:t>
            </a:r>
            <a:r>
              <a:rPr sz="1333" spc="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Regression</a:t>
            </a:r>
            <a:endParaRPr sz="1333" dirty="0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Logistic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Regression</a:t>
            </a:r>
            <a:endParaRPr sz="1333" dirty="0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Multinomial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Logistic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Regression</a:t>
            </a:r>
            <a:endParaRPr sz="1333" dirty="0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Cox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Proportional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Hazards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Regression</a:t>
            </a:r>
            <a:endParaRPr sz="1333" dirty="0">
              <a:latin typeface="Arial"/>
              <a:cs typeface="Arial"/>
            </a:endParaRPr>
          </a:p>
          <a:p>
            <a:pPr marL="347971" indent="-226054">
              <a:buChar char="•"/>
              <a:tabLst>
                <a:tab pos="347971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Elastic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Net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Regularization</a:t>
            </a:r>
            <a:endParaRPr sz="1333" dirty="0">
              <a:latin typeface="Arial"/>
              <a:cs typeface="Arial"/>
            </a:endParaRPr>
          </a:p>
          <a:p>
            <a:pPr marL="341197" marR="104137" indent="-220128">
              <a:buChar char="•"/>
              <a:tabLst>
                <a:tab pos="341197" algn="l"/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	Robust</a:t>
            </a:r>
            <a:r>
              <a:rPr sz="1333" spc="6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Variance</a:t>
            </a:r>
            <a:r>
              <a:rPr sz="1333" spc="6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(Huber-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White),</a:t>
            </a:r>
            <a:r>
              <a:rPr sz="1333" spc="6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Clustered Variance,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Marginal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Effects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10616" y="2057433"/>
            <a:ext cx="4371339" cy="2522997"/>
          </a:xfrm>
          <a:prstGeom prst="rect">
            <a:avLst/>
          </a:prstGeom>
          <a:ln w="9524">
            <a:solidFill>
              <a:srgbClr val="606060"/>
            </a:solidFill>
          </a:ln>
        </p:spPr>
        <p:txBody>
          <a:bodyPr vert="horz" wrap="square" lIns="0" tIns="60959" rIns="0" bIns="0" rtlCol="0">
            <a:spAutoFit/>
          </a:bodyPr>
          <a:lstStyle/>
          <a:p>
            <a:pPr marL="121070">
              <a:spcBef>
                <a:spcPts val="479"/>
              </a:spcBef>
            </a:pP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Other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Machine</a:t>
            </a:r>
            <a:r>
              <a:rPr sz="1333" b="1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Learning</a:t>
            </a:r>
            <a:r>
              <a:rPr sz="1333" b="1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Algorithms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Principal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Component</a:t>
            </a:r>
            <a:r>
              <a:rPr sz="1333" spc="-8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Analysis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(PCA)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Association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Rules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(Apriori)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Topic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Modeling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(Parallel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LDA)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Decision</a:t>
            </a:r>
            <a:r>
              <a:rPr sz="1333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Trees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Random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Forest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Support</a:t>
            </a:r>
            <a:r>
              <a:rPr sz="13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Vector</a:t>
            </a:r>
            <a:r>
              <a:rPr sz="13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Machines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Conditional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Random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Field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(CRF)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Clustering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(K-means)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Cross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Validation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Naïve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Bayes</a:t>
            </a:r>
            <a:endParaRPr sz="1333" dirty="0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Support</a:t>
            </a:r>
            <a:r>
              <a:rPr sz="1333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Vector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Machines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(SVM)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26484" y="1337766"/>
            <a:ext cx="8805333" cy="4542367"/>
          </a:xfrm>
          <a:custGeom>
            <a:avLst/>
            <a:gdLst/>
            <a:ahLst/>
            <a:cxnLst/>
            <a:rect l="l" t="t" r="r" b="b"/>
            <a:pathLst>
              <a:path w="6604000" h="3406775">
                <a:moveTo>
                  <a:pt x="0" y="0"/>
                </a:moveTo>
                <a:lnTo>
                  <a:pt x="6603998" y="0"/>
                </a:lnTo>
                <a:lnTo>
                  <a:pt x="6603998" y="3406774"/>
                </a:lnTo>
                <a:lnTo>
                  <a:pt x="0" y="3406774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98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285818" y="1406002"/>
            <a:ext cx="2658533" cy="277791"/>
          </a:xfrm>
          <a:prstGeom prst="rect">
            <a:avLst/>
          </a:prstGeom>
          <a:solidFill>
            <a:srgbClr val="3DA29C"/>
          </a:solidFill>
          <a:ln w="12699">
            <a:solidFill>
              <a:srgbClr val="000000"/>
            </a:solidFill>
          </a:ln>
        </p:spPr>
        <p:txBody>
          <a:bodyPr vert="horz" wrap="square" lIns="0" tIns="71967" rIns="0" bIns="0" rtlCol="0">
            <a:spAutoFit/>
          </a:bodyPr>
          <a:lstStyle/>
          <a:p>
            <a:pPr marL="551165">
              <a:spcBef>
                <a:spcPts val="567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Descriptive</a:t>
            </a:r>
            <a:r>
              <a:rPr sz="1333" spc="-4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Statistics</a:t>
            </a:r>
            <a:endParaRPr sz="1333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94798" y="1314985"/>
            <a:ext cx="2872740" cy="1769202"/>
          </a:xfrm>
          <a:prstGeom prst="rect">
            <a:avLst/>
          </a:prstGeom>
          <a:ln w="28574">
            <a:solidFill>
              <a:srgbClr val="00989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33">
              <a:latin typeface="Times New Roman"/>
              <a:cs typeface="Times New Roman"/>
            </a:endParaRPr>
          </a:p>
          <a:p>
            <a:pPr>
              <a:spcBef>
                <a:spcPts val="1033"/>
              </a:spcBef>
            </a:pPr>
            <a:endParaRPr sz="1333">
              <a:latin typeface="Times New Roman"/>
              <a:cs typeface="Times New Roman"/>
            </a:endParaRPr>
          </a:p>
          <a:p>
            <a:pPr marL="170176"/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Sketch-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Based</a:t>
            </a:r>
            <a:r>
              <a:rPr sz="1333" spc="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Estimators</a:t>
            </a:r>
            <a:endParaRPr sz="1333">
              <a:latin typeface="Arial"/>
              <a:cs typeface="Arial"/>
            </a:endParaRPr>
          </a:p>
          <a:p>
            <a:pPr marL="396230" indent="-226054">
              <a:buChar char="•"/>
              <a:tabLst>
                <a:tab pos="396230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CountMin</a:t>
            </a:r>
            <a:r>
              <a:rPr sz="1333" spc="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(Cormode-Muth.)</a:t>
            </a:r>
            <a:endParaRPr sz="1333">
              <a:latin typeface="Arial"/>
              <a:cs typeface="Arial"/>
            </a:endParaRPr>
          </a:p>
          <a:p>
            <a:pPr marL="396230" indent="-226054">
              <a:buChar char="•"/>
              <a:tabLst>
                <a:tab pos="396230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FM</a:t>
            </a:r>
            <a:r>
              <a:rPr sz="1333" spc="9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(Flajolet-Martin)</a:t>
            </a:r>
            <a:endParaRPr sz="1333">
              <a:latin typeface="Arial"/>
              <a:cs typeface="Arial"/>
            </a:endParaRPr>
          </a:p>
          <a:p>
            <a:pPr marL="170176" marR="301406" indent="226054">
              <a:buChar char="•"/>
              <a:tabLst>
                <a:tab pos="396230" algn="l"/>
              </a:tabLst>
            </a:pP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MFV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(Most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Frequent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Values) Correlation</a:t>
            </a:r>
            <a:endParaRPr sz="1333">
              <a:latin typeface="Arial"/>
              <a:cs typeface="Arial"/>
            </a:endParaRPr>
          </a:p>
          <a:p>
            <a:pPr marL="170176"/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Summary</a:t>
            </a:r>
            <a:endParaRPr sz="1333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13201" y="4346627"/>
            <a:ext cx="2703407" cy="292323"/>
          </a:xfrm>
          <a:prstGeom prst="rect">
            <a:avLst/>
          </a:prstGeom>
          <a:solidFill>
            <a:srgbClr val="3DA29C"/>
          </a:solidFill>
          <a:ln w="12699">
            <a:solidFill>
              <a:srgbClr val="000000"/>
            </a:solidFill>
          </a:ln>
        </p:spPr>
        <p:txBody>
          <a:bodyPr vert="horz" wrap="square" lIns="0" tIns="86359" rIns="0" bIns="0" rtlCol="0">
            <a:spAutoFit/>
          </a:bodyPr>
          <a:lstStyle/>
          <a:p>
            <a:pPr marL="714569">
              <a:spcBef>
                <a:spcPts val="679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Support 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Modules</a:t>
            </a:r>
            <a:endParaRPr sz="1333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29775" y="4277651"/>
            <a:ext cx="2872740" cy="1987147"/>
          </a:xfrm>
          <a:prstGeom prst="rect">
            <a:avLst/>
          </a:prstGeom>
          <a:ln w="28574">
            <a:solidFill>
              <a:srgbClr val="00989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33" dirty="0">
              <a:latin typeface="Times New Roman"/>
              <a:cs typeface="Times New Roman"/>
            </a:endParaRPr>
          </a:p>
          <a:p>
            <a:pPr>
              <a:spcBef>
                <a:spcPts val="1080"/>
              </a:spcBef>
            </a:pPr>
            <a:endParaRPr sz="1333" dirty="0">
              <a:latin typeface="Times New Roman"/>
              <a:cs typeface="Times New Roman"/>
            </a:endParaRPr>
          </a:p>
          <a:p>
            <a:pPr marL="164248" marR="1125192"/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Array</a:t>
            </a:r>
            <a:r>
              <a:rPr sz="13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Operations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Sparse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 Vectors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Random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Sampling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Probability</a:t>
            </a:r>
            <a:r>
              <a:rPr sz="13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Functions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1333" spc="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Preparation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PMML</a:t>
            </a:r>
            <a:r>
              <a:rPr sz="1333" spc="-8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Export </a:t>
            </a:r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Conjugate</a:t>
            </a:r>
            <a:r>
              <a:rPr sz="1333" spc="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Gradient</a:t>
            </a:r>
            <a:endParaRPr sz="1333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0533" y="3365252"/>
            <a:ext cx="2730500" cy="292323"/>
          </a:xfrm>
          <a:prstGeom prst="rect">
            <a:avLst/>
          </a:prstGeom>
          <a:solidFill>
            <a:srgbClr val="3DA29C"/>
          </a:solidFill>
          <a:ln w="12699">
            <a:solidFill>
              <a:srgbClr val="000000"/>
            </a:solidFill>
          </a:ln>
        </p:spPr>
        <p:txBody>
          <a:bodyPr vert="horz" wrap="square" lIns="0" tIns="86359" rIns="0" bIns="0" rtlCol="0">
            <a:spAutoFit/>
          </a:bodyPr>
          <a:lstStyle/>
          <a:p>
            <a:pPr marL="634137">
              <a:spcBef>
                <a:spcPts val="679"/>
              </a:spcBef>
            </a:pPr>
            <a:r>
              <a:rPr sz="1333" dirty="0">
                <a:solidFill>
                  <a:srgbClr val="FFFFFF"/>
                </a:solidFill>
                <a:latin typeface="Arial"/>
                <a:cs typeface="Arial"/>
              </a:rPr>
              <a:t>Inferential</a:t>
            </a:r>
            <a:r>
              <a:rPr sz="1333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33" spc="-13" dirty="0">
                <a:solidFill>
                  <a:srgbClr val="FFFFFF"/>
                </a:solidFill>
                <a:latin typeface="Arial"/>
                <a:cs typeface="Arial"/>
              </a:rPr>
              <a:t>Statistics</a:t>
            </a:r>
            <a:endParaRPr sz="1333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02393" y="3283809"/>
            <a:ext cx="2906607" cy="769250"/>
          </a:xfrm>
          <a:prstGeom prst="rect">
            <a:avLst/>
          </a:prstGeom>
          <a:ln w="28574">
            <a:solidFill>
              <a:srgbClr val="00989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33">
              <a:latin typeface="Times New Roman"/>
              <a:cs typeface="Times New Roman"/>
            </a:endParaRPr>
          </a:p>
          <a:p>
            <a:pPr>
              <a:spcBef>
                <a:spcPts val="1173"/>
              </a:spcBef>
            </a:pPr>
            <a:endParaRPr sz="1333">
              <a:latin typeface="Times New Roman"/>
              <a:cs typeface="Times New Roman"/>
            </a:endParaRPr>
          </a:p>
          <a:p>
            <a:pPr marL="196422"/>
            <a:r>
              <a:rPr sz="1333" dirty="0">
                <a:solidFill>
                  <a:srgbClr val="4D4D4D"/>
                </a:solidFill>
                <a:latin typeface="Arial"/>
                <a:cs typeface="Arial"/>
              </a:rPr>
              <a:t>Hypothesis</a:t>
            </a:r>
            <a:r>
              <a:rPr sz="1333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spc="-27" dirty="0">
                <a:solidFill>
                  <a:srgbClr val="4D4D4D"/>
                </a:solidFill>
                <a:latin typeface="Arial"/>
                <a:cs typeface="Arial"/>
              </a:rPr>
              <a:t>Tests</a:t>
            </a:r>
            <a:endParaRPr sz="1333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26210" y="4799262"/>
            <a:ext cx="4356100" cy="471796"/>
          </a:xfrm>
          <a:prstGeom prst="rect">
            <a:avLst/>
          </a:prstGeom>
          <a:ln w="12699">
            <a:solidFill>
              <a:srgbClr val="60606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121070">
              <a:spcBef>
                <a:spcPts val="480"/>
              </a:spcBef>
            </a:pPr>
            <a:r>
              <a:rPr sz="1333" b="1" dirty="0">
                <a:solidFill>
                  <a:srgbClr val="4D4D4D"/>
                </a:solidFill>
                <a:latin typeface="Arial"/>
                <a:cs typeface="Arial"/>
              </a:rPr>
              <a:t>Time</a:t>
            </a:r>
            <a:r>
              <a:rPr sz="1333" b="1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333" b="1" spc="-13" dirty="0">
                <a:solidFill>
                  <a:srgbClr val="4D4D4D"/>
                </a:solidFill>
                <a:latin typeface="Arial"/>
                <a:cs typeface="Arial"/>
              </a:rPr>
              <a:t>Series</a:t>
            </a:r>
            <a:endParaRPr sz="1333">
              <a:latin typeface="Arial"/>
              <a:cs typeface="Arial"/>
            </a:endParaRPr>
          </a:p>
          <a:p>
            <a:pPr marL="347125" indent="-226054">
              <a:buChar char="•"/>
              <a:tabLst>
                <a:tab pos="347125" algn="l"/>
              </a:tabLst>
            </a:pPr>
            <a:r>
              <a:rPr sz="1333" spc="-13" dirty="0">
                <a:solidFill>
                  <a:srgbClr val="4D4D4D"/>
                </a:solidFill>
                <a:latin typeface="Arial"/>
                <a:cs typeface="Arial"/>
              </a:rPr>
              <a:t>ARIMA</a:t>
            </a:r>
            <a:endParaRPr sz="133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4506" y="5966285"/>
            <a:ext cx="756073" cy="23254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00" i="1" dirty="0">
                <a:solidFill>
                  <a:srgbClr val="4D4D4D"/>
                </a:solidFill>
                <a:latin typeface="Arial"/>
                <a:cs typeface="Arial"/>
              </a:rPr>
              <a:t>Oct</a:t>
            </a:r>
            <a:r>
              <a:rPr sz="1400" i="1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400" i="1" spc="-27" dirty="0">
                <a:solidFill>
                  <a:srgbClr val="4D4D4D"/>
                </a:solidFill>
                <a:latin typeface="Arial"/>
                <a:cs typeface="Arial"/>
              </a:rPr>
              <a:t>2014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3766" y="1"/>
            <a:ext cx="1744789" cy="1613113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33</a:t>
            </a:fld>
            <a:endParaRPr spc="-3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016" y="362798"/>
            <a:ext cx="10468187" cy="2556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>
                <a:latin typeface="Calibri"/>
                <a:cs typeface="Calibri"/>
              </a:rPr>
              <a:t>Calling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 err="1">
                <a:latin typeface="Calibri"/>
                <a:cs typeface="Calibri"/>
              </a:rPr>
              <a:t>MADlib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120" dirty="0" err="1">
                <a:latin typeface="Calibri"/>
                <a:cs typeface="Calibri"/>
              </a:rPr>
              <a:t>Func</a:t>
            </a:r>
            <a:r>
              <a:rPr lang="en-US" spc="120" dirty="0" err="1">
                <a:latin typeface="Calibri"/>
                <a:cs typeface="Calibri"/>
              </a:rPr>
              <a:t>t</a:t>
            </a:r>
            <a:r>
              <a:rPr spc="120" dirty="0" err="1">
                <a:latin typeface="Calibri"/>
                <a:cs typeface="Calibri"/>
              </a:rPr>
              <a:t>ons</a:t>
            </a:r>
            <a:r>
              <a:rPr spc="120" dirty="0">
                <a:latin typeface="Calibri"/>
                <a:cs typeface="Calibri"/>
              </a:rPr>
              <a:t>: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Fast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Training,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3" dirty="0">
                <a:latin typeface="Calibri"/>
                <a:cs typeface="Calibri"/>
              </a:rPr>
              <a:t>Scoring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58938" y="2006139"/>
            <a:ext cx="5120639" cy="1297092"/>
            <a:chOff x="4019203" y="1504604"/>
            <a:chExt cx="3840479" cy="97281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9203" y="1504604"/>
              <a:ext cx="3840479" cy="9725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8580" y="1537855"/>
              <a:ext cx="2506286" cy="90608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63993" y="1549386"/>
              <a:ext cx="3700145" cy="831215"/>
            </a:xfrm>
            <a:custGeom>
              <a:avLst/>
              <a:gdLst/>
              <a:ahLst/>
              <a:cxnLst/>
              <a:rect l="l" t="t" r="r" b="b"/>
              <a:pathLst>
                <a:path w="3700145" h="831214">
                  <a:moveTo>
                    <a:pt x="3699934" y="0"/>
                  </a:moveTo>
                  <a:lnTo>
                    <a:pt x="0" y="0"/>
                  </a:lnTo>
                  <a:lnTo>
                    <a:pt x="0" y="830997"/>
                  </a:lnTo>
                  <a:lnTo>
                    <a:pt x="3699934" y="830997"/>
                  </a:lnTo>
                  <a:lnTo>
                    <a:pt x="3699934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63993" y="1549386"/>
              <a:ext cx="3700145" cy="831215"/>
            </a:xfrm>
            <a:custGeom>
              <a:avLst/>
              <a:gdLst/>
              <a:ahLst/>
              <a:cxnLst/>
              <a:rect l="l" t="t" r="r" b="b"/>
              <a:pathLst>
                <a:path w="3700145" h="831214">
                  <a:moveTo>
                    <a:pt x="0" y="0"/>
                  </a:moveTo>
                  <a:lnTo>
                    <a:pt x="3699933" y="0"/>
                  </a:lnTo>
                  <a:lnTo>
                    <a:pt x="3699933" y="830996"/>
                  </a:lnTo>
                  <a:lnTo>
                    <a:pt x="0" y="830996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35591" y="2109875"/>
            <a:ext cx="4899660" cy="10071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R="87204" algn="r">
              <a:lnSpc>
                <a:spcPts val="1893"/>
              </a:lnSpc>
              <a:spcBef>
                <a:spcPts val="133"/>
              </a:spcBef>
            </a:pPr>
            <a:r>
              <a:rPr sz="1600" dirty="0">
                <a:solidFill>
                  <a:srgbClr val="008881"/>
                </a:solidFill>
                <a:latin typeface="Calibri"/>
                <a:cs typeface="Calibri"/>
              </a:rPr>
              <a:t>SELECT</a:t>
            </a:r>
            <a:r>
              <a:rPr sz="1600" spc="-20" dirty="0">
                <a:solidFill>
                  <a:srgbClr val="00888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27C3A"/>
                </a:solidFill>
                <a:latin typeface="Calibri"/>
                <a:cs typeface="Calibri"/>
              </a:rPr>
              <a:t>madlib.linregr_train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spc="-13" dirty="0">
                <a:latin typeface="Calibri"/>
                <a:cs typeface="Calibri"/>
              </a:rPr>
              <a:t> 'houses’,</a:t>
            </a:r>
            <a:endParaRPr sz="1600" dirty="0">
              <a:latin typeface="Calibri"/>
              <a:cs typeface="Calibri"/>
            </a:endParaRPr>
          </a:p>
          <a:p>
            <a:pPr marR="87204" algn="r">
              <a:lnSpc>
                <a:spcPts val="1867"/>
              </a:lnSpc>
            </a:pPr>
            <a:r>
              <a:rPr sz="1600" spc="-13" dirty="0">
                <a:latin typeface="Calibri"/>
                <a:cs typeface="Calibri"/>
              </a:rPr>
              <a:t>'houses_linregr’,</a:t>
            </a:r>
            <a:endParaRPr sz="1600" dirty="0">
              <a:latin typeface="Calibri"/>
              <a:cs typeface="Calibri"/>
            </a:endParaRPr>
          </a:p>
          <a:p>
            <a:pPr marR="87204" algn="r">
              <a:lnSpc>
                <a:spcPts val="1893"/>
              </a:lnSpc>
            </a:pPr>
            <a:r>
              <a:rPr sz="1600" spc="-13" dirty="0">
                <a:latin typeface="Calibri"/>
                <a:cs typeface="Calibri"/>
              </a:rPr>
              <a:t>'price’,</a:t>
            </a:r>
            <a:endParaRPr sz="1600" dirty="0">
              <a:latin typeface="Calibri"/>
              <a:cs typeface="Calibri"/>
            </a:endParaRPr>
          </a:p>
          <a:p>
            <a:pPr marR="87204" algn="r">
              <a:spcBef>
                <a:spcPts val="80"/>
              </a:spcBef>
            </a:pPr>
            <a:r>
              <a:rPr sz="1600" dirty="0">
                <a:latin typeface="Calibri"/>
                <a:cs typeface="Calibri"/>
              </a:rPr>
              <a:t>'ARRAY[1,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tax,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bath,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size]’);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65426" y="1590312"/>
            <a:ext cx="295487" cy="430953"/>
            <a:chOff x="5299069" y="1192733"/>
            <a:chExt cx="221615" cy="323215"/>
          </a:xfrm>
        </p:grpSpPr>
        <p:sp>
          <p:nvSpPr>
            <p:cNvPr id="10" name="object 10"/>
            <p:cNvSpPr/>
            <p:nvPr/>
          </p:nvSpPr>
          <p:spPr>
            <a:xfrm>
              <a:off x="5308594" y="1202258"/>
              <a:ext cx="198120" cy="292735"/>
            </a:xfrm>
            <a:custGeom>
              <a:avLst/>
              <a:gdLst/>
              <a:ahLst/>
              <a:cxnLst/>
              <a:rect l="l" t="t" r="r" b="b"/>
              <a:pathLst>
                <a:path w="198120" h="292734">
                  <a:moveTo>
                    <a:pt x="0" y="0"/>
                  </a:moveTo>
                  <a:lnTo>
                    <a:pt x="197816" y="29264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12426" y="1393747"/>
              <a:ext cx="108099" cy="12204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78728" y="1308372"/>
            <a:ext cx="1954953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MADlib</a:t>
            </a:r>
            <a:r>
              <a:rPr sz="1600" spc="-47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func</a:t>
            </a:r>
            <a:r>
              <a:rPr lang="en-US" sz="1600" spc="-13" dirty="0">
                <a:latin typeface="Calibri"/>
                <a:cs typeface="Calibri"/>
              </a:rPr>
              <a:t>ti</a:t>
            </a:r>
            <a:r>
              <a:rPr sz="1600" spc="-13" dirty="0">
                <a:latin typeface="Calibri"/>
                <a:cs typeface="Calibri"/>
              </a:rPr>
              <a:t>on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43768" y="1150318"/>
            <a:ext cx="1398693" cy="51809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71869" marR="6773" indent="-155781">
              <a:lnSpc>
                <a:spcPts val="1867"/>
              </a:lnSpc>
              <a:spcBef>
                <a:spcPts val="240"/>
              </a:spcBef>
            </a:pP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containing </a:t>
            </a: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7" dirty="0"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518390" y="1703207"/>
            <a:ext cx="1174325" cy="717127"/>
            <a:chOff x="7138792" y="1277405"/>
            <a:chExt cx="880744" cy="537845"/>
          </a:xfrm>
        </p:grpSpPr>
        <p:sp>
          <p:nvSpPr>
            <p:cNvPr id="15" name="object 15"/>
            <p:cNvSpPr/>
            <p:nvPr/>
          </p:nvSpPr>
          <p:spPr>
            <a:xfrm>
              <a:off x="7179734" y="1286930"/>
              <a:ext cx="24130" cy="314325"/>
            </a:xfrm>
            <a:custGeom>
              <a:avLst/>
              <a:gdLst/>
              <a:ahLst/>
              <a:cxnLst/>
              <a:rect l="l" t="t" r="r" b="b"/>
              <a:pathLst>
                <a:path w="24129" h="314325">
                  <a:moveTo>
                    <a:pt x="0" y="0"/>
                  </a:moveTo>
                  <a:lnTo>
                    <a:pt x="23516" y="31379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8792" y="1506929"/>
              <a:ext cx="117577" cy="1189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99756" y="1574782"/>
              <a:ext cx="410209" cy="225425"/>
            </a:xfrm>
            <a:custGeom>
              <a:avLst/>
              <a:gdLst/>
              <a:ahLst/>
              <a:cxnLst/>
              <a:rect l="l" t="t" r="r" b="b"/>
              <a:pathLst>
                <a:path w="410209" h="225425">
                  <a:moveTo>
                    <a:pt x="409709" y="0"/>
                  </a:moveTo>
                  <a:lnTo>
                    <a:pt x="0" y="22493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7662" y="1709585"/>
              <a:ext cx="123159" cy="10530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0593613" y="1782493"/>
            <a:ext cx="1442720" cy="51809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37061" marR="6773" indent="-220974">
              <a:lnSpc>
                <a:spcPts val="1867"/>
              </a:lnSpc>
              <a:spcBef>
                <a:spcPts val="240"/>
              </a:spcBef>
            </a:pP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33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save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047106" y="2654113"/>
            <a:ext cx="622300" cy="452967"/>
            <a:chOff x="7535329" y="1990584"/>
            <a:chExt cx="466725" cy="339725"/>
          </a:xfrm>
        </p:grpSpPr>
        <p:sp>
          <p:nvSpPr>
            <p:cNvPr id="21" name="object 21"/>
            <p:cNvSpPr/>
            <p:nvPr/>
          </p:nvSpPr>
          <p:spPr>
            <a:xfrm>
              <a:off x="7555761" y="2005341"/>
              <a:ext cx="436880" cy="315595"/>
            </a:xfrm>
            <a:custGeom>
              <a:avLst/>
              <a:gdLst/>
              <a:ahLst/>
              <a:cxnLst/>
              <a:rect l="l" t="t" r="r" b="b"/>
              <a:pathLst>
                <a:path w="436879" h="315594">
                  <a:moveTo>
                    <a:pt x="436764" y="31544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35329" y="1990584"/>
              <a:ext cx="121554" cy="1098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364790" y="3138406"/>
            <a:ext cx="158580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Column</a:t>
            </a:r>
            <a:r>
              <a:rPr sz="1600" spc="-33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containing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35817" y="3375470"/>
            <a:ext cx="1644227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Calibri"/>
                <a:cs typeface="Calibri"/>
              </a:rPr>
              <a:t>dependent</a:t>
            </a:r>
            <a:r>
              <a:rPr sz="1600" spc="-27" dirty="0">
                <a:latin typeface="Calibri"/>
                <a:cs typeface="Calibri"/>
              </a:rPr>
              <a:t> </a:t>
            </a:r>
            <a:r>
              <a:rPr sz="1600" spc="-13" dirty="0">
                <a:latin typeface="Calibri"/>
                <a:cs typeface="Calibri"/>
              </a:rPr>
              <a:t>variable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05892" y="3302090"/>
            <a:ext cx="2026920" cy="518091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750975" marR="6773" indent="-734888">
              <a:lnSpc>
                <a:spcPts val="1867"/>
              </a:lnSpc>
              <a:spcBef>
                <a:spcPts val="240"/>
              </a:spcBef>
            </a:pPr>
            <a:r>
              <a:rPr sz="1600" dirty="0">
                <a:latin typeface="Calibri"/>
                <a:cs typeface="Calibri"/>
              </a:rPr>
              <a:t>Features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3" dirty="0">
                <a:latin typeface="Calibri"/>
                <a:cs typeface="Calibri"/>
              </a:rPr>
              <a:t> </a:t>
            </a:r>
            <a:r>
              <a:rPr sz="1600" spc="-33" dirty="0">
                <a:latin typeface="Calibri"/>
                <a:cs typeface="Calibri"/>
              </a:rPr>
              <a:t>the </a:t>
            </a:r>
            <a:r>
              <a:rPr sz="1600" spc="-13" dirty="0">
                <a:latin typeface="Calibri"/>
                <a:cs typeface="Calibri"/>
              </a:rPr>
              <a:t>model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347655" y="2896493"/>
            <a:ext cx="441960" cy="464820"/>
            <a:chOff x="5510741" y="2172369"/>
            <a:chExt cx="331470" cy="348615"/>
          </a:xfrm>
        </p:grpSpPr>
        <p:sp>
          <p:nvSpPr>
            <p:cNvPr id="27" name="object 27"/>
            <p:cNvSpPr/>
            <p:nvPr/>
          </p:nvSpPr>
          <p:spPr>
            <a:xfrm>
              <a:off x="5520266" y="2190656"/>
              <a:ext cx="304165" cy="320675"/>
            </a:xfrm>
            <a:custGeom>
              <a:avLst/>
              <a:gdLst/>
              <a:ahLst/>
              <a:cxnLst/>
              <a:rect l="l" t="t" r="r" b="b"/>
              <a:pathLst>
                <a:path w="304164" h="320675">
                  <a:moveTo>
                    <a:pt x="0" y="320643"/>
                  </a:moveTo>
                  <a:lnTo>
                    <a:pt x="30412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5546" y="2172369"/>
              <a:ext cx="116189" cy="11813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02686" y="1358478"/>
            <a:ext cx="4969087" cy="43130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21725" marR="6773" indent="-304792">
              <a:lnSpc>
                <a:spcPct val="78400"/>
              </a:lnSpc>
              <a:spcBef>
                <a:spcPts val="720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MADlib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allows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users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easily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and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create</a:t>
            </a:r>
            <a:r>
              <a:rPr sz="2267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models</a:t>
            </a:r>
            <a:r>
              <a:rPr sz="2267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without</a:t>
            </a:r>
            <a:r>
              <a:rPr sz="2267" spc="-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moving</a:t>
            </a:r>
            <a:r>
              <a:rPr sz="2267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data</a:t>
            </a:r>
            <a:r>
              <a:rPr sz="2267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out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of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the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systems</a:t>
            </a:r>
            <a:endParaRPr sz="2267" dirty="0">
              <a:latin typeface="Calibri"/>
              <a:cs typeface="Calibri"/>
            </a:endParaRPr>
          </a:p>
          <a:p>
            <a:pPr marL="1006661" lvl="1" indent="-380144">
              <a:lnSpc>
                <a:spcPts val="2133"/>
              </a:lnSpc>
              <a:buClr>
                <a:srgbClr val="33928A"/>
              </a:buClr>
              <a:buFont typeface="Verdana"/>
              <a:buChar char="–"/>
              <a:tabLst>
                <a:tab pos="1006661" algn="l"/>
              </a:tabLst>
            </a:pPr>
            <a:r>
              <a:rPr sz="1867" dirty="0">
                <a:solidFill>
                  <a:srgbClr val="4D4D4D"/>
                </a:solidFill>
                <a:latin typeface="Calibri"/>
                <a:cs typeface="Calibri"/>
              </a:rPr>
              <a:t>Model</a:t>
            </a:r>
            <a:r>
              <a:rPr sz="1867" spc="-7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4D4D4D"/>
                </a:solidFill>
                <a:latin typeface="Calibri"/>
                <a:cs typeface="Calibri"/>
              </a:rPr>
              <a:t>genera</a:t>
            </a:r>
            <a:r>
              <a:rPr lang="en-US" sz="1867" spc="-13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1867" spc="-13" dirty="0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endParaRPr sz="1867" dirty="0">
              <a:latin typeface="Calibri"/>
              <a:cs typeface="Calibri"/>
            </a:endParaRPr>
          </a:p>
          <a:p>
            <a:pPr marL="1006661" lvl="1" indent="-380144">
              <a:lnSpc>
                <a:spcPts val="2185"/>
              </a:lnSpc>
              <a:spcBef>
                <a:spcPts val="27"/>
              </a:spcBef>
              <a:buClr>
                <a:srgbClr val="33928A"/>
              </a:buClr>
              <a:buFont typeface="Verdana"/>
              <a:buChar char="–"/>
              <a:tabLst>
                <a:tab pos="1006661" algn="l"/>
              </a:tabLst>
            </a:pPr>
            <a:r>
              <a:rPr sz="1867" dirty="0">
                <a:solidFill>
                  <a:srgbClr val="4D4D4D"/>
                </a:solidFill>
                <a:latin typeface="Calibri"/>
                <a:cs typeface="Calibri"/>
              </a:rPr>
              <a:t>Model</a:t>
            </a:r>
            <a:r>
              <a:rPr sz="1867" spc="-7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-13" dirty="0">
                <a:solidFill>
                  <a:srgbClr val="4D4D4D"/>
                </a:solidFill>
                <a:latin typeface="Calibri"/>
                <a:cs typeface="Calibri"/>
              </a:rPr>
              <a:t>valida</a:t>
            </a:r>
            <a:r>
              <a:rPr lang="en-US" sz="1867" spc="-13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1867" spc="-13" dirty="0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endParaRPr sz="1867" dirty="0">
              <a:latin typeface="Calibri"/>
              <a:cs typeface="Calibri"/>
            </a:endParaRPr>
          </a:p>
          <a:p>
            <a:pPr marL="1006661" lvl="1" indent="-380144">
              <a:lnSpc>
                <a:spcPts val="2185"/>
              </a:lnSpc>
              <a:buClr>
                <a:srgbClr val="33928A"/>
              </a:buClr>
              <a:buFont typeface="Verdana"/>
              <a:buChar char="–"/>
              <a:tabLst>
                <a:tab pos="1006661" algn="l"/>
              </a:tabLst>
            </a:pPr>
            <a:r>
              <a:rPr sz="1867" dirty="0">
                <a:solidFill>
                  <a:srgbClr val="4D4D4D"/>
                </a:solidFill>
                <a:latin typeface="Calibri"/>
                <a:cs typeface="Calibri"/>
              </a:rPr>
              <a:t>Scoring</a:t>
            </a:r>
            <a:r>
              <a:rPr sz="1867" spc="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13" dirty="0">
                <a:solidFill>
                  <a:srgbClr val="4D4D4D"/>
                </a:solidFill>
                <a:latin typeface="Calibri"/>
                <a:cs typeface="Calibri"/>
              </a:rPr>
              <a:t>(evalua</a:t>
            </a:r>
            <a:r>
              <a:rPr lang="en-US" sz="1867" spc="13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1867" spc="13" dirty="0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sz="1867" spc="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13" dirty="0">
                <a:solidFill>
                  <a:srgbClr val="4D4D4D"/>
                </a:solidFill>
                <a:latin typeface="Calibri"/>
                <a:cs typeface="Calibri"/>
              </a:rPr>
              <a:t>of)</a:t>
            </a:r>
            <a:r>
              <a:rPr sz="1867" spc="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13" dirty="0">
                <a:solidFill>
                  <a:srgbClr val="4D4D4D"/>
                </a:solidFill>
                <a:latin typeface="Calibri"/>
                <a:cs typeface="Calibri"/>
              </a:rPr>
              <a:t>new</a:t>
            </a:r>
            <a:r>
              <a:rPr sz="1867" spc="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867" spc="-27" dirty="0">
                <a:solidFill>
                  <a:srgbClr val="4D4D4D"/>
                </a:solidFill>
                <a:latin typeface="Calibri"/>
                <a:cs typeface="Calibri"/>
              </a:rPr>
              <a:t>data</a:t>
            </a:r>
            <a:endParaRPr sz="1867" dirty="0">
              <a:latin typeface="Calibri"/>
              <a:cs typeface="Calibri"/>
            </a:endParaRPr>
          </a:p>
          <a:p>
            <a:pPr marL="320879" indent="-303946">
              <a:spcBef>
                <a:spcPts val="1147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All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the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data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can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be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used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one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model</a:t>
            </a:r>
            <a:endParaRPr sz="2267" dirty="0">
              <a:latin typeface="Calibri"/>
              <a:cs typeface="Calibri"/>
            </a:endParaRPr>
          </a:p>
          <a:p>
            <a:pPr marL="321725" marR="734888" indent="-304792">
              <a:lnSpc>
                <a:spcPct val="80900"/>
              </a:lnSpc>
              <a:spcBef>
                <a:spcPts val="1533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2267" spc="-140" dirty="0">
                <a:solidFill>
                  <a:srgbClr val="4D4D4D"/>
                </a:solidFill>
                <a:latin typeface="Calibri"/>
                <a:cs typeface="Calibri"/>
              </a:rPr>
              <a:t>Built-</a:t>
            </a:r>
            <a:r>
              <a:rPr sz="2267" spc="-360" dirty="0">
                <a:solidFill>
                  <a:srgbClr val="4D4D4D"/>
                </a:solidFill>
                <a:latin typeface="Calibri"/>
                <a:cs typeface="Calibri"/>
              </a:rPr>
              <a:t>-</a:t>
            </a:r>
            <a:r>
              <a:rPr sz="2267" spc="-353" dirty="0">
                <a:solidFill>
                  <a:srgbClr val="4D4D4D"/>
                </a:solidFill>
                <a:latin typeface="Calibri"/>
                <a:cs typeface="Calibri"/>
              </a:rPr>
              <a:t>-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sz="2267" spc="1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func</a:t>
            </a:r>
            <a:r>
              <a:rPr lang="en-US" sz="2267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onality</a:t>
            </a:r>
            <a:r>
              <a:rPr sz="2267" spc="1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to</a:t>
            </a:r>
            <a:r>
              <a:rPr sz="2267" spc="1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create</a:t>
            </a:r>
            <a:r>
              <a:rPr sz="2267" spc="14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of </a:t>
            </a:r>
            <a:r>
              <a:rPr sz="2267" spc="87" dirty="0">
                <a:solidFill>
                  <a:srgbClr val="4D4D4D"/>
                </a:solidFill>
                <a:latin typeface="Calibri"/>
                <a:cs typeface="Calibri"/>
              </a:rPr>
              <a:t>mul</a:t>
            </a:r>
            <a:r>
              <a:rPr lang="en-US" sz="2267" spc="87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2267" spc="87" dirty="0">
                <a:solidFill>
                  <a:srgbClr val="4D4D4D"/>
                </a:solidFill>
                <a:latin typeface="Calibri"/>
                <a:cs typeface="Calibri"/>
              </a:rPr>
              <a:t>ple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smaller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models</a:t>
            </a:r>
            <a:r>
              <a:rPr sz="2267" spc="-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(e.g. </a:t>
            </a:r>
            <a:r>
              <a:rPr sz="2267" spc="13" dirty="0">
                <a:solidFill>
                  <a:srgbClr val="4D4D4D"/>
                </a:solidFill>
                <a:latin typeface="Calibri"/>
                <a:cs typeface="Calibri"/>
              </a:rPr>
              <a:t>classiﬁca</a:t>
            </a:r>
            <a:r>
              <a:rPr lang="en-US" sz="2267" spc="13" dirty="0">
                <a:solidFill>
                  <a:srgbClr val="4D4D4D"/>
                </a:solidFill>
                <a:latin typeface="Calibri"/>
                <a:cs typeface="Calibri"/>
              </a:rPr>
              <a:t>ti</a:t>
            </a:r>
            <a:r>
              <a:rPr sz="2267" spc="13" dirty="0">
                <a:solidFill>
                  <a:srgbClr val="4D4D4D"/>
                </a:solidFill>
                <a:latin typeface="Calibri"/>
                <a:cs typeface="Calibri"/>
              </a:rPr>
              <a:t>on</a:t>
            </a:r>
            <a:r>
              <a:rPr sz="2267" spc="11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grouped</a:t>
            </a:r>
            <a:r>
              <a:rPr sz="2267" spc="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13" dirty="0">
                <a:solidFill>
                  <a:srgbClr val="4D4D4D"/>
                </a:solidFill>
                <a:latin typeface="Calibri"/>
                <a:cs typeface="Calibri"/>
              </a:rPr>
              <a:t>by</a:t>
            </a:r>
            <a:r>
              <a:rPr sz="2267" spc="1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13" dirty="0">
                <a:solidFill>
                  <a:srgbClr val="4D4D4D"/>
                </a:solidFill>
                <a:latin typeface="Calibri"/>
                <a:cs typeface="Calibri"/>
              </a:rPr>
              <a:t>feature)</a:t>
            </a:r>
            <a:endParaRPr sz="2267" dirty="0">
              <a:latin typeface="Calibri"/>
              <a:cs typeface="Calibri"/>
            </a:endParaRPr>
          </a:p>
          <a:p>
            <a:pPr marL="321725" marR="512221" indent="-304792">
              <a:lnSpc>
                <a:spcPct val="78400"/>
              </a:lnSpc>
              <a:spcBef>
                <a:spcPts val="1600"/>
              </a:spcBef>
              <a:buClr>
                <a:srgbClr val="33928A"/>
              </a:buClr>
              <a:buFont typeface="Wingdings"/>
              <a:buChar char=""/>
              <a:tabLst>
                <a:tab pos="321725" algn="l"/>
              </a:tabLst>
            </a:pPr>
            <a:r>
              <a:rPr sz="2267" spc="-107" dirty="0">
                <a:solidFill>
                  <a:srgbClr val="4D4D4D"/>
                </a:solidFill>
                <a:latin typeface="Calibri"/>
                <a:cs typeface="Calibri"/>
              </a:rPr>
              <a:t>Open-</a:t>
            </a:r>
            <a:r>
              <a:rPr sz="2267" spc="-473" dirty="0">
                <a:solidFill>
                  <a:srgbClr val="4D4D4D"/>
                </a:solidFill>
                <a:latin typeface="Calibri"/>
                <a:cs typeface="Calibri"/>
              </a:rPr>
              <a:t>--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source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lets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you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tweak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and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extend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methods,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or</a:t>
            </a:r>
            <a:r>
              <a:rPr sz="2267" spc="-27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build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267" dirty="0">
                <a:solidFill>
                  <a:srgbClr val="4D4D4D"/>
                </a:solidFill>
                <a:latin typeface="Calibri"/>
                <a:cs typeface="Calibri"/>
              </a:rPr>
              <a:t>your</a:t>
            </a:r>
            <a:r>
              <a:rPr sz="2267" spc="-33" dirty="0">
                <a:solidFill>
                  <a:srgbClr val="4D4D4D"/>
                </a:solidFill>
                <a:latin typeface="Calibri"/>
                <a:cs typeface="Calibri"/>
              </a:rPr>
              <a:t> own</a:t>
            </a:r>
            <a:endParaRPr sz="2267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14868" y="671958"/>
            <a:ext cx="455507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spc="-27" dirty="0">
                <a:solidFill>
                  <a:srgbClr val="33928A"/>
                </a:solidFill>
                <a:latin typeface="Calibri"/>
                <a:cs typeface="Calibri"/>
              </a:rPr>
              <a:t>HAWQ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09068" y="146752"/>
            <a:ext cx="458941" cy="458941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34</a:t>
            </a:fld>
            <a:endParaRPr spc="-3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019" y="187259"/>
            <a:ext cx="10932160" cy="1140483"/>
          </a:xfrm>
          <a:prstGeom prst="rect">
            <a:avLst/>
          </a:prstGeom>
        </p:spPr>
        <p:txBody>
          <a:bodyPr vert="horz" wrap="square" lIns="0" tIns="88053" rIns="0" bIns="0" rtlCol="0">
            <a:spAutoFit/>
          </a:bodyPr>
          <a:lstStyle/>
          <a:p>
            <a:pPr marL="16933" marR="6773">
              <a:lnSpc>
                <a:spcPts val="4133"/>
              </a:lnSpc>
              <a:spcBef>
                <a:spcPts val="693"/>
              </a:spcBef>
            </a:pPr>
            <a:r>
              <a:rPr sz="3867" dirty="0"/>
              <a:t>PivotalR:</a:t>
            </a:r>
            <a:r>
              <a:rPr sz="3867" spc="-87" dirty="0"/>
              <a:t> </a:t>
            </a:r>
            <a:r>
              <a:rPr sz="3867" dirty="0"/>
              <a:t>Bringing</a:t>
            </a:r>
            <a:r>
              <a:rPr sz="3867" spc="-73" dirty="0"/>
              <a:t> </a:t>
            </a:r>
            <a:r>
              <a:rPr sz="3867" dirty="0"/>
              <a:t>MADlib</a:t>
            </a:r>
            <a:r>
              <a:rPr sz="3867" spc="-73" dirty="0"/>
              <a:t> </a:t>
            </a:r>
            <a:r>
              <a:rPr sz="3867" dirty="0"/>
              <a:t>and</a:t>
            </a:r>
            <a:r>
              <a:rPr sz="3867" spc="-80" dirty="0"/>
              <a:t> </a:t>
            </a:r>
            <a:r>
              <a:rPr sz="3867" dirty="0"/>
              <a:t>HAWQ</a:t>
            </a:r>
            <a:r>
              <a:rPr sz="3867" spc="-80" dirty="0"/>
              <a:t> </a:t>
            </a:r>
            <a:r>
              <a:rPr sz="3867" dirty="0"/>
              <a:t>to</a:t>
            </a:r>
            <a:r>
              <a:rPr sz="3867" spc="-73" dirty="0"/>
              <a:t> </a:t>
            </a:r>
            <a:r>
              <a:rPr sz="3867" dirty="0"/>
              <a:t>a</a:t>
            </a:r>
            <a:r>
              <a:rPr sz="3867" spc="-80" dirty="0"/>
              <a:t> </a:t>
            </a:r>
            <a:r>
              <a:rPr sz="3867" spc="-13" dirty="0"/>
              <a:t>familiar </a:t>
            </a:r>
            <a:r>
              <a:rPr sz="3867" dirty="0"/>
              <a:t>R</a:t>
            </a:r>
            <a:r>
              <a:rPr sz="3867" spc="-33" dirty="0"/>
              <a:t> </a:t>
            </a:r>
            <a:r>
              <a:rPr sz="3867" spc="-13" dirty="0"/>
              <a:t>interface</a:t>
            </a:r>
            <a:endParaRPr sz="3867" dirty="0"/>
          </a:p>
        </p:txBody>
      </p:sp>
      <p:sp>
        <p:nvSpPr>
          <p:cNvPr id="3" name="object 3"/>
          <p:cNvSpPr txBox="1"/>
          <p:nvPr/>
        </p:nvSpPr>
        <p:spPr>
          <a:xfrm>
            <a:off x="472021" y="1341546"/>
            <a:ext cx="10557087" cy="27463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20879" indent="-303946">
              <a:lnSpc>
                <a:spcPts val="3400"/>
              </a:lnSpc>
              <a:spcBef>
                <a:spcPts val="133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933" spc="-13" dirty="0">
                <a:solidFill>
                  <a:srgbClr val="4D4D4D"/>
                </a:solidFill>
                <a:latin typeface="Arial"/>
                <a:cs typeface="Arial"/>
              </a:rPr>
              <a:t>Challenge</a:t>
            </a:r>
            <a:endParaRPr sz="2933" dirty="0">
              <a:latin typeface="Arial"/>
              <a:cs typeface="Arial"/>
            </a:endParaRPr>
          </a:p>
          <a:p>
            <a:pPr marL="626518" marR="6773">
              <a:lnSpc>
                <a:spcPct val="78900"/>
              </a:lnSpc>
              <a:spcBef>
                <a:spcPts val="520"/>
              </a:spcBef>
            </a:pP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Want</a:t>
            </a:r>
            <a:r>
              <a:rPr sz="2533" i="1" spc="-8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533" i="1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harness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familiarity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of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R’s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interface</a:t>
            </a:r>
            <a:r>
              <a:rPr sz="2533" i="1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and</a:t>
            </a:r>
            <a:r>
              <a:rPr sz="2533" i="1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533" i="1" spc="-6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performance</a:t>
            </a:r>
            <a:r>
              <a:rPr sz="2533" i="1" spc="-67" dirty="0">
                <a:solidFill>
                  <a:srgbClr val="4D4D4D"/>
                </a:solidFill>
                <a:latin typeface="Arial"/>
                <a:cs typeface="Arial"/>
              </a:rPr>
              <a:t> &amp;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scalability</a:t>
            </a:r>
            <a:r>
              <a:rPr sz="2533" i="1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benefits</a:t>
            </a:r>
            <a:r>
              <a:rPr sz="2533" i="1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of</a:t>
            </a:r>
            <a:r>
              <a:rPr sz="2533" i="1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spc="-13" dirty="0">
                <a:solidFill>
                  <a:srgbClr val="4D4D4D"/>
                </a:solidFill>
                <a:latin typeface="Arial"/>
                <a:cs typeface="Arial"/>
              </a:rPr>
              <a:t>in-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DB</a:t>
            </a:r>
            <a:r>
              <a:rPr sz="2533" i="1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spc="-13" dirty="0">
                <a:solidFill>
                  <a:srgbClr val="4D4D4D"/>
                </a:solidFill>
                <a:latin typeface="Arial"/>
                <a:cs typeface="Arial"/>
              </a:rPr>
              <a:t>analytics</a:t>
            </a:r>
            <a:endParaRPr sz="2533" dirty="0">
              <a:latin typeface="Arial"/>
              <a:cs typeface="Arial"/>
            </a:endParaRPr>
          </a:p>
          <a:p>
            <a:pPr marL="320879" indent="-303946">
              <a:lnSpc>
                <a:spcPts val="3400"/>
              </a:lnSpc>
              <a:spcBef>
                <a:spcPts val="880"/>
              </a:spcBef>
              <a:buClr>
                <a:srgbClr val="33928A"/>
              </a:buClr>
              <a:buFont typeface="Wingdings"/>
              <a:buChar char=""/>
              <a:tabLst>
                <a:tab pos="320879" algn="l"/>
              </a:tabLst>
            </a:pPr>
            <a:r>
              <a:rPr sz="2933" dirty="0">
                <a:solidFill>
                  <a:srgbClr val="4D4D4D"/>
                </a:solidFill>
                <a:latin typeface="Arial"/>
                <a:cs typeface="Arial"/>
              </a:rPr>
              <a:t>Simple</a:t>
            </a:r>
            <a:r>
              <a:rPr sz="2933" spc="-7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933" spc="-13" dirty="0">
                <a:solidFill>
                  <a:srgbClr val="4D4D4D"/>
                </a:solidFill>
                <a:latin typeface="Arial"/>
                <a:cs typeface="Arial"/>
              </a:rPr>
              <a:t>solution:</a:t>
            </a:r>
            <a:endParaRPr sz="2933" dirty="0">
              <a:latin typeface="Arial"/>
              <a:cs typeface="Arial"/>
            </a:endParaRPr>
          </a:p>
          <a:p>
            <a:pPr marL="626518">
              <a:lnSpc>
                <a:spcPts val="2920"/>
              </a:lnSpc>
            </a:pPr>
            <a:r>
              <a:rPr sz="2533" i="1" spc="-27" dirty="0">
                <a:solidFill>
                  <a:srgbClr val="4D4D4D"/>
                </a:solidFill>
                <a:latin typeface="Arial"/>
                <a:cs typeface="Arial"/>
              </a:rPr>
              <a:t>Translate</a:t>
            </a:r>
            <a:r>
              <a:rPr sz="2533" i="1" spc="-5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2533" i="1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code</a:t>
            </a:r>
            <a:r>
              <a:rPr sz="2533" i="1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dirty="0">
                <a:solidFill>
                  <a:srgbClr val="4D4D4D"/>
                </a:solidFill>
                <a:latin typeface="Arial"/>
                <a:cs typeface="Arial"/>
              </a:rPr>
              <a:t>into</a:t>
            </a:r>
            <a:r>
              <a:rPr sz="2533" i="1" spc="-4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533" i="1" spc="-33" dirty="0">
                <a:solidFill>
                  <a:srgbClr val="4D4D4D"/>
                </a:solidFill>
                <a:latin typeface="Arial"/>
                <a:cs typeface="Arial"/>
              </a:rPr>
              <a:t>SQL</a:t>
            </a:r>
            <a:endParaRPr sz="2533" dirty="0">
              <a:latin typeface="Arial"/>
              <a:cs typeface="Arial"/>
            </a:endParaRPr>
          </a:p>
          <a:p>
            <a:pPr marL="2351135">
              <a:spcBef>
                <a:spcPts val="2485"/>
              </a:spcBef>
              <a:tabLst>
                <a:tab pos="7861103" algn="l"/>
              </a:tabLst>
            </a:pPr>
            <a:r>
              <a:rPr sz="2400" dirty="0">
                <a:latin typeface="Arial"/>
                <a:cs typeface="Arial"/>
              </a:rPr>
              <a:t>Pivotal</a:t>
            </a:r>
            <a:r>
              <a:rPr sz="2400" spc="-27" dirty="0">
                <a:latin typeface="Arial"/>
                <a:cs typeface="Arial"/>
              </a:rPr>
              <a:t> </a:t>
            </a:r>
            <a:r>
              <a:rPr sz="2400" spc="-67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	SQL</a:t>
            </a:r>
            <a:r>
              <a:rPr sz="2400" spc="-113" dirty="0">
                <a:latin typeface="Arial"/>
                <a:cs typeface="Arial"/>
              </a:rPr>
              <a:t> </a:t>
            </a:r>
            <a:r>
              <a:rPr sz="2400" spc="-27" dirty="0">
                <a:latin typeface="Arial"/>
                <a:cs typeface="Arial"/>
              </a:rPr>
              <a:t>Code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8981" y="4084320"/>
            <a:ext cx="5237480" cy="1540933"/>
            <a:chOff x="644236" y="3063240"/>
            <a:chExt cx="3928110" cy="1155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236" y="3063240"/>
              <a:ext cx="3927763" cy="11554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207" y="3096491"/>
              <a:ext cx="3724102" cy="108065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916633" y="4143008"/>
            <a:ext cx="5048672" cy="1294158"/>
          </a:xfrm>
          <a:prstGeom prst="rect">
            <a:avLst/>
          </a:prstGeom>
          <a:solidFill>
            <a:srgbClr val="E2E2E2"/>
          </a:solidFill>
          <a:ln w="25399">
            <a:solidFill>
              <a:srgbClr val="000000"/>
            </a:solidFill>
          </a:ln>
        </p:spPr>
        <p:txBody>
          <a:bodyPr vert="horz" wrap="square" lIns="0" tIns="74507" rIns="0" bIns="0" rtlCol="0">
            <a:spAutoFit/>
          </a:bodyPr>
          <a:lstStyle/>
          <a:p>
            <a:pPr marL="121917" marR="160015">
              <a:lnSpc>
                <a:spcPts val="1867"/>
              </a:lnSpc>
              <a:spcBef>
                <a:spcPts val="587"/>
              </a:spcBef>
            </a:pPr>
            <a:r>
              <a:rPr sz="1600" dirty="0">
                <a:latin typeface="Courier New"/>
                <a:cs typeface="Courier New"/>
              </a:rPr>
              <a:t>d</a:t>
            </a:r>
            <a:r>
              <a:rPr sz="1600" spc="-2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&lt;-</a:t>
            </a:r>
            <a:r>
              <a:rPr sz="1600" spc="-13" dirty="0">
                <a:latin typeface="Courier New"/>
                <a:cs typeface="Courier New"/>
              </a:rPr>
              <a:t> db.data.frame(”houses") </a:t>
            </a:r>
            <a:r>
              <a:rPr sz="1600" dirty="0">
                <a:latin typeface="Courier New"/>
                <a:cs typeface="Courier New"/>
              </a:rPr>
              <a:t>houses_linregr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&lt;-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F27C3A"/>
                </a:solidFill>
                <a:latin typeface="Courier New"/>
                <a:cs typeface="Courier New"/>
              </a:rPr>
              <a:t>madlib.lm</a:t>
            </a:r>
            <a:r>
              <a:rPr sz="1600" dirty="0">
                <a:latin typeface="Courier New"/>
                <a:cs typeface="Courier New"/>
              </a:rPr>
              <a:t>(price</a:t>
            </a:r>
            <a:r>
              <a:rPr sz="1600" spc="-73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~</a:t>
            </a:r>
            <a:r>
              <a:rPr sz="1600" spc="-80" dirty="0">
                <a:latin typeface="Courier New"/>
                <a:cs typeface="Courier New"/>
              </a:rPr>
              <a:t> </a:t>
            </a:r>
            <a:r>
              <a:rPr sz="1600" spc="-33" dirty="0">
                <a:latin typeface="Courier New"/>
                <a:cs typeface="Courier New"/>
              </a:rPr>
              <a:t>tax</a:t>
            </a:r>
            <a:endParaRPr sz="1600" dirty="0">
              <a:latin typeface="Courier New"/>
              <a:cs typeface="Courier New"/>
            </a:endParaRPr>
          </a:p>
          <a:p>
            <a:pPr marL="3779426">
              <a:lnSpc>
                <a:spcPts val="1813"/>
              </a:lnSpc>
            </a:pPr>
            <a:r>
              <a:rPr sz="1600" dirty="0">
                <a:latin typeface="Courier New"/>
                <a:cs typeface="Courier New"/>
              </a:rPr>
              <a:t>+</a:t>
            </a:r>
            <a:r>
              <a:rPr sz="1600" spc="-13" dirty="0">
                <a:latin typeface="Courier New"/>
                <a:cs typeface="Courier New"/>
              </a:rPr>
              <a:t> </a:t>
            </a:r>
            <a:r>
              <a:rPr sz="1600" spc="-27" dirty="0">
                <a:latin typeface="Courier New"/>
                <a:cs typeface="Courier New"/>
              </a:rPr>
              <a:t>bath</a:t>
            </a:r>
            <a:endParaRPr sz="1600" dirty="0">
              <a:latin typeface="Courier New"/>
              <a:cs typeface="Courier New"/>
            </a:endParaRPr>
          </a:p>
          <a:p>
            <a:pPr marL="3779426">
              <a:lnSpc>
                <a:spcPts val="1893"/>
              </a:lnSpc>
              <a:spcBef>
                <a:spcPts val="80"/>
              </a:spcBef>
            </a:pPr>
            <a:r>
              <a:rPr sz="1600" dirty="0">
                <a:latin typeface="Courier New"/>
                <a:cs typeface="Courier New"/>
              </a:rPr>
              <a:t>+</a:t>
            </a:r>
            <a:r>
              <a:rPr sz="1600" spc="-13" dirty="0">
                <a:latin typeface="Courier New"/>
                <a:cs typeface="Courier New"/>
              </a:rPr>
              <a:t> </a:t>
            </a:r>
            <a:r>
              <a:rPr sz="1600" spc="-27" dirty="0">
                <a:latin typeface="Courier New"/>
                <a:cs typeface="Courier New"/>
              </a:rPr>
              <a:t>size</a:t>
            </a:r>
            <a:endParaRPr sz="1600" dirty="0">
              <a:latin typeface="Courier New"/>
              <a:cs typeface="Courier New"/>
            </a:endParaRPr>
          </a:p>
          <a:p>
            <a:pPr marL="3779426">
              <a:lnSpc>
                <a:spcPts val="1893"/>
              </a:lnSpc>
            </a:pPr>
            <a:r>
              <a:rPr sz="1600" dirty="0">
                <a:latin typeface="Courier New"/>
                <a:cs typeface="Courier New"/>
              </a:rPr>
              <a:t>,</a:t>
            </a:r>
            <a:r>
              <a:rPr sz="1600" spc="-13" dirty="0">
                <a:latin typeface="Courier New"/>
                <a:cs typeface="Courier New"/>
              </a:rPr>
              <a:t> data=d)</a:t>
            </a:r>
            <a:endParaRPr sz="1600" dirty="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22721" y="4084321"/>
            <a:ext cx="5120639" cy="1297092"/>
            <a:chOff x="4892040" y="3063240"/>
            <a:chExt cx="3840479" cy="972819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2040" y="3063240"/>
              <a:ext cx="3840479" cy="9725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8417" y="3096491"/>
              <a:ext cx="3649286" cy="9019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581406" y="4143012"/>
            <a:ext cx="4933527" cy="1051569"/>
          </a:xfrm>
          <a:prstGeom prst="rect">
            <a:avLst/>
          </a:prstGeom>
          <a:solidFill>
            <a:srgbClr val="E2E2E2"/>
          </a:solidFill>
          <a:ln w="25399">
            <a:solidFill>
              <a:srgbClr val="000000"/>
            </a:solidFill>
          </a:ln>
        </p:spPr>
        <p:txBody>
          <a:bodyPr vert="horz" wrap="square" lIns="0" tIns="60959" rIns="0" bIns="0" rtlCol="0">
            <a:spAutoFit/>
          </a:bodyPr>
          <a:lstStyle/>
          <a:p>
            <a:pPr marR="104137" algn="r">
              <a:lnSpc>
                <a:spcPts val="1893"/>
              </a:lnSpc>
              <a:spcBef>
                <a:spcPts val="479"/>
              </a:spcBef>
            </a:pPr>
            <a:r>
              <a:rPr sz="1600" dirty="0">
                <a:solidFill>
                  <a:srgbClr val="008881"/>
                </a:solidFill>
                <a:latin typeface="Courier New"/>
                <a:cs typeface="Courier New"/>
              </a:rPr>
              <a:t>SELECT</a:t>
            </a:r>
            <a:r>
              <a:rPr sz="1600" spc="-140" dirty="0">
                <a:solidFill>
                  <a:srgbClr val="008881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F27C3A"/>
                </a:solidFill>
                <a:latin typeface="Courier New"/>
                <a:cs typeface="Courier New"/>
              </a:rPr>
              <a:t>madlib.linregr_train</a:t>
            </a:r>
            <a:r>
              <a:rPr sz="1600" dirty="0">
                <a:latin typeface="Courier New"/>
                <a:cs typeface="Courier New"/>
              </a:rPr>
              <a:t>(</a:t>
            </a:r>
            <a:r>
              <a:rPr sz="1600" spc="-133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'houses’,</a:t>
            </a:r>
            <a:endParaRPr sz="1600">
              <a:latin typeface="Courier New"/>
              <a:cs typeface="Courier New"/>
            </a:endParaRPr>
          </a:p>
          <a:p>
            <a:pPr marR="104137" algn="r">
              <a:lnSpc>
                <a:spcPts val="1867"/>
              </a:lnSpc>
            </a:pPr>
            <a:r>
              <a:rPr sz="1600" spc="-13" dirty="0">
                <a:latin typeface="Courier New"/>
                <a:cs typeface="Courier New"/>
              </a:rPr>
              <a:t>'houses_linregr’,</a:t>
            </a:r>
            <a:endParaRPr sz="1600">
              <a:latin typeface="Courier New"/>
              <a:cs typeface="Courier New"/>
            </a:endParaRPr>
          </a:p>
          <a:p>
            <a:pPr marR="104137" algn="r">
              <a:lnSpc>
                <a:spcPts val="1893"/>
              </a:lnSpc>
            </a:pPr>
            <a:r>
              <a:rPr sz="1600" spc="-13" dirty="0">
                <a:latin typeface="Courier New"/>
                <a:cs typeface="Courier New"/>
              </a:rPr>
              <a:t>'price’,</a:t>
            </a:r>
            <a:endParaRPr sz="1600">
              <a:latin typeface="Courier New"/>
              <a:cs typeface="Courier New"/>
            </a:endParaRPr>
          </a:p>
          <a:p>
            <a:pPr marR="104137" algn="r">
              <a:spcBef>
                <a:spcPts val="80"/>
              </a:spcBef>
            </a:pPr>
            <a:r>
              <a:rPr sz="1600" dirty="0">
                <a:latin typeface="Courier New"/>
                <a:cs typeface="Courier New"/>
              </a:rPr>
              <a:t>'ARRAY[1,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tax,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bath,</a:t>
            </a:r>
            <a:r>
              <a:rPr sz="1600" spc="-60" dirty="0">
                <a:latin typeface="Courier New"/>
                <a:cs typeface="Courier New"/>
              </a:rPr>
              <a:t> </a:t>
            </a:r>
            <a:r>
              <a:rPr sz="1600" spc="-13" dirty="0">
                <a:latin typeface="Courier New"/>
                <a:cs typeface="Courier New"/>
              </a:rPr>
              <a:t>size]’);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35</a:t>
            </a:fld>
            <a:endParaRPr spc="-33" dirty="0"/>
          </a:p>
        </p:txBody>
      </p:sp>
      <p:sp>
        <p:nvSpPr>
          <p:cNvPr id="12" name="object 12"/>
          <p:cNvSpPr txBox="1"/>
          <p:nvPr/>
        </p:nvSpPr>
        <p:spPr>
          <a:xfrm>
            <a:off x="219363" y="5800674"/>
            <a:ext cx="386334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spc="-13" dirty="0">
                <a:solidFill>
                  <a:srgbClr val="4D4D4D"/>
                </a:solidFill>
                <a:latin typeface="Arial"/>
                <a:cs typeface="Arial"/>
                <a:hlinkClick r:id="rId6"/>
              </a:rPr>
              <a:t>https://github.com/pivotalsoftware/PivotalR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9090" y="205404"/>
            <a:ext cx="8644907" cy="6121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867" dirty="0">
                <a:solidFill>
                  <a:srgbClr val="00685D"/>
                </a:solidFill>
              </a:rPr>
              <a:t>PivotalR</a:t>
            </a:r>
            <a:r>
              <a:rPr sz="3867" spc="-80" dirty="0">
                <a:solidFill>
                  <a:srgbClr val="00685D"/>
                </a:solidFill>
              </a:rPr>
              <a:t> </a:t>
            </a:r>
            <a:r>
              <a:rPr sz="3867" dirty="0">
                <a:solidFill>
                  <a:srgbClr val="00685D"/>
                </a:solidFill>
              </a:rPr>
              <a:t>Design</a:t>
            </a:r>
            <a:r>
              <a:rPr sz="3867" spc="-80" dirty="0">
                <a:solidFill>
                  <a:srgbClr val="00685D"/>
                </a:solidFill>
              </a:rPr>
              <a:t> </a:t>
            </a:r>
            <a:r>
              <a:rPr sz="3867" spc="-13" dirty="0">
                <a:solidFill>
                  <a:srgbClr val="00685D"/>
                </a:solidFill>
              </a:rPr>
              <a:t>Overview</a:t>
            </a:r>
            <a:endParaRPr sz="3867" dirty="0"/>
          </a:p>
        </p:txBody>
      </p:sp>
      <p:grpSp>
        <p:nvGrpSpPr>
          <p:cNvPr id="3" name="object 3"/>
          <p:cNvGrpSpPr/>
          <p:nvPr/>
        </p:nvGrpSpPr>
        <p:grpSpPr>
          <a:xfrm>
            <a:off x="203200" y="2100563"/>
            <a:ext cx="11988800" cy="2618740"/>
            <a:chOff x="152400" y="1575422"/>
            <a:chExt cx="8991600" cy="1964055"/>
          </a:xfrm>
        </p:grpSpPr>
        <p:sp>
          <p:nvSpPr>
            <p:cNvPr id="4" name="object 4"/>
            <p:cNvSpPr/>
            <p:nvPr/>
          </p:nvSpPr>
          <p:spPr>
            <a:xfrm>
              <a:off x="3124200" y="1719351"/>
              <a:ext cx="3810000" cy="1715135"/>
            </a:xfrm>
            <a:custGeom>
              <a:avLst/>
              <a:gdLst/>
              <a:ahLst/>
              <a:cxnLst/>
              <a:rect l="l" t="t" r="r" b="b"/>
              <a:pathLst>
                <a:path w="3810000" h="1715135">
                  <a:moveTo>
                    <a:pt x="2331584" y="0"/>
                  </a:moveTo>
                  <a:lnTo>
                    <a:pt x="2291627" y="746"/>
                  </a:lnTo>
                  <a:lnTo>
                    <a:pt x="2251670" y="3298"/>
                  </a:lnTo>
                  <a:lnTo>
                    <a:pt x="2211713" y="7780"/>
                  </a:lnTo>
                  <a:lnTo>
                    <a:pt x="2171755" y="14315"/>
                  </a:lnTo>
                  <a:lnTo>
                    <a:pt x="2131798" y="23029"/>
                  </a:lnTo>
                  <a:lnTo>
                    <a:pt x="2091841" y="34046"/>
                  </a:lnTo>
                  <a:lnTo>
                    <a:pt x="2051884" y="47490"/>
                  </a:lnTo>
                  <a:lnTo>
                    <a:pt x="2011927" y="63486"/>
                  </a:lnTo>
                  <a:lnTo>
                    <a:pt x="1971970" y="82159"/>
                  </a:lnTo>
                  <a:lnTo>
                    <a:pt x="1892055" y="125106"/>
                  </a:lnTo>
                  <a:lnTo>
                    <a:pt x="1852098" y="143779"/>
                  </a:lnTo>
                  <a:lnTo>
                    <a:pt x="1812141" y="159775"/>
                  </a:lnTo>
                  <a:lnTo>
                    <a:pt x="1772183" y="173219"/>
                  </a:lnTo>
                  <a:lnTo>
                    <a:pt x="1732226" y="184236"/>
                  </a:lnTo>
                  <a:lnTo>
                    <a:pt x="1692269" y="192950"/>
                  </a:lnTo>
                  <a:lnTo>
                    <a:pt x="1652312" y="199485"/>
                  </a:lnTo>
                  <a:lnTo>
                    <a:pt x="1612355" y="203967"/>
                  </a:lnTo>
                  <a:lnTo>
                    <a:pt x="1572397" y="206519"/>
                  </a:lnTo>
                  <a:lnTo>
                    <a:pt x="1532440" y="207266"/>
                  </a:lnTo>
                  <a:lnTo>
                    <a:pt x="1492483" y="206332"/>
                  </a:lnTo>
                  <a:lnTo>
                    <a:pt x="1452526" y="203842"/>
                  </a:lnTo>
                  <a:lnTo>
                    <a:pt x="1412569" y="199921"/>
                  </a:lnTo>
                  <a:lnTo>
                    <a:pt x="1372611" y="194693"/>
                  </a:lnTo>
                  <a:lnTo>
                    <a:pt x="1332654" y="188282"/>
                  </a:lnTo>
                  <a:lnTo>
                    <a:pt x="1292697" y="180813"/>
                  </a:lnTo>
                  <a:lnTo>
                    <a:pt x="1252740" y="172410"/>
                  </a:lnTo>
                  <a:lnTo>
                    <a:pt x="1212783" y="163198"/>
                  </a:lnTo>
                  <a:lnTo>
                    <a:pt x="1172826" y="153302"/>
                  </a:lnTo>
                  <a:lnTo>
                    <a:pt x="1132868" y="142845"/>
                  </a:lnTo>
                  <a:lnTo>
                    <a:pt x="1092911" y="131953"/>
                  </a:lnTo>
                  <a:lnTo>
                    <a:pt x="893125" y="75312"/>
                  </a:lnTo>
                  <a:lnTo>
                    <a:pt x="853168" y="64420"/>
                  </a:lnTo>
                  <a:lnTo>
                    <a:pt x="813211" y="53963"/>
                  </a:lnTo>
                  <a:lnTo>
                    <a:pt x="773254" y="44067"/>
                  </a:lnTo>
                  <a:lnTo>
                    <a:pt x="733297" y="34855"/>
                  </a:lnTo>
                  <a:lnTo>
                    <a:pt x="693340" y="26452"/>
                  </a:lnTo>
                  <a:lnTo>
                    <a:pt x="653383" y="18983"/>
                  </a:lnTo>
                  <a:lnTo>
                    <a:pt x="613425" y="12572"/>
                  </a:lnTo>
                  <a:lnTo>
                    <a:pt x="573468" y="7344"/>
                  </a:lnTo>
                  <a:lnTo>
                    <a:pt x="533511" y="3423"/>
                  </a:lnTo>
                  <a:lnTo>
                    <a:pt x="493554" y="933"/>
                  </a:lnTo>
                  <a:lnTo>
                    <a:pt x="453597" y="0"/>
                  </a:lnTo>
                  <a:lnTo>
                    <a:pt x="413640" y="746"/>
                  </a:lnTo>
                  <a:lnTo>
                    <a:pt x="373683" y="3298"/>
                  </a:lnTo>
                  <a:lnTo>
                    <a:pt x="333725" y="7780"/>
                  </a:lnTo>
                  <a:lnTo>
                    <a:pt x="293768" y="14315"/>
                  </a:lnTo>
                  <a:lnTo>
                    <a:pt x="253811" y="23029"/>
                  </a:lnTo>
                  <a:lnTo>
                    <a:pt x="213854" y="34046"/>
                  </a:lnTo>
                  <a:lnTo>
                    <a:pt x="173897" y="47490"/>
                  </a:lnTo>
                  <a:lnTo>
                    <a:pt x="133940" y="63486"/>
                  </a:lnTo>
                  <a:lnTo>
                    <a:pt x="93982" y="82159"/>
                  </a:lnTo>
                  <a:lnTo>
                    <a:pt x="54025" y="103633"/>
                  </a:lnTo>
                  <a:lnTo>
                    <a:pt x="0" y="1611470"/>
                  </a:lnTo>
                  <a:lnTo>
                    <a:pt x="39957" y="1589997"/>
                  </a:lnTo>
                  <a:lnTo>
                    <a:pt x="79914" y="1571324"/>
                  </a:lnTo>
                  <a:lnTo>
                    <a:pt x="119871" y="1555328"/>
                  </a:lnTo>
                  <a:lnTo>
                    <a:pt x="159828" y="1541884"/>
                  </a:lnTo>
                  <a:lnTo>
                    <a:pt x="199785" y="1530867"/>
                  </a:lnTo>
                  <a:lnTo>
                    <a:pt x="239742" y="1522153"/>
                  </a:lnTo>
                  <a:lnTo>
                    <a:pt x="279700" y="1515617"/>
                  </a:lnTo>
                  <a:lnTo>
                    <a:pt x="319657" y="1511136"/>
                  </a:lnTo>
                  <a:lnTo>
                    <a:pt x="359614" y="1508584"/>
                  </a:lnTo>
                  <a:lnTo>
                    <a:pt x="399571" y="1507837"/>
                  </a:lnTo>
                  <a:lnTo>
                    <a:pt x="439528" y="1508771"/>
                  </a:lnTo>
                  <a:lnTo>
                    <a:pt x="479485" y="1511260"/>
                  </a:lnTo>
                  <a:lnTo>
                    <a:pt x="519443" y="1515181"/>
                  </a:lnTo>
                  <a:lnTo>
                    <a:pt x="559400" y="1520410"/>
                  </a:lnTo>
                  <a:lnTo>
                    <a:pt x="599357" y="1526821"/>
                  </a:lnTo>
                  <a:lnTo>
                    <a:pt x="639314" y="1534290"/>
                  </a:lnTo>
                  <a:lnTo>
                    <a:pt x="679271" y="1542692"/>
                  </a:lnTo>
                  <a:lnTo>
                    <a:pt x="719228" y="1551904"/>
                  </a:lnTo>
                  <a:lnTo>
                    <a:pt x="759185" y="1561801"/>
                  </a:lnTo>
                  <a:lnTo>
                    <a:pt x="799142" y="1572257"/>
                  </a:lnTo>
                  <a:lnTo>
                    <a:pt x="839100" y="1583150"/>
                  </a:lnTo>
                  <a:lnTo>
                    <a:pt x="1038885" y="1639790"/>
                  </a:lnTo>
                  <a:lnTo>
                    <a:pt x="1078842" y="1650683"/>
                  </a:lnTo>
                  <a:lnTo>
                    <a:pt x="1118800" y="1661139"/>
                  </a:lnTo>
                  <a:lnTo>
                    <a:pt x="1158757" y="1671036"/>
                  </a:lnTo>
                  <a:lnTo>
                    <a:pt x="1198714" y="1680248"/>
                  </a:lnTo>
                  <a:lnTo>
                    <a:pt x="1238671" y="1688650"/>
                  </a:lnTo>
                  <a:lnTo>
                    <a:pt x="1278628" y="1696119"/>
                  </a:lnTo>
                  <a:lnTo>
                    <a:pt x="1318585" y="1702530"/>
                  </a:lnTo>
                  <a:lnTo>
                    <a:pt x="1358542" y="1707759"/>
                  </a:lnTo>
                  <a:lnTo>
                    <a:pt x="1398499" y="1711680"/>
                  </a:lnTo>
                  <a:lnTo>
                    <a:pt x="1438457" y="1714170"/>
                  </a:lnTo>
                  <a:lnTo>
                    <a:pt x="1478414" y="1715103"/>
                  </a:lnTo>
                  <a:lnTo>
                    <a:pt x="1518371" y="1714356"/>
                  </a:lnTo>
                  <a:lnTo>
                    <a:pt x="1558328" y="1711805"/>
                  </a:lnTo>
                  <a:lnTo>
                    <a:pt x="1598285" y="1707323"/>
                  </a:lnTo>
                  <a:lnTo>
                    <a:pt x="1638242" y="1700788"/>
                  </a:lnTo>
                  <a:lnTo>
                    <a:pt x="1678200" y="1692074"/>
                  </a:lnTo>
                  <a:lnTo>
                    <a:pt x="1718157" y="1681057"/>
                  </a:lnTo>
                  <a:lnTo>
                    <a:pt x="1758114" y="1667613"/>
                  </a:lnTo>
                  <a:lnTo>
                    <a:pt x="1798071" y="1651617"/>
                  </a:lnTo>
                  <a:lnTo>
                    <a:pt x="1838028" y="1632944"/>
                  </a:lnTo>
                  <a:lnTo>
                    <a:pt x="1917943" y="1589997"/>
                  </a:lnTo>
                  <a:lnTo>
                    <a:pt x="1957900" y="1571324"/>
                  </a:lnTo>
                  <a:lnTo>
                    <a:pt x="1997857" y="1555328"/>
                  </a:lnTo>
                  <a:lnTo>
                    <a:pt x="2037814" y="1541884"/>
                  </a:lnTo>
                  <a:lnTo>
                    <a:pt x="2077771" y="1530867"/>
                  </a:lnTo>
                  <a:lnTo>
                    <a:pt x="2117728" y="1522153"/>
                  </a:lnTo>
                  <a:lnTo>
                    <a:pt x="2157686" y="1515617"/>
                  </a:lnTo>
                  <a:lnTo>
                    <a:pt x="2197643" y="1511136"/>
                  </a:lnTo>
                  <a:lnTo>
                    <a:pt x="2237600" y="1508584"/>
                  </a:lnTo>
                  <a:lnTo>
                    <a:pt x="2277557" y="1507837"/>
                  </a:lnTo>
                  <a:lnTo>
                    <a:pt x="2317514" y="1508771"/>
                  </a:lnTo>
                  <a:lnTo>
                    <a:pt x="2357472" y="1511260"/>
                  </a:lnTo>
                  <a:lnTo>
                    <a:pt x="2397429" y="1515181"/>
                  </a:lnTo>
                  <a:lnTo>
                    <a:pt x="2437386" y="1520410"/>
                  </a:lnTo>
                  <a:lnTo>
                    <a:pt x="2477343" y="1526821"/>
                  </a:lnTo>
                  <a:lnTo>
                    <a:pt x="2517300" y="1534290"/>
                  </a:lnTo>
                  <a:lnTo>
                    <a:pt x="2557258" y="1542692"/>
                  </a:lnTo>
                  <a:lnTo>
                    <a:pt x="2597215" y="1551904"/>
                  </a:lnTo>
                  <a:lnTo>
                    <a:pt x="2637172" y="1561801"/>
                  </a:lnTo>
                  <a:lnTo>
                    <a:pt x="2677129" y="1572257"/>
                  </a:lnTo>
                  <a:lnTo>
                    <a:pt x="2717086" y="1583150"/>
                  </a:lnTo>
                  <a:lnTo>
                    <a:pt x="2916872" y="1639790"/>
                  </a:lnTo>
                  <a:lnTo>
                    <a:pt x="2956830" y="1650683"/>
                  </a:lnTo>
                  <a:lnTo>
                    <a:pt x="2996787" y="1661139"/>
                  </a:lnTo>
                  <a:lnTo>
                    <a:pt x="3036744" y="1671036"/>
                  </a:lnTo>
                  <a:lnTo>
                    <a:pt x="3076701" y="1680248"/>
                  </a:lnTo>
                  <a:lnTo>
                    <a:pt x="3116658" y="1688650"/>
                  </a:lnTo>
                  <a:lnTo>
                    <a:pt x="3156615" y="1696119"/>
                  </a:lnTo>
                  <a:lnTo>
                    <a:pt x="3196573" y="1702530"/>
                  </a:lnTo>
                  <a:lnTo>
                    <a:pt x="3236530" y="1707759"/>
                  </a:lnTo>
                  <a:lnTo>
                    <a:pt x="3276487" y="1711680"/>
                  </a:lnTo>
                  <a:lnTo>
                    <a:pt x="3316444" y="1714170"/>
                  </a:lnTo>
                  <a:lnTo>
                    <a:pt x="3356401" y="1715103"/>
                  </a:lnTo>
                  <a:lnTo>
                    <a:pt x="3396358" y="1714356"/>
                  </a:lnTo>
                  <a:lnTo>
                    <a:pt x="3436315" y="1711805"/>
                  </a:lnTo>
                  <a:lnTo>
                    <a:pt x="3476273" y="1707323"/>
                  </a:lnTo>
                  <a:lnTo>
                    <a:pt x="3516230" y="1700788"/>
                  </a:lnTo>
                  <a:lnTo>
                    <a:pt x="3556187" y="1692074"/>
                  </a:lnTo>
                  <a:lnTo>
                    <a:pt x="3596144" y="1681057"/>
                  </a:lnTo>
                  <a:lnTo>
                    <a:pt x="3636101" y="1667613"/>
                  </a:lnTo>
                  <a:lnTo>
                    <a:pt x="3676058" y="1651617"/>
                  </a:lnTo>
                  <a:lnTo>
                    <a:pt x="3716015" y="1632944"/>
                  </a:lnTo>
                  <a:lnTo>
                    <a:pt x="3755972" y="1611470"/>
                  </a:lnTo>
                  <a:lnTo>
                    <a:pt x="3809998" y="103633"/>
                  </a:lnTo>
                  <a:lnTo>
                    <a:pt x="3770041" y="125106"/>
                  </a:lnTo>
                  <a:lnTo>
                    <a:pt x="3730084" y="143779"/>
                  </a:lnTo>
                  <a:lnTo>
                    <a:pt x="3690127" y="159775"/>
                  </a:lnTo>
                  <a:lnTo>
                    <a:pt x="3650170" y="173219"/>
                  </a:lnTo>
                  <a:lnTo>
                    <a:pt x="3610212" y="184236"/>
                  </a:lnTo>
                  <a:lnTo>
                    <a:pt x="3570255" y="192950"/>
                  </a:lnTo>
                  <a:lnTo>
                    <a:pt x="3530298" y="199485"/>
                  </a:lnTo>
                  <a:lnTo>
                    <a:pt x="3490341" y="203967"/>
                  </a:lnTo>
                  <a:lnTo>
                    <a:pt x="3450384" y="206519"/>
                  </a:lnTo>
                  <a:lnTo>
                    <a:pt x="3410427" y="207266"/>
                  </a:lnTo>
                  <a:lnTo>
                    <a:pt x="3370470" y="206332"/>
                  </a:lnTo>
                  <a:lnTo>
                    <a:pt x="3330512" y="203842"/>
                  </a:lnTo>
                  <a:lnTo>
                    <a:pt x="3290555" y="199921"/>
                  </a:lnTo>
                  <a:lnTo>
                    <a:pt x="3250598" y="194693"/>
                  </a:lnTo>
                  <a:lnTo>
                    <a:pt x="3210641" y="188282"/>
                  </a:lnTo>
                  <a:lnTo>
                    <a:pt x="3170684" y="180813"/>
                  </a:lnTo>
                  <a:lnTo>
                    <a:pt x="3130727" y="172410"/>
                  </a:lnTo>
                  <a:lnTo>
                    <a:pt x="3090770" y="163198"/>
                  </a:lnTo>
                  <a:lnTo>
                    <a:pt x="3050812" y="153302"/>
                  </a:lnTo>
                  <a:lnTo>
                    <a:pt x="3010855" y="142845"/>
                  </a:lnTo>
                  <a:lnTo>
                    <a:pt x="2970898" y="131953"/>
                  </a:lnTo>
                  <a:lnTo>
                    <a:pt x="2771112" y="75312"/>
                  </a:lnTo>
                  <a:lnTo>
                    <a:pt x="2731155" y="64420"/>
                  </a:lnTo>
                  <a:lnTo>
                    <a:pt x="2691198" y="53963"/>
                  </a:lnTo>
                  <a:lnTo>
                    <a:pt x="2651241" y="44067"/>
                  </a:lnTo>
                  <a:lnTo>
                    <a:pt x="2611284" y="34855"/>
                  </a:lnTo>
                  <a:lnTo>
                    <a:pt x="2571327" y="26452"/>
                  </a:lnTo>
                  <a:lnTo>
                    <a:pt x="2531370" y="18983"/>
                  </a:lnTo>
                  <a:lnTo>
                    <a:pt x="2491413" y="12572"/>
                  </a:lnTo>
                  <a:lnTo>
                    <a:pt x="2451455" y="7344"/>
                  </a:lnTo>
                  <a:lnTo>
                    <a:pt x="2411498" y="3423"/>
                  </a:lnTo>
                  <a:lnTo>
                    <a:pt x="2371541" y="933"/>
                  </a:lnTo>
                  <a:lnTo>
                    <a:pt x="2331584" y="0"/>
                  </a:lnTo>
                  <a:close/>
                </a:path>
              </a:pathLst>
            </a:custGeom>
            <a:solidFill>
              <a:srgbClr val="DEE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24199" y="1719351"/>
              <a:ext cx="3810000" cy="1715135"/>
            </a:xfrm>
            <a:custGeom>
              <a:avLst/>
              <a:gdLst/>
              <a:ahLst/>
              <a:cxnLst/>
              <a:rect l="l" t="t" r="r" b="b"/>
              <a:pathLst>
                <a:path w="3810000" h="1715135">
                  <a:moveTo>
                    <a:pt x="54025" y="103633"/>
                  </a:moveTo>
                  <a:lnTo>
                    <a:pt x="93983" y="82159"/>
                  </a:lnTo>
                  <a:lnTo>
                    <a:pt x="133940" y="63486"/>
                  </a:lnTo>
                  <a:lnTo>
                    <a:pt x="173897" y="47490"/>
                  </a:lnTo>
                  <a:lnTo>
                    <a:pt x="213854" y="34046"/>
                  </a:lnTo>
                  <a:lnTo>
                    <a:pt x="253811" y="23029"/>
                  </a:lnTo>
                  <a:lnTo>
                    <a:pt x="293769" y="14315"/>
                  </a:lnTo>
                  <a:lnTo>
                    <a:pt x="333726" y="7780"/>
                  </a:lnTo>
                  <a:lnTo>
                    <a:pt x="373683" y="3298"/>
                  </a:lnTo>
                  <a:lnTo>
                    <a:pt x="413640" y="746"/>
                  </a:lnTo>
                  <a:lnTo>
                    <a:pt x="453597" y="0"/>
                  </a:lnTo>
                  <a:lnTo>
                    <a:pt x="493554" y="933"/>
                  </a:lnTo>
                  <a:lnTo>
                    <a:pt x="533512" y="3423"/>
                  </a:lnTo>
                  <a:lnTo>
                    <a:pt x="573469" y="7344"/>
                  </a:lnTo>
                  <a:lnTo>
                    <a:pt x="613426" y="12572"/>
                  </a:lnTo>
                  <a:lnTo>
                    <a:pt x="653383" y="18983"/>
                  </a:lnTo>
                  <a:lnTo>
                    <a:pt x="693340" y="26452"/>
                  </a:lnTo>
                  <a:lnTo>
                    <a:pt x="733297" y="34855"/>
                  </a:lnTo>
                  <a:lnTo>
                    <a:pt x="773255" y="44067"/>
                  </a:lnTo>
                  <a:lnTo>
                    <a:pt x="813212" y="53963"/>
                  </a:lnTo>
                  <a:lnTo>
                    <a:pt x="853169" y="64420"/>
                  </a:lnTo>
                  <a:lnTo>
                    <a:pt x="893126" y="75312"/>
                  </a:lnTo>
                  <a:lnTo>
                    <a:pt x="933083" y="86516"/>
                  </a:lnTo>
                  <a:lnTo>
                    <a:pt x="973040" y="97906"/>
                  </a:lnTo>
                  <a:lnTo>
                    <a:pt x="1012997" y="109359"/>
                  </a:lnTo>
                  <a:lnTo>
                    <a:pt x="1052955" y="120749"/>
                  </a:lnTo>
                  <a:lnTo>
                    <a:pt x="1092912" y="131953"/>
                  </a:lnTo>
                  <a:lnTo>
                    <a:pt x="1132869" y="142845"/>
                  </a:lnTo>
                  <a:lnTo>
                    <a:pt x="1172826" y="153302"/>
                  </a:lnTo>
                  <a:lnTo>
                    <a:pt x="1212783" y="163198"/>
                  </a:lnTo>
                  <a:lnTo>
                    <a:pt x="1252740" y="172410"/>
                  </a:lnTo>
                  <a:lnTo>
                    <a:pt x="1292698" y="180813"/>
                  </a:lnTo>
                  <a:lnTo>
                    <a:pt x="1332655" y="188282"/>
                  </a:lnTo>
                  <a:lnTo>
                    <a:pt x="1372612" y="194693"/>
                  </a:lnTo>
                  <a:lnTo>
                    <a:pt x="1412569" y="199921"/>
                  </a:lnTo>
                  <a:lnTo>
                    <a:pt x="1452526" y="203842"/>
                  </a:lnTo>
                  <a:lnTo>
                    <a:pt x="1492483" y="206332"/>
                  </a:lnTo>
                  <a:lnTo>
                    <a:pt x="1532440" y="207266"/>
                  </a:lnTo>
                  <a:lnTo>
                    <a:pt x="1572398" y="206519"/>
                  </a:lnTo>
                  <a:lnTo>
                    <a:pt x="1612355" y="203967"/>
                  </a:lnTo>
                  <a:lnTo>
                    <a:pt x="1652312" y="199485"/>
                  </a:lnTo>
                  <a:lnTo>
                    <a:pt x="1692269" y="192950"/>
                  </a:lnTo>
                  <a:lnTo>
                    <a:pt x="1732226" y="184236"/>
                  </a:lnTo>
                  <a:lnTo>
                    <a:pt x="1772183" y="173219"/>
                  </a:lnTo>
                  <a:lnTo>
                    <a:pt x="1812141" y="159775"/>
                  </a:lnTo>
                  <a:lnTo>
                    <a:pt x="1852098" y="143779"/>
                  </a:lnTo>
                  <a:lnTo>
                    <a:pt x="1892055" y="125106"/>
                  </a:lnTo>
                  <a:lnTo>
                    <a:pt x="1932012" y="103633"/>
                  </a:lnTo>
                  <a:lnTo>
                    <a:pt x="1971969" y="82159"/>
                  </a:lnTo>
                  <a:lnTo>
                    <a:pt x="2011927" y="63486"/>
                  </a:lnTo>
                  <a:lnTo>
                    <a:pt x="2051884" y="47490"/>
                  </a:lnTo>
                  <a:lnTo>
                    <a:pt x="2091841" y="34046"/>
                  </a:lnTo>
                  <a:lnTo>
                    <a:pt x="2131798" y="23029"/>
                  </a:lnTo>
                  <a:lnTo>
                    <a:pt x="2171755" y="14315"/>
                  </a:lnTo>
                  <a:lnTo>
                    <a:pt x="2211712" y="7780"/>
                  </a:lnTo>
                  <a:lnTo>
                    <a:pt x="2251670" y="3298"/>
                  </a:lnTo>
                  <a:lnTo>
                    <a:pt x="2291627" y="746"/>
                  </a:lnTo>
                  <a:lnTo>
                    <a:pt x="2331584" y="0"/>
                  </a:lnTo>
                  <a:lnTo>
                    <a:pt x="2371541" y="933"/>
                  </a:lnTo>
                  <a:lnTo>
                    <a:pt x="2411498" y="3423"/>
                  </a:lnTo>
                  <a:lnTo>
                    <a:pt x="2451455" y="7344"/>
                  </a:lnTo>
                  <a:lnTo>
                    <a:pt x="2491412" y="12572"/>
                  </a:lnTo>
                  <a:lnTo>
                    <a:pt x="2531370" y="18983"/>
                  </a:lnTo>
                  <a:lnTo>
                    <a:pt x="2571327" y="26452"/>
                  </a:lnTo>
                  <a:lnTo>
                    <a:pt x="2611284" y="34855"/>
                  </a:lnTo>
                  <a:lnTo>
                    <a:pt x="2651241" y="44067"/>
                  </a:lnTo>
                  <a:lnTo>
                    <a:pt x="2691198" y="53963"/>
                  </a:lnTo>
                  <a:lnTo>
                    <a:pt x="2731155" y="64420"/>
                  </a:lnTo>
                  <a:lnTo>
                    <a:pt x="2771113" y="75312"/>
                  </a:lnTo>
                  <a:lnTo>
                    <a:pt x="2811070" y="86516"/>
                  </a:lnTo>
                  <a:lnTo>
                    <a:pt x="2851027" y="97906"/>
                  </a:lnTo>
                  <a:lnTo>
                    <a:pt x="2890984" y="109359"/>
                  </a:lnTo>
                  <a:lnTo>
                    <a:pt x="2930941" y="120749"/>
                  </a:lnTo>
                  <a:lnTo>
                    <a:pt x="2970898" y="131953"/>
                  </a:lnTo>
                  <a:lnTo>
                    <a:pt x="3010855" y="142845"/>
                  </a:lnTo>
                  <a:lnTo>
                    <a:pt x="3050813" y="153302"/>
                  </a:lnTo>
                  <a:lnTo>
                    <a:pt x="3090770" y="163198"/>
                  </a:lnTo>
                  <a:lnTo>
                    <a:pt x="3130727" y="172410"/>
                  </a:lnTo>
                  <a:lnTo>
                    <a:pt x="3170684" y="180813"/>
                  </a:lnTo>
                  <a:lnTo>
                    <a:pt x="3210641" y="188282"/>
                  </a:lnTo>
                  <a:lnTo>
                    <a:pt x="3250598" y="194693"/>
                  </a:lnTo>
                  <a:lnTo>
                    <a:pt x="3290555" y="199921"/>
                  </a:lnTo>
                  <a:lnTo>
                    <a:pt x="3330513" y="203842"/>
                  </a:lnTo>
                  <a:lnTo>
                    <a:pt x="3370470" y="206332"/>
                  </a:lnTo>
                  <a:lnTo>
                    <a:pt x="3410427" y="207266"/>
                  </a:lnTo>
                  <a:lnTo>
                    <a:pt x="3450384" y="206519"/>
                  </a:lnTo>
                  <a:lnTo>
                    <a:pt x="3490341" y="203967"/>
                  </a:lnTo>
                  <a:lnTo>
                    <a:pt x="3530298" y="199485"/>
                  </a:lnTo>
                  <a:lnTo>
                    <a:pt x="3570256" y="192950"/>
                  </a:lnTo>
                  <a:lnTo>
                    <a:pt x="3610213" y="184236"/>
                  </a:lnTo>
                  <a:lnTo>
                    <a:pt x="3650170" y="173219"/>
                  </a:lnTo>
                  <a:lnTo>
                    <a:pt x="3690127" y="159775"/>
                  </a:lnTo>
                  <a:lnTo>
                    <a:pt x="3730084" y="143779"/>
                  </a:lnTo>
                  <a:lnTo>
                    <a:pt x="3770041" y="125106"/>
                  </a:lnTo>
                  <a:lnTo>
                    <a:pt x="3809999" y="103633"/>
                  </a:lnTo>
                  <a:lnTo>
                    <a:pt x="3755973" y="1611470"/>
                  </a:lnTo>
                  <a:lnTo>
                    <a:pt x="3716016" y="1632944"/>
                  </a:lnTo>
                  <a:lnTo>
                    <a:pt x="3676058" y="1651616"/>
                  </a:lnTo>
                  <a:lnTo>
                    <a:pt x="3636101" y="1667612"/>
                  </a:lnTo>
                  <a:lnTo>
                    <a:pt x="3596144" y="1681057"/>
                  </a:lnTo>
                  <a:lnTo>
                    <a:pt x="3556187" y="1692074"/>
                  </a:lnTo>
                  <a:lnTo>
                    <a:pt x="3516230" y="1700787"/>
                  </a:lnTo>
                  <a:lnTo>
                    <a:pt x="3476273" y="1707323"/>
                  </a:lnTo>
                  <a:lnTo>
                    <a:pt x="3436316" y="1711804"/>
                  </a:lnTo>
                  <a:lnTo>
                    <a:pt x="3396359" y="1714356"/>
                  </a:lnTo>
                  <a:lnTo>
                    <a:pt x="3356401" y="1715103"/>
                  </a:lnTo>
                  <a:lnTo>
                    <a:pt x="3316444" y="1714170"/>
                  </a:lnTo>
                  <a:lnTo>
                    <a:pt x="3276487" y="1711680"/>
                  </a:lnTo>
                  <a:lnTo>
                    <a:pt x="3236530" y="1707759"/>
                  </a:lnTo>
                  <a:lnTo>
                    <a:pt x="3196573" y="1702530"/>
                  </a:lnTo>
                  <a:lnTo>
                    <a:pt x="3156616" y="1696119"/>
                  </a:lnTo>
                  <a:lnTo>
                    <a:pt x="3116658" y="1688650"/>
                  </a:lnTo>
                  <a:lnTo>
                    <a:pt x="3076701" y="1680248"/>
                  </a:lnTo>
                  <a:lnTo>
                    <a:pt x="3036744" y="1671036"/>
                  </a:lnTo>
                  <a:lnTo>
                    <a:pt x="2996787" y="1661139"/>
                  </a:lnTo>
                  <a:lnTo>
                    <a:pt x="2956830" y="1650683"/>
                  </a:lnTo>
                  <a:lnTo>
                    <a:pt x="2916873" y="1639790"/>
                  </a:lnTo>
                  <a:lnTo>
                    <a:pt x="2876916" y="1628587"/>
                  </a:lnTo>
                  <a:lnTo>
                    <a:pt x="2836958" y="1617196"/>
                  </a:lnTo>
                  <a:lnTo>
                    <a:pt x="2797001" y="1605744"/>
                  </a:lnTo>
                  <a:lnTo>
                    <a:pt x="2757044" y="1594353"/>
                  </a:lnTo>
                  <a:lnTo>
                    <a:pt x="2717087" y="1583150"/>
                  </a:lnTo>
                  <a:lnTo>
                    <a:pt x="2677130" y="1572258"/>
                  </a:lnTo>
                  <a:lnTo>
                    <a:pt x="2637173" y="1561801"/>
                  </a:lnTo>
                  <a:lnTo>
                    <a:pt x="2597215" y="1551904"/>
                  </a:lnTo>
                  <a:lnTo>
                    <a:pt x="2557258" y="1542693"/>
                  </a:lnTo>
                  <a:lnTo>
                    <a:pt x="2517301" y="1534290"/>
                  </a:lnTo>
                  <a:lnTo>
                    <a:pt x="2477344" y="1526821"/>
                  </a:lnTo>
                  <a:lnTo>
                    <a:pt x="2437387" y="1520410"/>
                  </a:lnTo>
                  <a:lnTo>
                    <a:pt x="2397429" y="1515182"/>
                  </a:lnTo>
                  <a:lnTo>
                    <a:pt x="2357472" y="1511260"/>
                  </a:lnTo>
                  <a:lnTo>
                    <a:pt x="2317515" y="1508771"/>
                  </a:lnTo>
                  <a:lnTo>
                    <a:pt x="2277558" y="1507837"/>
                  </a:lnTo>
                  <a:lnTo>
                    <a:pt x="2237601" y="1508584"/>
                  </a:lnTo>
                  <a:lnTo>
                    <a:pt x="2197644" y="1511136"/>
                  </a:lnTo>
                  <a:lnTo>
                    <a:pt x="2157686" y="1515617"/>
                  </a:lnTo>
                  <a:lnTo>
                    <a:pt x="2117729" y="1522153"/>
                  </a:lnTo>
                  <a:lnTo>
                    <a:pt x="2077772" y="1530867"/>
                  </a:lnTo>
                  <a:lnTo>
                    <a:pt x="2037815" y="1541883"/>
                  </a:lnTo>
                  <a:lnTo>
                    <a:pt x="1997858" y="1555328"/>
                  </a:lnTo>
                  <a:lnTo>
                    <a:pt x="1957901" y="1571324"/>
                  </a:lnTo>
                  <a:lnTo>
                    <a:pt x="1917943" y="1589997"/>
                  </a:lnTo>
                  <a:lnTo>
                    <a:pt x="1877986" y="1611470"/>
                  </a:lnTo>
                  <a:lnTo>
                    <a:pt x="1838029" y="1632944"/>
                  </a:lnTo>
                  <a:lnTo>
                    <a:pt x="1798072" y="1651616"/>
                  </a:lnTo>
                  <a:lnTo>
                    <a:pt x="1758115" y="1667612"/>
                  </a:lnTo>
                  <a:lnTo>
                    <a:pt x="1718157" y="1681057"/>
                  </a:lnTo>
                  <a:lnTo>
                    <a:pt x="1678200" y="1692074"/>
                  </a:lnTo>
                  <a:lnTo>
                    <a:pt x="1638243" y="1700787"/>
                  </a:lnTo>
                  <a:lnTo>
                    <a:pt x="1598286" y="1707323"/>
                  </a:lnTo>
                  <a:lnTo>
                    <a:pt x="1558329" y="1711804"/>
                  </a:lnTo>
                  <a:lnTo>
                    <a:pt x="1518372" y="1714356"/>
                  </a:lnTo>
                  <a:lnTo>
                    <a:pt x="1478414" y="1715103"/>
                  </a:lnTo>
                  <a:lnTo>
                    <a:pt x="1438457" y="1714170"/>
                  </a:lnTo>
                  <a:lnTo>
                    <a:pt x="1398500" y="1711680"/>
                  </a:lnTo>
                  <a:lnTo>
                    <a:pt x="1358543" y="1707759"/>
                  </a:lnTo>
                  <a:lnTo>
                    <a:pt x="1318586" y="1702530"/>
                  </a:lnTo>
                  <a:lnTo>
                    <a:pt x="1278629" y="1696119"/>
                  </a:lnTo>
                  <a:lnTo>
                    <a:pt x="1238671" y="1688650"/>
                  </a:lnTo>
                  <a:lnTo>
                    <a:pt x="1198714" y="1680248"/>
                  </a:lnTo>
                  <a:lnTo>
                    <a:pt x="1158757" y="1671036"/>
                  </a:lnTo>
                  <a:lnTo>
                    <a:pt x="1118800" y="1661139"/>
                  </a:lnTo>
                  <a:lnTo>
                    <a:pt x="1078843" y="1650683"/>
                  </a:lnTo>
                  <a:lnTo>
                    <a:pt x="1038886" y="1639790"/>
                  </a:lnTo>
                  <a:lnTo>
                    <a:pt x="998929" y="1628587"/>
                  </a:lnTo>
                  <a:lnTo>
                    <a:pt x="958971" y="1617196"/>
                  </a:lnTo>
                  <a:lnTo>
                    <a:pt x="919014" y="1605744"/>
                  </a:lnTo>
                  <a:lnTo>
                    <a:pt x="879057" y="1594353"/>
                  </a:lnTo>
                  <a:lnTo>
                    <a:pt x="839100" y="1583150"/>
                  </a:lnTo>
                  <a:lnTo>
                    <a:pt x="799143" y="1572258"/>
                  </a:lnTo>
                  <a:lnTo>
                    <a:pt x="759186" y="1561801"/>
                  </a:lnTo>
                  <a:lnTo>
                    <a:pt x="719228" y="1551904"/>
                  </a:lnTo>
                  <a:lnTo>
                    <a:pt x="679271" y="1542693"/>
                  </a:lnTo>
                  <a:lnTo>
                    <a:pt x="639314" y="1534290"/>
                  </a:lnTo>
                  <a:lnTo>
                    <a:pt x="599357" y="1526821"/>
                  </a:lnTo>
                  <a:lnTo>
                    <a:pt x="559400" y="1520410"/>
                  </a:lnTo>
                  <a:lnTo>
                    <a:pt x="519443" y="1515182"/>
                  </a:lnTo>
                  <a:lnTo>
                    <a:pt x="479486" y="1511260"/>
                  </a:lnTo>
                  <a:lnTo>
                    <a:pt x="439528" y="1508771"/>
                  </a:lnTo>
                  <a:lnTo>
                    <a:pt x="399571" y="1507837"/>
                  </a:lnTo>
                  <a:lnTo>
                    <a:pt x="359614" y="1508584"/>
                  </a:lnTo>
                  <a:lnTo>
                    <a:pt x="319657" y="1511136"/>
                  </a:lnTo>
                  <a:lnTo>
                    <a:pt x="279700" y="1515617"/>
                  </a:lnTo>
                  <a:lnTo>
                    <a:pt x="239743" y="1522153"/>
                  </a:lnTo>
                  <a:lnTo>
                    <a:pt x="199785" y="1530867"/>
                  </a:lnTo>
                  <a:lnTo>
                    <a:pt x="159828" y="1541883"/>
                  </a:lnTo>
                  <a:lnTo>
                    <a:pt x="119871" y="1555328"/>
                  </a:lnTo>
                  <a:lnTo>
                    <a:pt x="79914" y="1571324"/>
                  </a:lnTo>
                  <a:lnTo>
                    <a:pt x="39957" y="1589997"/>
                  </a:lnTo>
                  <a:lnTo>
                    <a:pt x="0" y="1611470"/>
                  </a:lnTo>
                  <a:lnTo>
                    <a:pt x="54025" y="10363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1581151"/>
              <a:ext cx="3099391" cy="19579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799" y="1772624"/>
              <a:ext cx="532052" cy="3354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8" y="1575422"/>
              <a:ext cx="2286000" cy="18843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352800" y="2057400"/>
              <a:ext cx="3352800" cy="561340"/>
            </a:xfrm>
            <a:custGeom>
              <a:avLst/>
              <a:gdLst/>
              <a:ahLst/>
              <a:cxnLst/>
              <a:rect l="l" t="t" r="r" b="b"/>
              <a:pathLst>
                <a:path w="3352800" h="561339">
                  <a:moveTo>
                    <a:pt x="3072382" y="0"/>
                  </a:moveTo>
                  <a:lnTo>
                    <a:pt x="3072382" y="140207"/>
                  </a:lnTo>
                  <a:lnTo>
                    <a:pt x="0" y="140207"/>
                  </a:lnTo>
                  <a:lnTo>
                    <a:pt x="0" y="420624"/>
                  </a:lnTo>
                  <a:lnTo>
                    <a:pt x="3072382" y="420624"/>
                  </a:lnTo>
                  <a:lnTo>
                    <a:pt x="3072382" y="560832"/>
                  </a:lnTo>
                  <a:lnTo>
                    <a:pt x="3352798" y="280416"/>
                  </a:lnTo>
                  <a:lnTo>
                    <a:pt x="3072382" y="0"/>
                  </a:lnTo>
                  <a:close/>
                </a:path>
              </a:pathLst>
            </a:custGeom>
            <a:solidFill>
              <a:srgbClr val="3DA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52799" y="2057400"/>
              <a:ext cx="3352800" cy="561340"/>
            </a:xfrm>
            <a:custGeom>
              <a:avLst/>
              <a:gdLst/>
              <a:ahLst/>
              <a:cxnLst/>
              <a:rect l="l" t="t" r="r" b="b"/>
              <a:pathLst>
                <a:path w="3352800" h="561339">
                  <a:moveTo>
                    <a:pt x="0" y="140207"/>
                  </a:moveTo>
                  <a:lnTo>
                    <a:pt x="3072383" y="140207"/>
                  </a:lnTo>
                  <a:lnTo>
                    <a:pt x="3072383" y="0"/>
                  </a:lnTo>
                  <a:lnTo>
                    <a:pt x="3352799" y="280416"/>
                  </a:lnTo>
                  <a:lnTo>
                    <a:pt x="3072383" y="560831"/>
                  </a:lnTo>
                  <a:lnTo>
                    <a:pt x="3072383" y="420623"/>
                  </a:lnTo>
                  <a:lnTo>
                    <a:pt x="0" y="420623"/>
                  </a:lnTo>
                  <a:lnTo>
                    <a:pt x="0" y="140207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2289" y="2917273"/>
            <a:ext cx="2547619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400" spc="6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2400" spc="-13" dirty="0">
                <a:solidFill>
                  <a:srgbClr val="FFFFFF"/>
                </a:solidFill>
                <a:latin typeface="Arial"/>
                <a:cs typeface="Arial"/>
              </a:rPr>
              <a:t>execute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61934" y="3547534"/>
            <a:ext cx="4487333" cy="728133"/>
            <a:chOff x="3346450" y="2660650"/>
            <a:chExt cx="3365500" cy="546100"/>
          </a:xfrm>
        </p:grpSpPr>
        <p:sp>
          <p:nvSpPr>
            <p:cNvPr id="13" name="object 13"/>
            <p:cNvSpPr/>
            <p:nvPr/>
          </p:nvSpPr>
          <p:spPr>
            <a:xfrm>
              <a:off x="3352800" y="26670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266700" y="0"/>
                  </a:move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3352798" y="400050"/>
                  </a:lnTo>
                  <a:lnTo>
                    <a:pt x="3352798" y="133350"/>
                  </a:lnTo>
                  <a:lnTo>
                    <a:pt x="266700" y="133350"/>
                  </a:lnTo>
                  <a:lnTo>
                    <a:pt x="266700" y="0"/>
                  </a:lnTo>
                  <a:close/>
                </a:path>
              </a:pathLst>
            </a:custGeom>
            <a:solidFill>
              <a:srgbClr val="3DA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52800" y="2667000"/>
              <a:ext cx="3352800" cy="533400"/>
            </a:xfrm>
            <a:custGeom>
              <a:avLst/>
              <a:gdLst/>
              <a:ahLst/>
              <a:cxnLst/>
              <a:rect l="l" t="t" r="r" b="b"/>
              <a:pathLst>
                <a:path w="3352800" h="533400">
                  <a:moveTo>
                    <a:pt x="0" y="266699"/>
                  </a:moveTo>
                  <a:lnTo>
                    <a:pt x="266699" y="0"/>
                  </a:lnTo>
                  <a:lnTo>
                    <a:pt x="266699" y="133350"/>
                  </a:lnTo>
                  <a:lnTo>
                    <a:pt x="3352799" y="133350"/>
                  </a:lnTo>
                  <a:lnTo>
                    <a:pt x="3352799" y="400049"/>
                  </a:lnTo>
                  <a:lnTo>
                    <a:pt x="266699" y="400049"/>
                  </a:lnTo>
                  <a:lnTo>
                    <a:pt x="266699" y="533400"/>
                  </a:lnTo>
                  <a:lnTo>
                    <a:pt x="0" y="266699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13867" y="3711785"/>
            <a:ext cx="31682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2400" spc="6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Computation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63039" y="3251201"/>
            <a:ext cx="2018453" cy="441146"/>
          </a:xfrm>
          <a:prstGeom prst="rect">
            <a:avLst/>
          </a:prstGeom>
          <a:solidFill>
            <a:srgbClr val="3DA29C"/>
          </a:solidFill>
          <a:ln w="25399">
            <a:solidFill>
              <a:srgbClr val="2A7C77"/>
            </a:solidFill>
          </a:ln>
        </p:spPr>
        <p:txBody>
          <a:bodyPr vert="horz" wrap="square" lIns="0" tIns="71120" rIns="0" bIns="0" rtlCol="0">
            <a:spAutoFit/>
          </a:bodyPr>
          <a:lstStyle/>
          <a:p>
            <a:pPr marL="151548">
              <a:spcBef>
                <a:spcPts val="560"/>
              </a:spcBef>
              <a:tabLst>
                <a:tab pos="575719" algn="l"/>
              </a:tabLst>
            </a:pPr>
            <a:r>
              <a:rPr sz="2400" spc="-33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	R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240" dirty="0">
                <a:solidFill>
                  <a:srgbClr val="FFFFFF"/>
                </a:solidFill>
                <a:latin typeface="Wingdings"/>
                <a:cs typeface="Wingdings"/>
              </a:rPr>
              <a:t></a:t>
            </a:r>
            <a:r>
              <a:rPr sz="2400" spc="7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33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900332" y="1210735"/>
            <a:ext cx="2008293" cy="1019387"/>
            <a:chOff x="5175249" y="908051"/>
            <a:chExt cx="1506220" cy="764540"/>
          </a:xfrm>
        </p:grpSpPr>
        <p:sp>
          <p:nvSpPr>
            <p:cNvPr id="18" name="object 18"/>
            <p:cNvSpPr/>
            <p:nvPr/>
          </p:nvSpPr>
          <p:spPr>
            <a:xfrm>
              <a:off x="5181599" y="914401"/>
              <a:ext cx="1493520" cy="751840"/>
            </a:xfrm>
            <a:custGeom>
              <a:avLst/>
              <a:gdLst/>
              <a:ahLst/>
              <a:cxnLst/>
              <a:rect l="l" t="t" r="r" b="b"/>
              <a:pathLst>
                <a:path w="1493520" h="751839">
                  <a:moveTo>
                    <a:pt x="622300" y="457200"/>
                  </a:moveTo>
                  <a:lnTo>
                    <a:pt x="248920" y="457200"/>
                  </a:lnTo>
                  <a:lnTo>
                    <a:pt x="435615" y="751415"/>
                  </a:lnTo>
                  <a:lnTo>
                    <a:pt x="622300" y="457200"/>
                  </a:lnTo>
                  <a:close/>
                </a:path>
                <a:path w="1493520" h="751839">
                  <a:moveTo>
                    <a:pt x="1417318" y="0"/>
                  </a:moveTo>
                  <a:lnTo>
                    <a:pt x="76202" y="0"/>
                  </a:lnTo>
                  <a:lnTo>
                    <a:pt x="46541" y="5988"/>
                  </a:lnTo>
                  <a:lnTo>
                    <a:pt x="22319" y="22318"/>
                  </a:lnTo>
                  <a:lnTo>
                    <a:pt x="5988" y="46540"/>
                  </a:lnTo>
                  <a:lnTo>
                    <a:pt x="0" y="76201"/>
                  </a:lnTo>
                  <a:lnTo>
                    <a:pt x="0" y="381000"/>
                  </a:lnTo>
                  <a:lnTo>
                    <a:pt x="5988" y="410658"/>
                  </a:lnTo>
                  <a:lnTo>
                    <a:pt x="22319" y="434880"/>
                  </a:lnTo>
                  <a:lnTo>
                    <a:pt x="46541" y="451211"/>
                  </a:lnTo>
                  <a:lnTo>
                    <a:pt x="76202" y="457200"/>
                  </a:lnTo>
                  <a:lnTo>
                    <a:pt x="1417318" y="457200"/>
                  </a:lnTo>
                  <a:lnTo>
                    <a:pt x="1446979" y="451211"/>
                  </a:lnTo>
                  <a:lnTo>
                    <a:pt x="1471201" y="434880"/>
                  </a:lnTo>
                  <a:lnTo>
                    <a:pt x="1487531" y="410658"/>
                  </a:lnTo>
                  <a:lnTo>
                    <a:pt x="1493520" y="381000"/>
                  </a:lnTo>
                  <a:lnTo>
                    <a:pt x="1493520" y="76201"/>
                  </a:lnTo>
                  <a:lnTo>
                    <a:pt x="1487531" y="46540"/>
                  </a:lnTo>
                  <a:lnTo>
                    <a:pt x="1471201" y="22318"/>
                  </a:lnTo>
                  <a:lnTo>
                    <a:pt x="1446979" y="5988"/>
                  </a:lnTo>
                  <a:lnTo>
                    <a:pt x="1417318" y="0"/>
                  </a:lnTo>
                  <a:close/>
                </a:path>
              </a:pathLst>
            </a:custGeom>
            <a:solidFill>
              <a:srgbClr val="DEE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81599" y="914401"/>
              <a:ext cx="1493520" cy="751840"/>
            </a:xfrm>
            <a:custGeom>
              <a:avLst/>
              <a:gdLst/>
              <a:ahLst/>
              <a:cxnLst/>
              <a:rect l="l" t="t" r="r" b="b"/>
              <a:pathLst>
                <a:path w="1493520" h="751839">
                  <a:moveTo>
                    <a:pt x="0" y="76201"/>
                  </a:move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248920" y="0"/>
                  </a:lnTo>
                  <a:lnTo>
                    <a:pt x="622299" y="0"/>
                  </a:lnTo>
                  <a:lnTo>
                    <a:pt x="1417318" y="0"/>
                  </a:lnTo>
                  <a:lnTo>
                    <a:pt x="1446979" y="5988"/>
                  </a:lnTo>
                  <a:lnTo>
                    <a:pt x="1471201" y="22319"/>
                  </a:lnTo>
                  <a:lnTo>
                    <a:pt x="1487531" y="46540"/>
                  </a:lnTo>
                  <a:lnTo>
                    <a:pt x="1493519" y="76201"/>
                  </a:lnTo>
                  <a:lnTo>
                    <a:pt x="1493519" y="266700"/>
                  </a:lnTo>
                  <a:lnTo>
                    <a:pt x="1493519" y="380999"/>
                  </a:lnTo>
                  <a:lnTo>
                    <a:pt x="1487531" y="410659"/>
                  </a:lnTo>
                  <a:lnTo>
                    <a:pt x="1471201" y="434880"/>
                  </a:lnTo>
                  <a:lnTo>
                    <a:pt x="1446979" y="451211"/>
                  </a:lnTo>
                  <a:lnTo>
                    <a:pt x="1417318" y="457199"/>
                  </a:lnTo>
                  <a:lnTo>
                    <a:pt x="622299" y="457199"/>
                  </a:lnTo>
                  <a:lnTo>
                    <a:pt x="435614" y="751416"/>
                  </a:lnTo>
                  <a:lnTo>
                    <a:pt x="248920" y="457199"/>
                  </a:lnTo>
                  <a:lnTo>
                    <a:pt x="76201" y="457199"/>
                  </a:lnTo>
                  <a:lnTo>
                    <a:pt x="46540" y="451211"/>
                  </a:lnTo>
                  <a:lnTo>
                    <a:pt x="22319" y="434880"/>
                  </a:lnTo>
                  <a:lnTo>
                    <a:pt x="5988" y="410659"/>
                  </a:lnTo>
                  <a:lnTo>
                    <a:pt x="0" y="380997"/>
                  </a:lnTo>
                  <a:lnTo>
                    <a:pt x="0" y="266700"/>
                  </a:lnTo>
                  <a:lnTo>
                    <a:pt x="0" y="7620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08824" y="1364827"/>
            <a:ext cx="1599353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spc="-13" dirty="0">
                <a:solidFill>
                  <a:srgbClr val="4D4D4D"/>
                </a:solidFill>
                <a:latin typeface="Courier New"/>
                <a:cs typeface="Courier New"/>
              </a:rPr>
              <a:t>RPostgreSQL</a:t>
            </a:r>
            <a:endParaRPr sz="1867" dirty="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26734" y="2328334"/>
            <a:ext cx="1642533" cy="888153"/>
            <a:chOff x="1670050" y="1746250"/>
            <a:chExt cx="1231900" cy="666115"/>
          </a:xfrm>
        </p:grpSpPr>
        <p:sp>
          <p:nvSpPr>
            <p:cNvPr id="22" name="object 22"/>
            <p:cNvSpPr/>
            <p:nvPr/>
          </p:nvSpPr>
          <p:spPr>
            <a:xfrm>
              <a:off x="1676400" y="1752600"/>
              <a:ext cx="1219200" cy="653415"/>
            </a:xfrm>
            <a:custGeom>
              <a:avLst/>
              <a:gdLst/>
              <a:ahLst/>
              <a:cxnLst/>
              <a:rect l="l" t="t" r="r" b="b"/>
              <a:pathLst>
                <a:path w="1219200" h="653414">
                  <a:moveTo>
                    <a:pt x="508000" y="304800"/>
                  </a:moveTo>
                  <a:lnTo>
                    <a:pt x="203200" y="304800"/>
                  </a:lnTo>
                  <a:lnTo>
                    <a:pt x="372539" y="653345"/>
                  </a:lnTo>
                  <a:lnTo>
                    <a:pt x="508000" y="304800"/>
                  </a:lnTo>
                  <a:close/>
                </a:path>
                <a:path w="1219200" h="653414">
                  <a:moveTo>
                    <a:pt x="1168398" y="0"/>
                  </a:moveTo>
                  <a:lnTo>
                    <a:pt x="50801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1"/>
                  </a:lnTo>
                  <a:lnTo>
                    <a:pt x="0" y="254000"/>
                  </a:lnTo>
                  <a:lnTo>
                    <a:pt x="3992" y="273773"/>
                  </a:lnTo>
                  <a:lnTo>
                    <a:pt x="14879" y="289920"/>
                  </a:lnTo>
                  <a:lnTo>
                    <a:pt x="31027" y="300807"/>
                  </a:lnTo>
                  <a:lnTo>
                    <a:pt x="50801" y="304800"/>
                  </a:lnTo>
                  <a:lnTo>
                    <a:pt x="1168398" y="304800"/>
                  </a:lnTo>
                  <a:lnTo>
                    <a:pt x="1188172" y="300807"/>
                  </a:lnTo>
                  <a:lnTo>
                    <a:pt x="1204320" y="289920"/>
                  </a:lnTo>
                  <a:lnTo>
                    <a:pt x="1215207" y="273773"/>
                  </a:lnTo>
                  <a:lnTo>
                    <a:pt x="1219200" y="254000"/>
                  </a:lnTo>
                  <a:lnTo>
                    <a:pt x="1219200" y="50801"/>
                  </a:lnTo>
                  <a:lnTo>
                    <a:pt x="1215207" y="31027"/>
                  </a:lnTo>
                  <a:lnTo>
                    <a:pt x="1204320" y="14879"/>
                  </a:lnTo>
                  <a:lnTo>
                    <a:pt x="1188172" y="3992"/>
                  </a:lnTo>
                  <a:lnTo>
                    <a:pt x="1168398" y="0"/>
                  </a:lnTo>
                  <a:close/>
                </a:path>
              </a:pathLst>
            </a:custGeom>
            <a:solidFill>
              <a:srgbClr val="DEE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76400" y="1752600"/>
              <a:ext cx="1219200" cy="653415"/>
            </a:xfrm>
            <a:custGeom>
              <a:avLst/>
              <a:gdLst/>
              <a:ahLst/>
              <a:cxnLst/>
              <a:rect l="l" t="t" r="r" b="b"/>
              <a:pathLst>
                <a:path w="1219200" h="653414">
                  <a:moveTo>
                    <a:pt x="0" y="50801"/>
                  </a:moveTo>
                  <a:lnTo>
                    <a:pt x="3992" y="31027"/>
                  </a:lnTo>
                  <a:lnTo>
                    <a:pt x="14879" y="14879"/>
                  </a:lnTo>
                  <a:lnTo>
                    <a:pt x="31026" y="3992"/>
                  </a:lnTo>
                  <a:lnTo>
                    <a:pt x="50800" y="0"/>
                  </a:lnTo>
                  <a:lnTo>
                    <a:pt x="203200" y="0"/>
                  </a:lnTo>
                  <a:lnTo>
                    <a:pt x="507999" y="0"/>
                  </a:lnTo>
                  <a:lnTo>
                    <a:pt x="1168398" y="0"/>
                  </a:lnTo>
                  <a:lnTo>
                    <a:pt x="1188172" y="3992"/>
                  </a:lnTo>
                  <a:lnTo>
                    <a:pt x="1204320" y="14879"/>
                  </a:lnTo>
                  <a:lnTo>
                    <a:pt x="1215207" y="31027"/>
                  </a:lnTo>
                  <a:lnTo>
                    <a:pt x="1219199" y="50801"/>
                  </a:lnTo>
                  <a:lnTo>
                    <a:pt x="1219199" y="177799"/>
                  </a:lnTo>
                  <a:lnTo>
                    <a:pt x="1219199" y="254000"/>
                  </a:lnTo>
                  <a:lnTo>
                    <a:pt x="1215207" y="273773"/>
                  </a:lnTo>
                  <a:lnTo>
                    <a:pt x="1204320" y="289920"/>
                  </a:lnTo>
                  <a:lnTo>
                    <a:pt x="1188172" y="300807"/>
                  </a:lnTo>
                  <a:lnTo>
                    <a:pt x="1168398" y="304800"/>
                  </a:lnTo>
                  <a:lnTo>
                    <a:pt x="507999" y="304800"/>
                  </a:lnTo>
                  <a:lnTo>
                    <a:pt x="372538" y="653344"/>
                  </a:lnTo>
                  <a:lnTo>
                    <a:pt x="203200" y="304800"/>
                  </a:lnTo>
                  <a:lnTo>
                    <a:pt x="50800" y="304800"/>
                  </a:lnTo>
                  <a:lnTo>
                    <a:pt x="31026" y="300807"/>
                  </a:lnTo>
                  <a:lnTo>
                    <a:pt x="14879" y="289920"/>
                  </a:lnTo>
                  <a:lnTo>
                    <a:pt x="3992" y="273773"/>
                  </a:lnTo>
                  <a:lnTo>
                    <a:pt x="0" y="253999"/>
                  </a:lnTo>
                  <a:lnTo>
                    <a:pt x="0" y="177799"/>
                  </a:lnTo>
                  <a:lnTo>
                    <a:pt x="0" y="50801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84896" y="2360508"/>
            <a:ext cx="1335192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spc="-13" dirty="0">
                <a:solidFill>
                  <a:srgbClr val="4D4D4D"/>
                </a:solidFill>
                <a:latin typeface="Courier New"/>
                <a:cs typeface="Courier New"/>
              </a:rPr>
              <a:t>PivotalR</a:t>
            </a:r>
            <a:endParaRPr sz="2133" dirty="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956800" y="1854201"/>
            <a:ext cx="1219200" cy="2743200"/>
            <a:chOff x="7467600" y="1390651"/>
            <a:chExt cx="914400" cy="205740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1390651"/>
              <a:ext cx="895591" cy="6267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0000" y="2832060"/>
              <a:ext cx="761998" cy="61598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0" y="2017351"/>
              <a:ext cx="761998" cy="61598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716842" y="5220064"/>
            <a:ext cx="194733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b="1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4D4D4D"/>
                </a:solidFill>
                <a:latin typeface="Arial"/>
                <a:cs typeface="Arial"/>
              </a:rPr>
              <a:t>lives</a:t>
            </a:r>
            <a:r>
              <a:rPr sz="2133" b="1" spc="-3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b="1" spc="-27" dirty="0">
                <a:solidFill>
                  <a:srgbClr val="4D4D4D"/>
                </a:solidFill>
                <a:latin typeface="Arial"/>
                <a:cs typeface="Arial"/>
              </a:rPr>
              <a:t>here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282984"/>
          </a:xfrm>
          <a:prstGeom prst="rect">
            <a:avLst/>
          </a:prstGeom>
        </p:spPr>
        <p:txBody>
          <a:bodyPr vert="horz" wrap="square" lIns="0" tIns="5927" rIns="0" bIns="0" rtlCol="0">
            <a:spAutoFit/>
          </a:bodyPr>
          <a:lstStyle/>
          <a:p>
            <a:pPr marL="16933">
              <a:spcBef>
                <a:spcPts val="47"/>
              </a:spcBef>
            </a:pPr>
            <a:r>
              <a:rPr dirty="0"/>
              <a:t>©</a:t>
            </a:r>
            <a:r>
              <a:rPr spc="-20" dirty="0"/>
              <a:t> </a:t>
            </a:r>
            <a:r>
              <a:rPr dirty="0"/>
              <a:t>2015</a:t>
            </a:r>
            <a:r>
              <a:rPr spc="-13" dirty="0"/>
              <a:t> </a:t>
            </a:r>
            <a:r>
              <a:rPr dirty="0"/>
              <a:t>Pivotal</a:t>
            </a:r>
            <a:r>
              <a:rPr spc="-13" dirty="0"/>
              <a:t> </a:t>
            </a:r>
            <a:r>
              <a:rPr dirty="0"/>
              <a:t>Software,</a:t>
            </a:r>
            <a:r>
              <a:rPr spc="-20" dirty="0"/>
              <a:t> </a:t>
            </a:r>
            <a:r>
              <a:rPr dirty="0"/>
              <a:t>Inc.</a:t>
            </a:r>
            <a:r>
              <a:rPr spc="152" dirty="0"/>
              <a:t> </a:t>
            </a:r>
            <a:r>
              <a:rPr dirty="0"/>
              <a:t>All</a:t>
            </a:r>
            <a:r>
              <a:rPr spc="-13" dirty="0"/>
              <a:t> </a:t>
            </a:r>
            <a:r>
              <a:rPr dirty="0"/>
              <a:t>rights</a:t>
            </a:r>
            <a:r>
              <a:rPr spc="-13" dirty="0"/>
              <a:t> reserved.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281273"/>
          </a:xfrm>
          <a:prstGeom prst="rect">
            <a:avLst/>
          </a:prstGeom>
        </p:spPr>
        <p:txBody>
          <a:bodyPr vert="horz" wrap="square" lIns="0" tIns="4233" rIns="0" bIns="0" rtlCol="0">
            <a:spAutoFit/>
          </a:bodyPr>
          <a:lstStyle/>
          <a:p>
            <a:pPr marL="50799">
              <a:spcBef>
                <a:spcPts val="33"/>
              </a:spcBef>
            </a:pPr>
            <a:fld id="{81D60167-4931-47E6-BA6A-407CBD079E47}" type="slidenum">
              <a:rPr spc="-33" dirty="0"/>
              <a:pPr marL="50799">
                <a:spcBef>
                  <a:spcPts val="33"/>
                </a:spcBef>
              </a:pPr>
              <a:t>36</a:t>
            </a:fld>
            <a:endParaRPr spc="-33" dirty="0"/>
          </a:p>
        </p:txBody>
      </p:sp>
      <p:sp>
        <p:nvSpPr>
          <p:cNvPr id="30" name="object 30"/>
          <p:cNvSpPr txBox="1"/>
          <p:nvPr/>
        </p:nvSpPr>
        <p:spPr>
          <a:xfrm>
            <a:off x="1247366" y="5262391"/>
            <a:ext cx="16755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4D4D4D"/>
                </a:solidFill>
                <a:latin typeface="Arial"/>
                <a:cs typeface="Arial"/>
              </a:rPr>
              <a:t>No</a:t>
            </a:r>
            <a:r>
              <a:rPr sz="2133" b="1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b="1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b="1" spc="-27" dirty="0">
                <a:solidFill>
                  <a:srgbClr val="4D4D4D"/>
                </a:solidFill>
                <a:latin typeface="Arial"/>
                <a:cs typeface="Arial"/>
              </a:rPr>
              <a:t>here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568012" y="3416469"/>
            <a:ext cx="2037080" cy="576225"/>
          </a:xfrm>
          <a:prstGeom prst="rect">
            <a:avLst/>
          </a:prstGeom>
        </p:spPr>
        <p:txBody>
          <a:bodyPr vert="horz" wrap="square" lIns="0" tIns="37252" rIns="0" bIns="0" rtlCol="0">
            <a:spAutoFit/>
          </a:bodyPr>
          <a:lstStyle/>
          <a:p>
            <a:pPr marL="440256" marR="6773" indent="-423323">
              <a:lnSpc>
                <a:spcPts val="2133"/>
              </a:lnSpc>
              <a:spcBef>
                <a:spcPts val="292"/>
              </a:spcBef>
            </a:pPr>
            <a:r>
              <a:rPr sz="1867" b="1" spc="-13" dirty="0">
                <a:latin typeface="Arial"/>
                <a:cs typeface="Arial"/>
              </a:rPr>
              <a:t>Database/Hadoop </a:t>
            </a:r>
            <a:r>
              <a:rPr sz="1867" b="1" dirty="0">
                <a:latin typeface="Arial"/>
                <a:cs typeface="Arial"/>
              </a:rPr>
              <a:t>w/ </a:t>
            </a:r>
            <a:r>
              <a:rPr sz="1867" b="1" spc="-13" dirty="0">
                <a:latin typeface="Arial"/>
                <a:cs typeface="Arial"/>
              </a:rPr>
              <a:t>MADlib</a:t>
            </a:r>
            <a:endParaRPr sz="1867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5784" y="939967"/>
            <a:ext cx="6114627" cy="99257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40256" marR="6773" indent="-423323">
              <a:lnSpc>
                <a:spcPts val="2533"/>
              </a:lnSpc>
              <a:spcBef>
                <a:spcPts val="240"/>
              </a:spcBef>
              <a:buSzPct val="96875"/>
              <a:buChar char="•"/>
              <a:tabLst>
                <a:tab pos="440256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Call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MADlib’s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in-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DB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machine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learning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functions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directly</a:t>
            </a:r>
            <a:r>
              <a:rPr sz="2133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from</a:t>
            </a:r>
            <a:r>
              <a:rPr sz="2133" spc="-6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67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endParaRPr sz="2133" dirty="0">
              <a:latin typeface="Arial"/>
              <a:cs typeface="Arial"/>
            </a:endParaRPr>
          </a:p>
          <a:p>
            <a:pPr marL="439409" indent="-422476">
              <a:lnSpc>
                <a:spcPts val="2452"/>
              </a:lnSpc>
              <a:buSzPct val="96875"/>
              <a:buChar char="•"/>
              <a:tabLst>
                <a:tab pos="43940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Syntax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is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analogous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native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R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function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40009" y="5129743"/>
            <a:ext cx="5608320" cy="99172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9409" indent="-422476">
              <a:lnSpc>
                <a:spcPts val="2547"/>
              </a:lnSpc>
              <a:spcBef>
                <a:spcPts val="133"/>
              </a:spcBef>
              <a:buSzPct val="96875"/>
              <a:buChar char="•"/>
              <a:tabLst>
                <a:tab pos="439409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Data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doesn’t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need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to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leave</a:t>
            </a:r>
            <a:r>
              <a:rPr sz="2133" spc="-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database</a:t>
            </a:r>
            <a:endParaRPr sz="2133" dirty="0">
              <a:latin typeface="Arial"/>
              <a:cs typeface="Arial"/>
            </a:endParaRPr>
          </a:p>
          <a:p>
            <a:pPr marL="440256" marR="6773" indent="-423323">
              <a:lnSpc>
                <a:spcPts val="2533"/>
              </a:lnSpc>
              <a:spcBef>
                <a:spcPts val="93"/>
              </a:spcBef>
              <a:buSzPct val="96875"/>
              <a:buChar char="•"/>
              <a:tabLst>
                <a:tab pos="440256" algn="l"/>
              </a:tabLst>
            </a:pP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All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heavy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lifting,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including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model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 estimation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&amp;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computation,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are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done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in</a:t>
            </a:r>
            <a:r>
              <a:rPr sz="2133" spc="-2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dirty="0">
                <a:solidFill>
                  <a:srgbClr val="4D4D4D"/>
                </a:solidFill>
                <a:latin typeface="Arial"/>
                <a:cs typeface="Arial"/>
              </a:rPr>
              <a:t>the</a:t>
            </a:r>
            <a:r>
              <a:rPr sz="2133" spc="-27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133" spc="-13" dirty="0">
                <a:solidFill>
                  <a:srgbClr val="4D4D4D"/>
                </a:solidFill>
                <a:latin typeface="Arial"/>
                <a:cs typeface="Arial"/>
              </a:rPr>
              <a:t>database</a:t>
            </a:r>
            <a:endParaRPr sz="2133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436" y="694690"/>
            <a:ext cx="3754475" cy="3987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3467" y="55372"/>
            <a:ext cx="602233" cy="1282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967" y="1222502"/>
            <a:ext cx="1349006" cy="1727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017776" y="1216278"/>
            <a:ext cx="310515" cy="180340"/>
            <a:chOff x="2017776" y="1216278"/>
            <a:chExt cx="310515" cy="180340"/>
          </a:xfrm>
        </p:grpSpPr>
        <p:sp>
          <p:nvSpPr>
            <p:cNvPr id="6" name="object 6"/>
            <p:cNvSpPr/>
            <p:nvPr/>
          </p:nvSpPr>
          <p:spPr>
            <a:xfrm>
              <a:off x="2019300" y="1217802"/>
              <a:ext cx="307340" cy="177165"/>
            </a:xfrm>
            <a:custGeom>
              <a:avLst/>
              <a:gdLst/>
              <a:ahLst/>
              <a:cxnLst/>
              <a:rect l="l" t="t" r="r" b="b"/>
              <a:pathLst>
                <a:path w="307339" h="177165">
                  <a:moveTo>
                    <a:pt x="136270" y="111251"/>
                  </a:moveTo>
                  <a:lnTo>
                    <a:pt x="24637" y="111251"/>
                  </a:lnTo>
                  <a:lnTo>
                    <a:pt x="24637" y="122936"/>
                  </a:lnTo>
                  <a:lnTo>
                    <a:pt x="121919" y="122936"/>
                  </a:lnTo>
                  <a:lnTo>
                    <a:pt x="121919" y="137033"/>
                  </a:lnTo>
                  <a:lnTo>
                    <a:pt x="121412" y="137541"/>
                  </a:lnTo>
                  <a:lnTo>
                    <a:pt x="24383" y="137541"/>
                  </a:lnTo>
                  <a:lnTo>
                    <a:pt x="24383" y="169799"/>
                  </a:lnTo>
                  <a:lnTo>
                    <a:pt x="25400" y="172338"/>
                  </a:lnTo>
                  <a:lnTo>
                    <a:pt x="27577" y="174371"/>
                  </a:lnTo>
                  <a:lnTo>
                    <a:pt x="29463" y="176022"/>
                  </a:lnTo>
                  <a:lnTo>
                    <a:pt x="32004" y="177037"/>
                  </a:lnTo>
                  <a:lnTo>
                    <a:pt x="137287" y="177037"/>
                  </a:lnTo>
                  <a:lnTo>
                    <a:pt x="138175" y="176657"/>
                  </a:lnTo>
                  <a:lnTo>
                    <a:pt x="139573" y="175260"/>
                  </a:lnTo>
                  <a:lnTo>
                    <a:pt x="139954" y="174371"/>
                  </a:lnTo>
                  <a:lnTo>
                    <a:pt x="139954" y="165354"/>
                  </a:lnTo>
                  <a:lnTo>
                    <a:pt x="39243" y="165354"/>
                  </a:lnTo>
                  <a:lnTo>
                    <a:pt x="38735" y="164846"/>
                  </a:lnTo>
                  <a:lnTo>
                    <a:pt x="38735" y="148589"/>
                  </a:lnTo>
                  <a:lnTo>
                    <a:pt x="133095" y="148589"/>
                  </a:lnTo>
                  <a:lnTo>
                    <a:pt x="136270" y="145542"/>
                  </a:lnTo>
                  <a:lnTo>
                    <a:pt x="136270" y="111251"/>
                  </a:lnTo>
                  <a:close/>
                </a:path>
                <a:path w="307339" h="177165">
                  <a:moveTo>
                    <a:pt x="87883" y="92963"/>
                  </a:moveTo>
                  <a:lnTo>
                    <a:pt x="73787" y="92963"/>
                  </a:lnTo>
                  <a:lnTo>
                    <a:pt x="73787" y="111251"/>
                  </a:lnTo>
                  <a:lnTo>
                    <a:pt x="87883" y="111251"/>
                  </a:lnTo>
                  <a:lnTo>
                    <a:pt x="87883" y="92963"/>
                  </a:lnTo>
                  <a:close/>
                </a:path>
                <a:path w="307339" h="177165">
                  <a:moveTo>
                    <a:pt x="159385" y="81280"/>
                  </a:moveTo>
                  <a:lnTo>
                    <a:pt x="0" y="81280"/>
                  </a:lnTo>
                  <a:lnTo>
                    <a:pt x="0" y="92963"/>
                  </a:lnTo>
                  <a:lnTo>
                    <a:pt x="156591" y="92963"/>
                  </a:lnTo>
                  <a:lnTo>
                    <a:pt x="157352" y="92710"/>
                  </a:lnTo>
                  <a:lnTo>
                    <a:pt x="158114" y="92201"/>
                  </a:lnTo>
                  <a:lnTo>
                    <a:pt x="159004" y="91694"/>
                  </a:lnTo>
                  <a:lnTo>
                    <a:pt x="159385" y="90805"/>
                  </a:lnTo>
                  <a:lnTo>
                    <a:pt x="159385" y="81280"/>
                  </a:lnTo>
                  <a:close/>
                </a:path>
                <a:path w="307339" h="177165">
                  <a:moveTo>
                    <a:pt x="307213" y="6476"/>
                  </a:moveTo>
                  <a:lnTo>
                    <a:pt x="293369" y="6476"/>
                  </a:lnTo>
                  <a:lnTo>
                    <a:pt x="293369" y="64897"/>
                  </a:lnTo>
                  <a:lnTo>
                    <a:pt x="252349" y="64897"/>
                  </a:lnTo>
                  <a:lnTo>
                    <a:pt x="252349" y="76835"/>
                  </a:lnTo>
                  <a:lnTo>
                    <a:pt x="293369" y="76835"/>
                  </a:lnTo>
                  <a:lnTo>
                    <a:pt x="293369" y="175895"/>
                  </a:lnTo>
                  <a:lnTo>
                    <a:pt x="304545" y="175895"/>
                  </a:lnTo>
                  <a:lnTo>
                    <a:pt x="305307" y="175641"/>
                  </a:lnTo>
                  <a:lnTo>
                    <a:pt x="306069" y="175006"/>
                  </a:lnTo>
                  <a:lnTo>
                    <a:pt x="306831" y="174498"/>
                  </a:lnTo>
                  <a:lnTo>
                    <a:pt x="307213" y="173609"/>
                  </a:lnTo>
                  <a:lnTo>
                    <a:pt x="307213" y="6476"/>
                  </a:lnTo>
                  <a:close/>
                </a:path>
                <a:path w="307339" h="177165">
                  <a:moveTo>
                    <a:pt x="226822" y="38608"/>
                  </a:moveTo>
                  <a:lnTo>
                    <a:pt x="212344" y="38608"/>
                  </a:lnTo>
                  <a:lnTo>
                    <a:pt x="212344" y="71627"/>
                  </a:lnTo>
                  <a:lnTo>
                    <a:pt x="211071" y="76835"/>
                  </a:lnTo>
                  <a:lnTo>
                    <a:pt x="188213" y="109093"/>
                  </a:lnTo>
                  <a:lnTo>
                    <a:pt x="166369" y="124587"/>
                  </a:lnTo>
                  <a:lnTo>
                    <a:pt x="171323" y="129159"/>
                  </a:lnTo>
                  <a:lnTo>
                    <a:pt x="172974" y="130810"/>
                  </a:lnTo>
                  <a:lnTo>
                    <a:pt x="174751" y="132334"/>
                  </a:lnTo>
                  <a:lnTo>
                    <a:pt x="176402" y="133858"/>
                  </a:lnTo>
                  <a:lnTo>
                    <a:pt x="208661" y="106172"/>
                  </a:lnTo>
                  <a:lnTo>
                    <a:pt x="220091" y="89788"/>
                  </a:lnTo>
                  <a:lnTo>
                    <a:pt x="234695" y="89788"/>
                  </a:lnTo>
                  <a:lnTo>
                    <a:pt x="233806" y="88519"/>
                  </a:lnTo>
                  <a:lnTo>
                    <a:pt x="231076" y="83058"/>
                  </a:lnTo>
                  <a:lnTo>
                    <a:pt x="228219" y="77470"/>
                  </a:lnTo>
                  <a:lnTo>
                    <a:pt x="226822" y="71627"/>
                  </a:lnTo>
                  <a:lnTo>
                    <a:pt x="226822" y="38608"/>
                  </a:lnTo>
                  <a:close/>
                </a:path>
                <a:path w="307339" h="177165">
                  <a:moveTo>
                    <a:pt x="234695" y="89788"/>
                  </a:moveTo>
                  <a:lnTo>
                    <a:pt x="220091" y="89788"/>
                  </a:lnTo>
                  <a:lnTo>
                    <a:pt x="221869" y="93218"/>
                  </a:lnTo>
                  <a:lnTo>
                    <a:pt x="248538" y="121666"/>
                  </a:lnTo>
                  <a:lnTo>
                    <a:pt x="252730" y="125095"/>
                  </a:lnTo>
                  <a:lnTo>
                    <a:pt x="256920" y="128016"/>
                  </a:lnTo>
                  <a:lnTo>
                    <a:pt x="261444" y="130810"/>
                  </a:lnTo>
                  <a:lnTo>
                    <a:pt x="261121" y="130810"/>
                  </a:lnTo>
                  <a:lnTo>
                    <a:pt x="264287" y="127381"/>
                  </a:lnTo>
                  <a:lnTo>
                    <a:pt x="265811" y="125984"/>
                  </a:lnTo>
                  <a:lnTo>
                    <a:pt x="267462" y="124587"/>
                  </a:lnTo>
                  <a:lnTo>
                    <a:pt x="268986" y="123062"/>
                  </a:lnTo>
                  <a:lnTo>
                    <a:pt x="270275" y="121666"/>
                  </a:lnTo>
                  <a:lnTo>
                    <a:pt x="270392" y="121538"/>
                  </a:lnTo>
                  <a:lnTo>
                    <a:pt x="270733" y="121538"/>
                  </a:lnTo>
                  <a:lnTo>
                    <a:pt x="265811" y="118745"/>
                  </a:lnTo>
                  <a:lnTo>
                    <a:pt x="260985" y="115443"/>
                  </a:lnTo>
                  <a:lnTo>
                    <a:pt x="255905" y="111506"/>
                  </a:lnTo>
                  <a:lnTo>
                    <a:pt x="250994" y="107823"/>
                  </a:lnTo>
                  <a:lnTo>
                    <a:pt x="249170" y="106172"/>
                  </a:lnTo>
                  <a:lnTo>
                    <a:pt x="245999" y="103250"/>
                  </a:lnTo>
                  <a:lnTo>
                    <a:pt x="237362" y="93599"/>
                  </a:lnTo>
                  <a:lnTo>
                    <a:pt x="234695" y="89788"/>
                  </a:lnTo>
                  <a:close/>
                </a:path>
                <a:path w="307339" h="177165">
                  <a:moveTo>
                    <a:pt x="268350" y="26924"/>
                  </a:moveTo>
                  <a:lnTo>
                    <a:pt x="170814" y="26924"/>
                  </a:lnTo>
                  <a:lnTo>
                    <a:pt x="170814" y="38608"/>
                  </a:lnTo>
                  <a:lnTo>
                    <a:pt x="268350" y="38608"/>
                  </a:lnTo>
                  <a:lnTo>
                    <a:pt x="268350" y="26924"/>
                  </a:lnTo>
                  <a:close/>
                </a:path>
                <a:path w="307339" h="177165">
                  <a:moveTo>
                    <a:pt x="226822" y="4952"/>
                  </a:moveTo>
                  <a:lnTo>
                    <a:pt x="212344" y="4952"/>
                  </a:lnTo>
                  <a:lnTo>
                    <a:pt x="212344" y="26924"/>
                  </a:lnTo>
                  <a:lnTo>
                    <a:pt x="226822" y="26924"/>
                  </a:lnTo>
                  <a:lnTo>
                    <a:pt x="226822" y="4952"/>
                  </a:lnTo>
                  <a:close/>
                </a:path>
                <a:path w="307339" h="177165">
                  <a:moveTo>
                    <a:pt x="88392" y="28448"/>
                  </a:moveTo>
                  <a:lnTo>
                    <a:pt x="72262" y="28448"/>
                  </a:lnTo>
                  <a:lnTo>
                    <a:pt x="72262" y="32004"/>
                  </a:lnTo>
                  <a:lnTo>
                    <a:pt x="70231" y="35560"/>
                  </a:lnTo>
                  <a:lnTo>
                    <a:pt x="66167" y="38862"/>
                  </a:lnTo>
                  <a:lnTo>
                    <a:pt x="62102" y="42291"/>
                  </a:lnTo>
                  <a:lnTo>
                    <a:pt x="57023" y="45338"/>
                  </a:lnTo>
                  <a:lnTo>
                    <a:pt x="18668" y="59182"/>
                  </a:lnTo>
                  <a:lnTo>
                    <a:pt x="12239" y="60325"/>
                  </a:lnTo>
                  <a:lnTo>
                    <a:pt x="13044" y="60325"/>
                  </a:lnTo>
                  <a:lnTo>
                    <a:pt x="14224" y="61975"/>
                  </a:lnTo>
                  <a:lnTo>
                    <a:pt x="15367" y="63754"/>
                  </a:lnTo>
                  <a:lnTo>
                    <a:pt x="16510" y="65659"/>
                  </a:lnTo>
                  <a:lnTo>
                    <a:pt x="17652" y="67437"/>
                  </a:lnTo>
                  <a:lnTo>
                    <a:pt x="19938" y="71247"/>
                  </a:lnTo>
                  <a:lnTo>
                    <a:pt x="25145" y="70231"/>
                  </a:lnTo>
                  <a:lnTo>
                    <a:pt x="30733" y="68707"/>
                  </a:lnTo>
                  <a:lnTo>
                    <a:pt x="68961" y="51943"/>
                  </a:lnTo>
                  <a:lnTo>
                    <a:pt x="73660" y="49022"/>
                  </a:lnTo>
                  <a:lnTo>
                    <a:pt x="77343" y="45974"/>
                  </a:lnTo>
                  <a:lnTo>
                    <a:pt x="80010" y="42672"/>
                  </a:lnTo>
                  <a:lnTo>
                    <a:pt x="99157" y="42672"/>
                  </a:lnTo>
                  <a:lnTo>
                    <a:pt x="88137" y="30861"/>
                  </a:lnTo>
                  <a:lnTo>
                    <a:pt x="88392" y="28448"/>
                  </a:lnTo>
                  <a:close/>
                </a:path>
                <a:path w="307339" h="177165">
                  <a:moveTo>
                    <a:pt x="99157" y="42672"/>
                  </a:moveTo>
                  <a:lnTo>
                    <a:pt x="80010" y="42672"/>
                  </a:lnTo>
                  <a:lnTo>
                    <a:pt x="82250" y="45338"/>
                  </a:lnTo>
                  <a:lnTo>
                    <a:pt x="82831" y="45974"/>
                  </a:lnTo>
                  <a:lnTo>
                    <a:pt x="86232" y="48768"/>
                  </a:lnTo>
                  <a:lnTo>
                    <a:pt x="90931" y="51688"/>
                  </a:lnTo>
                  <a:lnTo>
                    <a:pt x="95504" y="54610"/>
                  </a:lnTo>
                  <a:lnTo>
                    <a:pt x="135255" y="69976"/>
                  </a:lnTo>
                  <a:lnTo>
                    <a:pt x="140462" y="70866"/>
                  </a:lnTo>
                  <a:lnTo>
                    <a:pt x="141731" y="69214"/>
                  </a:lnTo>
                  <a:lnTo>
                    <a:pt x="147447" y="60960"/>
                  </a:lnTo>
                  <a:lnTo>
                    <a:pt x="144272" y="60325"/>
                  </a:lnTo>
                  <a:lnTo>
                    <a:pt x="140588" y="59436"/>
                  </a:lnTo>
                  <a:lnTo>
                    <a:pt x="101981" y="44450"/>
                  </a:lnTo>
                  <a:lnTo>
                    <a:pt x="99157" y="42672"/>
                  </a:lnTo>
                  <a:close/>
                </a:path>
                <a:path w="307339" h="177165">
                  <a:moveTo>
                    <a:pt x="139826" y="17018"/>
                  </a:moveTo>
                  <a:lnTo>
                    <a:pt x="21081" y="17018"/>
                  </a:lnTo>
                  <a:lnTo>
                    <a:pt x="21081" y="28448"/>
                  </a:lnTo>
                  <a:lnTo>
                    <a:pt x="139826" y="28448"/>
                  </a:lnTo>
                  <a:lnTo>
                    <a:pt x="139826" y="17018"/>
                  </a:lnTo>
                  <a:close/>
                </a:path>
                <a:path w="307339" h="177165">
                  <a:moveTo>
                    <a:pt x="87375" y="0"/>
                  </a:moveTo>
                  <a:lnTo>
                    <a:pt x="73151" y="0"/>
                  </a:lnTo>
                  <a:lnTo>
                    <a:pt x="73151" y="17018"/>
                  </a:lnTo>
                  <a:lnTo>
                    <a:pt x="87375" y="17018"/>
                  </a:lnTo>
                  <a:lnTo>
                    <a:pt x="873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7776" y="1216278"/>
              <a:ext cx="310261" cy="180086"/>
            </a:xfrm>
            <a:prstGeom prst="rect">
              <a:avLst/>
            </a:prstGeom>
          </p:spPr>
        </p:pic>
      </p:grpSp>
      <p:pic>
        <p:nvPicPr>
          <p:cNvPr id="8" name="object 8" descr="A starry night sky  Description automatically generated with medium confidence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412" y="1773935"/>
            <a:ext cx="283463" cy="2834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6822" y="1769872"/>
            <a:ext cx="693166" cy="263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4436" y="2148204"/>
            <a:ext cx="1166710" cy="1734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79092" y="2148204"/>
            <a:ext cx="465708" cy="1729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8462" y="2452751"/>
            <a:ext cx="421855" cy="15011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35392" y="2447289"/>
            <a:ext cx="5958319" cy="1563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8462" y="2699639"/>
            <a:ext cx="2340229" cy="15062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8462" y="2939288"/>
            <a:ext cx="3931920" cy="16230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45278" y="2946526"/>
            <a:ext cx="740664" cy="14833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473695" y="1724914"/>
            <a:ext cx="4076065" cy="4016375"/>
            <a:chOff x="7473695" y="1724914"/>
            <a:chExt cx="4076065" cy="4016375"/>
          </a:xfrm>
        </p:grpSpPr>
        <p:pic>
          <p:nvPicPr>
            <p:cNvPr id="18" name="object 18" descr="A starry night sky  Description automatically generated with medium confidence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46589" y="2799588"/>
              <a:ext cx="2002832" cy="2934919"/>
            </a:xfrm>
            <a:prstGeom prst="rect">
              <a:avLst/>
            </a:prstGeom>
          </p:spPr>
        </p:pic>
        <p:pic>
          <p:nvPicPr>
            <p:cNvPr id="19" name="object 19" descr="A starry night sky  Description automatically generated with medium confidence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73695" y="1724914"/>
              <a:ext cx="2029147" cy="4015994"/>
            </a:xfrm>
            <a:prstGeom prst="rect">
              <a:avLst/>
            </a:prstGeom>
          </p:spPr>
        </p:pic>
        <p:pic>
          <p:nvPicPr>
            <p:cNvPr id="20" name="object 20" descr="A starry night sky  Description automatically generated with medium confidence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27209" y="1725247"/>
              <a:ext cx="1851279" cy="197007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84971" y="3572129"/>
              <a:ext cx="594868" cy="22682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4444" y="4078605"/>
              <a:ext cx="587882" cy="22682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897617" y="2661285"/>
              <a:ext cx="575310" cy="224154"/>
            </a:xfrm>
            <a:custGeom>
              <a:avLst/>
              <a:gdLst/>
              <a:ahLst/>
              <a:cxnLst/>
              <a:rect l="l" t="t" r="r" b="b"/>
              <a:pathLst>
                <a:path w="575309" h="224155">
                  <a:moveTo>
                    <a:pt x="526414" y="87249"/>
                  </a:moveTo>
                  <a:lnTo>
                    <a:pt x="505579" y="91489"/>
                  </a:lnTo>
                  <a:lnTo>
                    <a:pt x="490696" y="104219"/>
                  </a:lnTo>
                  <a:lnTo>
                    <a:pt x="481766" y="125450"/>
                  </a:lnTo>
                  <a:lnTo>
                    <a:pt x="478789" y="155193"/>
                  </a:lnTo>
                  <a:lnTo>
                    <a:pt x="479575" y="170866"/>
                  </a:lnTo>
                  <a:lnTo>
                    <a:pt x="498197" y="213808"/>
                  </a:lnTo>
                  <a:lnTo>
                    <a:pt x="515846" y="222702"/>
                  </a:lnTo>
                  <a:lnTo>
                    <a:pt x="516141" y="222702"/>
                  </a:lnTo>
                  <a:lnTo>
                    <a:pt x="526414" y="223774"/>
                  </a:lnTo>
                  <a:lnTo>
                    <a:pt x="562482" y="206628"/>
                  </a:lnTo>
                  <a:lnTo>
                    <a:pt x="566470" y="199516"/>
                  </a:lnTo>
                  <a:lnTo>
                    <a:pt x="519937" y="199516"/>
                  </a:lnTo>
                  <a:lnTo>
                    <a:pt x="515111" y="195834"/>
                  </a:lnTo>
                  <a:lnTo>
                    <a:pt x="507873" y="155193"/>
                  </a:lnTo>
                  <a:lnTo>
                    <a:pt x="508136" y="144859"/>
                  </a:lnTo>
                  <a:lnTo>
                    <a:pt x="519937" y="111632"/>
                  </a:lnTo>
                  <a:lnTo>
                    <a:pt x="566028" y="111632"/>
                  </a:lnTo>
                  <a:lnTo>
                    <a:pt x="562101" y="104775"/>
                  </a:lnTo>
                  <a:lnTo>
                    <a:pt x="555079" y="97107"/>
                  </a:lnTo>
                  <a:lnTo>
                    <a:pt x="546782" y="91630"/>
                  </a:lnTo>
                  <a:lnTo>
                    <a:pt x="537223" y="88344"/>
                  </a:lnTo>
                  <a:lnTo>
                    <a:pt x="526414" y="87249"/>
                  </a:lnTo>
                  <a:close/>
                </a:path>
                <a:path w="575309" h="224155">
                  <a:moveTo>
                    <a:pt x="530605" y="3175"/>
                  </a:moveTo>
                  <a:lnTo>
                    <a:pt x="501776" y="3175"/>
                  </a:lnTo>
                  <a:lnTo>
                    <a:pt x="381000" y="220725"/>
                  </a:lnTo>
                  <a:lnTo>
                    <a:pt x="409828" y="220725"/>
                  </a:lnTo>
                  <a:lnTo>
                    <a:pt x="530605" y="3175"/>
                  </a:lnTo>
                  <a:close/>
                </a:path>
                <a:path w="575309" h="224155">
                  <a:moveTo>
                    <a:pt x="566028" y="111632"/>
                  </a:moveTo>
                  <a:lnTo>
                    <a:pt x="526414" y="111632"/>
                  </a:lnTo>
                  <a:lnTo>
                    <a:pt x="534935" y="114367"/>
                  </a:lnTo>
                  <a:lnTo>
                    <a:pt x="541051" y="122554"/>
                  </a:lnTo>
                  <a:lnTo>
                    <a:pt x="544578" y="135580"/>
                  </a:lnTo>
                  <a:lnTo>
                    <a:pt x="544679" y="135953"/>
                  </a:lnTo>
                  <a:lnTo>
                    <a:pt x="544769" y="136651"/>
                  </a:lnTo>
                  <a:lnTo>
                    <a:pt x="545973" y="155193"/>
                  </a:lnTo>
                  <a:lnTo>
                    <a:pt x="544728" y="174640"/>
                  </a:lnTo>
                  <a:lnTo>
                    <a:pt x="541040" y="188467"/>
                  </a:lnTo>
                  <a:lnTo>
                    <a:pt x="534935" y="196752"/>
                  </a:lnTo>
                  <a:lnTo>
                    <a:pt x="526414" y="199516"/>
                  </a:lnTo>
                  <a:lnTo>
                    <a:pt x="566470" y="199516"/>
                  </a:lnTo>
                  <a:lnTo>
                    <a:pt x="567890" y="196984"/>
                  </a:lnTo>
                  <a:lnTo>
                    <a:pt x="571738" y="185197"/>
                  </a:lnTo>
                  <a:lnTo>
                    <a:pt x="574038" y="171267"/>
                  </a:lnTo>
                  <a:lnTo>
                    <a:pt x="574801" y="155193"/>
                  </a:lnTo>
                  <a:lnTo>
                    <a:pt x="574014" y="139743"/>
                  </a:lnTo>
                  <a:lnTo>
                    <a:pt x="571788" y="127007"/>
                  </a:lnTo>
                  <a:lnTo>
                    <a:pt x="571722" y="126632"/>
                  </a:lnTo>
                  <a:lnTo>
                    <a:pt x="571642" y="126174"/>
                  </a:lnTo>
                  <a:lnTo>
                    <a:pt x="567676" y="114510"/>
                  </a:lnTo>
                  <a:lnTo>
                    <a:pt x="566028" y="111632"/>
                  </a:lnTo>
                  <a:close/>
                </a:path>
                <a:path w="575309" h="224155">
                  <a:moveTo>
                    <a:pt x="384555" y="0"/>
                  </a:moveTo>
                  <a:lnTo>
                    <a:pt x="363793" y="4260"/>
                  </a:lnTo>
                  <a:lnTo>
                    <a:pt x="348948" y="17033"/>
                  </a:lnTo>
                  <a:lnTo>
                    <a:pt x="340032" y="38308"/>
                  </a:lnTo>
                  <a:lnTo>
                    <a:pt x="337057" y="68072"/>
                  </a:lnTo>
                  <a:lnTo>
                    <a:pt x="337841" y="83617"/>
                  </a:lnTo>
                  <a:lnTo>
                    <a:pt x="340155" y="97107"/>
                  </a:lnTo>
                  <a:lnTo>
                    <a:pt x="340185" y="97281"/>
                  </a:lnTo>
                  <a:lnTo>
                    <a:pt x="364553" y="132191"/>
                  </a:lnTo>
                  <a:lnTo>
                    <a:pt x="374063" y="135580"/>
                  </a:lnTo>
                  <a:lnTo>
                    <a:pt x="374369" y="135580"/>
                  </a:lnTo>
                  <a:lnTo>
                    <a:pt x="384555" y="136651"/>
                  </a:lnTo>
                  <a:lnTo>
                    <a:pt x="420877" y="119506"/>
                  </a:lnTo>
                  <a:lnTo>
                    <a:pt x="424852" y="112267"/>
                  </a:lnTo>
                  <a:lnTo>
                    <a:pt x="378078" y="112267"/>
                  </a:lnTo>
                  <a:lnTo>
                    <a:pt x="373379" y="108585"/>
                  </a:lnTo>
                  <a:lnTo>
                    <a:pt x="370458" y="101345"/>
                  </a:lnTo>
                  <a:lnTo>
                    <a:pt x="368552" y="95222"/>
                  </a:lnTo>
                  <a:lnTo>
                    <a:pt x="367321" y="88344"/>
                  </a:lnTo>
                  <a:lnTo>
                    <a:pt x="367204" y="87693"/>
                  </a:lnTo>
                  <a:lnTo>
                    <a:pt x="366404" y="78736"/>
                  </a:lnTo>
                  <a:lnTo>
                    <a:pt x="366140" y="68325"/>
                  </a:lnTo>
                  <a:lnTo>
                    <a:pt x="366404" y="57969"/>
                  </a:lnTo>
                  <a:lnTo>
                    <a:pt x="378078" y="24384"/>
                  </a:lnTo>
                  <a:lnTo>
                    <a:pt x="424279" y="24384"/>
                  </a:lnTo>
                  <a:lnTo>
                    <a:pt x="420497" y="17652"/>
                  </a:lnTo>
                  <a:lnTo>
                    <a:pt x="413541" y="9965"/>
                  </a:lnTo>
                  <a:lnTo>
                    <a:pt x="405241" y="4444"/>
                  </a:lnTo>
                  <a:lnTo>
                    <a:pt x="395583" y="1115"/>
                  </a:lnTo>
                  <a:lnTo>
                    <a:pt x="384555" y="0"/>
                  </a:lnTo>
                  <a:close/>
                </a:path>
                <a:path w="575309" h="224155">
                  <a:moveTo>
                    <a:pt x="424279" y="24384"/>
                  </a:moveTo>
                  <a:lnTo>
                    <a:pt x="384555" y="24384"/>
                  </a:lnTo>
                  <a:lnTo>
                    <a:pt x="393150" y="27142"/>
                  </a:lnTo>
                  <a:lnTo>
                    <a:pt x="399303" y="35401"/>
                  </a:lnTo>
                  <a:lnTo>
                    <a:pt x="402969" y="49006"/>
                  </a:lnTo>
                  <a:lnTo>
                    <a:pt x="403004" y="49137"/>
                  </a:lnTo>
                  <a:lnTo>
                    <a:pt x="404224" y="68072"/>
                  </a:lnTo>
                  <a:lnTo>
                    <a:pt x="393150" y="109527"/>
                  </a:lnTo>
                  <a:lnTo>
                    <a:pt x="384555" y="112267"/>
                  </a:lnTo>
                  <a:lnTo>
                    <a:pt x="424852" y="112267"/>
                  </a:lnTo>
                  <a:lnTo>
                    <a:pt x="426211" y="109791"/>
                  </a:lnTo>
                  <a:lnTo>
                    <a:pt x="430021" y="97980"/>
                  </a:lnTo>
                  <a:lnTo>
                    <a:pt x="432307" y="84074"/>
                  </a:lnTo>
                  <a:lnTo>
                    <a:pt x="433057" y="68325"/>
                  </a:lnTo>
                  <a:lnTo>
                    <a:pt x="433070" y="68072"/>
                  </a:lnTo>
                  <a:lnTo>
                    <a:pt x="432284" y="52639"/>
                  </a:lnTo>
                  <a:lnTo>
                    <a:pt x="429926" y="39100"/>
                  </a:lnTo>
                  <a:lnTo>
                    <a:pt x="425997" y="27441"/>
                  </a:lnTo>
                  <a:lnTo>
                    <a:pt x="424279" y="24384"/>
                  </a:lnTo>
                  <a:close/>
                </a:path>
                <a:path w="575309" h="224155">
                  <a:moveTo>
                    <a:pt x="268858" y="380"/>
                  </a:moveTo>
                  <a:lnTo>
                    <a:pt x="223353" y="8358"/>
                  </a:lnTo>
                  <a:lnTo>
                    <a:pt x="190849" y="32289"/>
                  </a:lnTo>
                  <a:lnTo>
                    <a:pt x="171346" y="72175"/>
                  </a:lnTo>
                  <a:lnTo>
                    <a:pt x="164846" y="128015"/>
                  </a:lnTo>
                  <a:lnTo>
                    <a:pt x="165304" y="139318"/>
                  </a:lnTo>
                  <a:lnTo>
                    <a:pt x="165378" y="141150"/>
                  </a:lnTo>
                  <a:lnTo>
                    <a:pt x="165437" y="142593"/>
                  </a:lnTo>
                  <a:lnTo>
                    <a:pt x="167088" y="155231"/>
                  </a:lnTo>
                  <a:lnTo>
                    <a:pt x="167195" y="156051"/>
                  </a:lnTo>
                  <a:lnTo>
                    <a:pt x="185451" y="198659"/>
                  </a:lnTo>
                  <a:lnTo>
                    <a:pt x="219535" y="220932"/>
                  </a:lnTo>
                  <a:lnTo>
                    <a:pt x="241426" y="223774"/>
                  </a:lnTo>
                  <a:lnTo>
                    <a:pt x="257046" y="222515"/>
                  </a:lnTo>
                  <a:lnTo>
                    <a:pt x="270938" y="218757"/>
                  </a:lnTo>
                  <a:lnTo>
                    <a:pt x="283092" y="212522"/>
                  </a:lnTo>
                  <a:lnTo>
                    <a:pt x="293497" y="203835"/>
                  </a:lnTo>
                  <a:lnTo>
                    <a:pt x="300509" y="194817"/>
                  </a:lnTo>
                  <a:lnTo>
                    <a:pt x="240791" y="194817"/>
                  </a:lnTo>
                  <a:lnTo>
                    <a:pt x="232318" y="193932"/>
                  </a:lnTo>
                  <a:lnTo>
                    <a:pt x="203136" y="164480"/>
                  </a:lnTo>
                  <a:lnTo>
                    <a:pt x="200278" y="145161"/>
                  </a:lnTo>
                  <a:lnTo>
                    <a:pt x="200278" y="139318"/>
                  </a:lnTo>
                  <a:lnTo>
                    <a:pt x="227202" y="111505"/>
                  </a:lnTo>
                  <a:lnTo>
                    <a:pt x="234060" y="109854"/>
                  </a:lnTo>
                  <a:lnTo>
                    <a:pt x="302965" y="109854"/>
                  </a:lnTo>
                  <a:lnTo>
                    <a:pt x="301310" y="107568"/>
                  </a:lnTo>
                  <a:lnTo>
                    <a:pt x="198754" y="107568"/>
                  </a:lnTo>
                  <a:lnTo>
                    <a:pt x="200462" y="88900"/>
                  </a:lnTo>
                  <a:lnTo>
                    <a:pt x="200517" y="88306"/>
                  </a:lnTo>
                  <a:lnTo>
                    <a:pt x="217804" y="47498"/>
                  </a:lnTo>
                  <a:lnTo>
                    <a:pt x="253970" y="29888"/>
                  </a:lnTo>
                  <a:lnTo>
                    <a:pt x="270382" y="28701"/>
                  </a:lnTo>
                  <a:lnTo>
                    <a:pt x="296545" y="28701"/>
                  </a:lnTo>
                  <a:lnTo>
                    <a:pt x="296545" y="2793"/>
                  </a:lnTo>
                  <a:lnTo>
                    <a:pt x="290593" y="1720"/>
                  </a:lnTo>
                  <a:lnTo>
                    <a:pt x="283987" y="968"/>
                  </a:lnTo>
                  <a:lnTo>
                    <a:pt x="276738" y="525"/>
                  </a:lnTo>
                  <a:lnTo>
                    <a:pt x="268858" y="380"/>
                  </a:lnTo>
                  <a:close/>
                </a:path>
                <a:path w="575309" h="224155">
                  <a:moveTo>
                    <a:pt x="302965" y="109854"/>
                  </a:moveTo>
                  <a:lnTo>
                    <a:pt x="241680" y="109854"/>
                  </a:lnTo>
                  <a:lnTo>
                    <a:pt x="250253" y="110521"/>
                  </a:lnTo>
                  <a:lnTo>
                    <a:pt x="257682" y="112522"/>
                  </a:lnTo>
                  <a:lnTo>
                    <a:pt x="278240" y="149732"/>
                  </a:lnTo>
                  <a:lnTo>
                    <a:pt x="278256" y="149987"/>
                  </a:lnTo>
                  <a:lnTo>
                    <a:pt x="263098" y="188335"/>
                  </a:lnTo>
                  <a:lnTo>
                    <a:pt x="240791" y="194817"/>
                  </a:lnTo>
                  <a:lnTo>
                    <a:pt x="300509" y="194817"/>
                  </a:lnTo>
                  <a:lnTo>
                    <a:pt x="312655" y="149987"/>
                  </a:lnTo>
                  <a:lnTo>
                    <a:pt x="312674" y="149732"/>
                  </a:lnTo>
                  <a:lnTo>
                    <a:pt x="303411" y="110521"/>
                  </a:lnTo>
                  <a:lnTo>
                    <a:pt x="303351" y="110388"/>
                  </a:lnTo>
                  <a:lnTo>
                    <a:pt x="302965" y="109854"/>
                  </a:lnTo>
                  <a:close/>
                </a:path>
                <a:path w="575309" h="224155">
                  <a:moveTo>
                    <a:pt x="249935" y="82295"/>
                  </a:moveTo>
                  <a:lnTo>
                    <a:pt x="208994" y="96900"/>
                  </a:lnTo>
                  <a:lnTo>
                    <a:pt x="200532" y="107568"/>
                  </a:lnTo>
                  <a:lnTo>
                    <a:pt x="301310" y="107568"/>
                  </a:lnTo>
                  <a:lnTo>
                    <a:pt x="263963" y="83437"/>
                  </a:lnTo>
                  <a:lnTo>
                    <a:pt x="249935" y="82295"/>
                  </a:lnTo>
                  <a:close/>
                </a:path>
                <a:path w="575309" h="224155">
                  <a:moveTo>
                    <a:pt x="296545" y="28701"/>
                  </a:moveTo>
                  <a:lnTo>
                    <a:pt x="270382" y="28701"/>
                  </a:lnTo>
                  <a:lnTo>
                    <a:pt x="277596" y="28914"/>
                  </a:lnTo>
                  <a:lnTo>
                    <a:pt x="284368" y="29543"/>
                  </a:lnTo>
                  <a:lnTo>
                    <a:pt x="290689" y="30577"/>
                  </a:lnTo>
                  <a:lnTo>
                    <a:pt x="296545" y="32003"/>
                  </a:lnTo>
                  <a:lnTo>
                    <a:pt x="296545" y="28701"/>
                  </a:lnTo>
                  <a:close/>
                </a:path>
                <a:path w="575309" h="224155">
                  <a:moveTo>
                    <a:pt x="93217" y="40386"/>
                  </a:moveTo>
                  <a:lnTo>
                    <a:pt x="59435" y="40386"/>
                  </a:lnTo>
                  <a:lnTo>
                    <a:pt x="58935" y="48385"/>
                  </a:lnTo>
                  <a:lnTo>
                    <a:pt x="58595" y="57261"/>
                  </a:lnTo>
                  <a:lnTo>
                    <a:pt x="58364" y="68335"/>
                  </a:lnTo>
                  <a:lnTo>
                    <a:pt x="58292" y="220725"/>
                  </a:lnTo>
                  <a:lnTo>
                    <a:pt x="93217" y="220725"/>
                  </a:lnTo>
                  <a:lnTo>
                    <a:pt x="93217" y="40386"/>
                  </a:lnTo>
                  <a:close/>
                </a:path>
                <a:path w="575309" h="224155">
                  <a:moveTo>
                    <a:pt x="93217" y="3175"/>
                  </a:moveTo>
                  <a:lnTo>
                    <a:pt x="64007" y="3175"/>
                  </a:lnTo>
                  <a:lnTo>
                    <a:pt x="0" y="53466"/>
                  </a:lnTo>
                  <a:lnTo>
                    <a:pt x="17652" y="75691"/>
                  </a:lnTo>
                  <a:lnTo>
                    <a:pt x="47103" y="51599"/>
                  </a:lnTo>
                  <a:lnTo>
                    <a:pt x="50906" y="48385"/>
                  </a:lnTo>
                  <a:lnTo>
                    <a:pt x="54355" y="45338"/>
                  </a:lnTo>
                  <a:lnTo>
                    <a:pt x="57150" y="42799"/>
                  </a:lnTo>
                  <a:lnTo>
                    <a:pt x="59435" y="40386"/>
                  </a:lnTo>
                  <a:lnTo>
                    <a:pt x="93217" y="40386"/>
                  </a:lnTo>
                  <a:lnTo>
                    <a:pt x="93217" y="31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97896" y="2664460"/>
              <a:ext cx="374650" cy="220979"/>
            </a:xfrm>
            <a:custGeom>
              <a:avLst/>
              <a:gdLst/>
              <a:ahLst/>
              <a:cxnLst/>
              <a:rect l="l" t="t" r="r" b="b"/>
              <a:pathLst>
                <a:path w="374650" h="220980">
                  <a:moveTo>
                    <a:pt x="326135" y="108457"/>
                  </a:moveTo>
                  <a:lnTo>
                    <a:pt x="319658" y="108457"/>
                  </a:lnTo>
                  <a:lnTo>
                    <a:pt x="314832" y="112013"/>
                  </a:lnTo>
                  <a:lnTo>
                    <a:pt x="307594" y="152018"/>
                  </a:lnTo>
                  <a:lnTo>
                    <a:pt x="307857" y="162450"/>
                  </a:lnTo>
                  <a:lnTo>
                    <a:pt x="319658" y="196341"/>
                  </a:lnTo>
                  <a:lnTo>
                    <a:pt x="326135" y="196341"/>
                  </a:lnTo>
                  <a:lnTo>
                    <a:pt x="334656" y="193577"/>
                  </a:lnTo>
                  <a:lnTo>
                    <a:pt x="340772" y="185277"/>
                  </a:lnTo>
                  <a:lnTo>
                    <a:pt x="344459" y="171428"/>
                  </a:lnTo>
                  <a:lnTo>
                    <a:pt x="345694" y="152018"/>
                  </a:lnTo>
                  <a:lnTo>
                    <a:pt x="344459" y="132996"/>
                  </a:lnTo>
                  <a:lnTo>
                    <a:pt x="340772" y="119379"/>
                  </a:lnTo>
                  <a:lnTo>
                    <a:pt x="334656" y="111192"/>
                  </a:lnTo>
                  <a:lnTo>
                    <a:pt x="326135" y="108457"/>
                  </a:lnTo>
                  <a:close/>
                </a:path>
                <a:path w="374650" h="220980">
                  <a:moveTo>
                    <a:pt x="41401" y="106679"/>
                  </a:moveTo>
                  <a:lnTo>
                    <a:pt x="33781" y="106679"/>
                  </a:lnTo>
                  <a:lnTo>
                    <a:pt x="26924" y="108330"/>
                  </a:lnTo>
                  <a:lnTo>
                    <a:pt x="0" y="136143"/>
                  </a:lnTo>
                  <a:lnTo>
                    <a:pt x="0" y="141986"/>
                  </a:lnTo>
                  <a:lnTo>
                    <a:pt x="17474" y="183606"/>
                  </a:lnTo>
                  <a:lnTo>
                    <a:pt x="40512" y="191642"/>
                  </a:lnTo>
                  <a:lnTo>
                    <a:pt x="48964" y="190926"/>
                  </a:lnTo>
                  <a:lnTo>
                    <a:pt x="77378" y="157029"/>
                  </a:lnTo>
                  <a:lnTo>
                    <a:pt x="77977" y="146812"/>
                  </a:lnTo>
                  <a:lnTo>
                    <a:pt x="77406" y="137975"/>
                  </a:lnTo>
                  <a:lnTo>
                    <a:pt x="49974" y="107346"/>
                  </a:lnTo>
                  <a:lnTo>
                    <a:pt x="41401" y="106679"/>
                  </a:lnTo>
                  <a:close/>
                </a:path>
                <a:path w="374650" h="220980">
                  <a:moveTo>
                    <a:pt x="326135" y="84074"/>
                  </a:moveTo>
                  <a:lnTo>
                    <a:pt x="361823" y="101600"/>
                  </a:lnTo>
                  <a:lnTo>
                    <a:pt x="374523" y="152018"/>
                  </a:lnTo>
                  <a:lnTo>
                    <a:pt x="373759" y="168092"/>
                  </a:lnTo>
                  <a:lnTo>
                    <a:pt x="355300" y="210954"/>
                  </a:lnTo>
                  <a:lnTo>
                    <a:pt x="326135" y="220599"/>
                  </a:lnTo>
                  <a:lnTo>
                    <a:pt x="315444" y="219483"/>
                  </a:lnTo>
                  <a:lnTo>
                    <a:pt x="285583" y="193131"/>
                  </a:lnTo>
                  <a:lnTo>
                    <a:pt x="278510" y="152018"/>
                  </a:lnTo>
                  <a:lnTo>
                    <a:pt x="281487" y="122275"/>
                  </a:lnTo>
                  <a:lnTo>
                    <a:pt x="290417" y="101044"/>
                  </a:lnTo>
                  <a:lnTo>
                    <a:pt x="305300" y="88314"/>
                  </a:lnTo>
                  <a:lnTo>
                    <a:pt x="326135" y="84074"/>
                  </a:lnTo>
                  <a:close/>
                </a:path>
                <a:path w="374650" h="220980">
                  <a:moveTo>
                    <a:pt x="184276" y="21209"/>
                  </a:moveTo>
                  <a:lnTo>
                    <a:pt x="177800" y="21209"/>
                  </a:lnTo>
                  <a:lnTo>
                    <a:pt x="173100" y="24891"/>
                  </a:lnTo>
                  <a:lnTo>
                    <a:pt x="165861" y="65150"/>
                  </a:lnTo>
                  <a:lnTo>
                    <a:pt x="166125" y="75561"/>
                  </a:lnTo>
                  <a:lnTo>
                    <a:pt x="177800" y="109092"/>
                  </a:lnTo>
                  <a:lnTo>
                    <a:pt x="184276" y="109092"/>
                  </a:lnTo>
                  <a:lnTo>
                    <a:pt x="192871" y="106352"/>
                  </a:lnTo>
                  <a:lnTo>
                    <a:pt x="199024" y="98123"/>
                  </a:lnTo>
                  <a:lnTo>
                    <a:pt x="202725" y="84393"/>
                  </a:lnTo>
                  <a:lnTo>
                    <a:pt x="203961" y="65150"/>
                  </a:lnTo>
                  <a:lnTo>
                    <a:pt x="202725" y="45962"/>
                  </a:lnTo>
                  <a:lnTo>
                    <a:pt x="199024" y="32226"/>
                  </a:lnTo>
                  <a:lnTo>
                    <a:pt x="192871" y="23967"/>
                  </a:lnTo>
                  <a:lnTo>
                    <a:pt x="184276" y="21209"/>
                  </a:lnTo>
                  <a:close/>
                </a:path>
                <a:path w="374650" h="220980">
                  <a:moveTo>
                    <a:pt x="301498" y="0"/>
                  </a:moveTo>
                  <a:lnTo>
                    <a:pt x="330326" y="0"/>
                  </a:lnTo>
                  <a:lnTo>
                    <a:pt x="209550" y="217550"/>
                  </a:lnTo>
                  <a:lnTo>
                    <a:pt x="180721" y="217550"/>
                  </a:lnTo>
                  <a:lnTo>
                    <a:pt x="301498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96093" y="2662936"/>
              <a:ext cx="96265" cy="2205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0062463" y="2661285"/>
              <a:ext cx="268605" cy="224154"/>
            </a:xfrm>
            <a:custGeom>
              <a:avLst/>
              <a:gdLst/>
              <a:ahLst/>
              <a:cxnLst/>
              <a:rect l="l" t="t" r="r" b="b"/>
              <a:pathLst>
                <a:path w="268604" h="224155">
                  <a:moveTo>
                    <a:pt x="104012" y="380"/>
                  </a:moveTo>
                  <a:lnTo>
                    <a:pt x="111892" y="525"/>
                  </a:lnTo>
                  <a:lnTo>
                    <a:pt x="119141" y="968"/>
                  </a:lnTo>
                  <a:lnTo>
                    <a:pt x="125747" y="1720"/>
                  </a:lnTo>
                  <a:lnTo>
                    <a:pt x="131699" y="2793"/>
                  </a:lnTo>
                  <a:lnTo>
                    <a:pt x="131699" y="32003"/>
                  </a:lnTo>
                  <a:lnTo>
                    <a:pt x="125843" y="30577"/>
                  </a:lnTo>
                  <a:lnTo>
                    <a:pt x="119522" y="29543"/>
                  </a:lnTo>
                  <a:lnTo>
                    <a:pt x="112750" y="28914"/>
                  </a:lnTo>
                  <a:lnTo>
                    <a:pt x="105536" y="28701"/>
                  </a:lnTo>
                  <a:lnTo>
                    <a:pt x="89124" y="29888"/>
                  </a:lnTo>
                  <a:lnTo>
                    <a:pt x="52958" y="47498"/>
                  </a:lnTo>
                  <a:lnTo>
                    <a:pt x="35671" y="88306"/>
                  </a:lnTo>
                  <a:lnTo>
                    <a:pt x="33908" y="107568"/>
                  </a:lnTo>
                  <a:lnTo>
                    <a:pt x="35686" y="107568"/>
                  </a:lnTo>
                  <a:lnTo>
                    <a:pt x="39566" y="101901"/>
                  </a:lnTo>
                  <a:lnTo>
                    <a:pt x="44148" y="96900"/>
                  </a:lnTo>
                  <a:lnTo>
                    <a:pt x="85089" y="82295"/>
                  </a:lnTo>
                  <a:lnTo>
                    <a:pt x="122219" y="92529"/>
                  </a:lnTo>
                  <a:lnTo>
                    <a:pt x="146784" y="135014"/>
                  </a:lnTo>
                  <a:lnTo>
                    <a:pt x="147827" y="149732"/>
                  </a:lnTo>
                  <a:lnTo>
                    <a:pt x="146635" y="165973"/>
                  </a:lnTo>
                  <a:lnTo>
                    <a:pt x="128650" y="203835"/>
                  </a:lnTo>
                  <a:lnTo>
                    <a:pt x="92200" y="222515"/>
                  </a:lnTo>
                  <a:lnTo>
                    <a:pt x="76580" y="223774"/>
                  </a:lnTo>
                  <a:lnTo>
                    <a:pt x="65248" y="223061"/>
                  </a:lnTo>
                  <a:lnTo>
                    <a:pt x="27773" y="206208"/>
                  </a:lnTo>
                  <a:lnTo>
                    <a:pt x="5250" y="168413"/>
                  </a:lnTo>
                  <a:lnTo>
                    <a:pt x="0" y="128015"/>
                  </a:lnTo>
                  <a:lnTo>
                    <a:pt x="6500" y="72175"/>
                  </a:lnTo>
                  <a:lnTo>
                    <a:pt x="26003" y="32289"/>
                  </a:lnTo>
                  <a:lnTo>
                    <a:pt x="58507" y="8358"/>
                  </a:lnTo>
                  <a:lnTo>
                    <a:pt x="104012" y="380"/>
                  </a:lnTo>
                  <a:close/>
                </a:path>
                <a:path w="268604" h="224155">
                  <a:moveTo>
                    <a:pt x="219709" y="0"/>
                  </a:moveTo>
                  <a:lnTo>
                    <a:pt x="255650" y="17652"/>
                  </a:lnTo>
                  <a:lnTo>
                    <a:pt x="268224" y="68072"/>
                  </a:lnTo>
                  <a:lnTo>
                    <a:pt x="267461" y="84074"/>
                  </a:lnTo>
                  <a:lnTo>
                    <a:pt x="249124" y="127007"/>
                  </a:lnTo>
                  <a:lnTo>
                    <a:pt x="219709" y="136651"/>
                  </a:lnTo>
                  <a:lnTo>
                    <a:pt x="209089" y="135534"/>
                  </a:lnTo>
                  <a:lnTo>
                    <a:pt x="179230" y="109041"/>
                  </a:lnTo>
                  <a:lnTo>
                    <a:pt x="172211" y="68072"/>
                  </a:lnTo>
                  <a:lnTo>
                    <a:pt x="175186" y="38308"/>
                  </a:lnTo>
                  <a:lnTo>
                    <a:pt x="184102" y="17033"/>
                  </a:lnTo>
                  <a:lnTo>
                    <a:pt x="198947" y="4260"/>
                  </a:lnTo>
                  <a:lnTo>
                    <a:pt x="219709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7" name="object 27" descr="A starry night sky  Description automatically generated with medium confidence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0080" y="3462528"/>
            <a:ext cx="283464" cy="284988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04963" y="3463163"/>
            <a:ext cx="685025" cy="26365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1090" y="3830954"/>
            <a:ext cx="995464" cy="18021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714500" y="3837178"/>
            <a:ext cx="465709" cy="172974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48462" y="4144645"/>
            <a:ext cx="565264" cy="14808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71650" y="4144645"/>
            <a:ext cx="1520444" cy="15024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856357" y="4144645"/>
            <a:ext cx="401066" cy="148081"/>
          </a:xfrm>
          <a:prstGeom prst="rect">
            <a:avLst/>
          </a:prstGeom>
        </p:spPr>
      </p:pic>
      <p:pic>
        <p:nvPicPr>
          <p:cNvPr id="34" name="object 34" descr="A starry night sky  Description automatically generated with medium confidence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40080" y="5172455"/>
            <a:ext cx="283464" cy="283463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1016761" y="5186553"/>
            <a:ext cx="673735" cy="264160"/>
            <a:chOff x="1016761" y="5186553"/>
            <a:chExt cx="673735" cy="264160"/>
          </a:xfrm>
        </p:grpSpPr>
        <p:sp>
          <p:nvSpPr>
            <p:cNvPr id="36" name="object 36"/>
            <p:cNvSpPr/>
            <p:nvPr/>
          </p:nvSpPr>
          <p:spPr>
            <a:xfrm>
              <a:off x="1018285" y="5188077"/>
              <a:ext cx="670560" cy="260985"/>
            </a:xfrm>
            <a:custGeom>
              <a:avLst/>
              <a:gdLst/>
              <a:ahLst/>
              <a:cxnLst/>
              <a:rect l="l" t="t" r="r" b="b"/>
              <a:pathLst>
                <a:path w="670560" h="260985">
                  <a:moveTo>
                    <a:pt x="613790" y="101600"/>
                  </a:moveTo>
                  <a:lnTo>
                    <a:pt x="589528" y="106553"/>
                  </a:lnTo>
                  <a:lnTo>
                    <a:pt x="572182" y="121412"/>
                  </a:lnTo>
                  <a:lnTo>
                    <a:pt x="561766" y="146177"/>
                  </a:lnTo>
                  <a:lnTo>
                    <a:pt x="558291" y="180848"/>
                  </a:lnTo>
                  <a:lnTo>
                    <a:pt x="559198" y="199062"/>
                  </a:lnTo>
                  <a:lnTo>
                    <a:pt x="572897" y="240157"/>
                  </a:lnTo>
                  <a:lnTo>
                    <a:pt x="601489" y="259363"/>
                  </a:lnTo>
                  <a:lnTo>
                    <a:pt x="601787" y="259363"/>
                  </a:lnTo>
                  <a:lnTo>
                    <a:pt x="613790" y="260604"/>
                  </a:lnTo>
                  <a:lnTo>
                    <a:pt x="655701" y="240665"/>
                  </a:lnTo>
                  <a:lnTo>
                    <a:pt x="660382" y="232410"/>
                  </a:lnTo>
                  <a:lnTo>
                    <a:pt x="606170" y="232410"/>
                  </a:lnTo>
                  <a:lnTo>
                    <a:pt x="600582" y="228092"/>
                  </a:lnTo>
                  <a:lnTo>
                    <a:pt x="592073" y="180848"/>
                  </a:lnTo>
                  <a:lnTo>
                    <a:pt x="592405" y="168802"/>
                  </a:lnTo>
                  <a:lnTo>
                    <a:pt x="593310" y="159258"/>
                  </a:lnTo>
                  <a:lnTo>
                    <a:pt x="593391" y="158400"/>
                  </a:lnTo>
                  <a:lnTo>
                    <a:pt x="595020" y="149665"/>
                  </a:lnTo>
                  <a:lnTo>
                    <a:pt x="597230" y="142779"/>
                  </a:lnTo>
                  <a:lnTo>
                    <a:pt x="600582" y="134239"/>
                  </a:lnTo>
                  <a:lnTo>
                    <a:pt x="606170" y="130048"/>
                  </a:lnTo>
                  <a:lnTo>
                    <a:pt x="659845" y="130048"/>
                  </a:lnTo>
                  <a:lnTo>
                    <a:pt x="655319" y="122174"/>
                  </a:lnTo>
                  <a:lnTo>
                    <a:pt x="647152" y="113172"/>
                  </a:lnTo>
                  <a:lnTo>
                    <a:pt x="637508" y="106743"/>
                  </a:lnTo>
                  <a:lnTo>
                    <a:pt x="626387" y="102885"/>
                  </a:lnTo>
                  <a:lnTo>
                    <a:pt x="613790" y="101600"/>
                  </a:lnTo>
                  <a:close/>
                </a:path>
                <a:path w="670560" h="260985">
                  <a:moveTo>
                    <a:pt x="618616" y="3683"/>
                  </a:moveTo>
                  <a:lnTo>
                    <a:pt x="584961" y="3683"/>
                  </a:lnTo>
                  <a:lnTo>
                    <a:pt x="444372" y="257175"/>
                  </a:lnTo>
                  <a:lnTo>
                    <a:pt x="478027" y="257175"/>
                  </a:lnTo>
                  <a:lnTo>
                    <a:pt x="618616" y="3683"/>
                  </a:lnTo>
                  <a:close/>
                </a:path>
                <a:path w="670560" h="260985">
                  <a:moveTo>
                    <a:pt x="659845" y="130048"/>
                  </a:moveTo>
                  <a:lnTo>
                    <a:pt x="613790" y="130048"/>
                  </a:lnTo>
                  <a:lnTo>
                    <a:pt x="623718" y="133234"/>
                  </a:lnTo>
                  <a:lnTo>
                    <a:pt x="630706" y="142621"/>
                  </a:lnTo>
                  <a:lnTo>
                    <a:pt x="636524" y="180848"/>
                  </a:lnTo>
                  <a:lnTo>
                    <a:pt x="635089" y="203454"/>
                  </a:lnTo>
                  <a:lnTo>
                    <a:pt x="631814" y="215804"/>
                  </a:lnTo>
                  <a:lnTo>
                    <a:pt x="630789" y="219583"/>
                  </a:lnTo>
                  <a:lnTo>
                    <a:pt x="623718" y="229193"/>
                  </a:lnTo>
                  <a:lnTo>
                    <a:pt x="613790" y="232410"/>
                  </a:lnTo>
                  <a:lnTo>
                    <a:pt x="660382" y="232410"/>
                  </a:lnTo>
                  <a:lnTo>
                    <a:pt x="662035" y="229496"/>
                  </a:lnTo>
                  <a:lnTo>
                    <a:pt x="666559" y="215804"/>
                  </a:lnTo>
                  <a:lnTo>
                    <a:pt x="669274" y="199588"/>
                  </a:lnTo>
                  <a:lnTo>
                    <a:pt x="670178" y="180848"/>
                  </a:lnTo>
                  <a:lnTo>
                    <a:pt x="669250" y="162821"/>
                  </a:lnTo>
                  <a:lnTo>
                    <a:pt x="666626" y="147953"/>
                  </a:lnTo>
                  <a:lnTo>
                    <a:pt x="666560" y="147577"/>
                  </a:lnTo>
                  <a:lnTo>
                    <a:pt x="666464" y="147034"/>
                  </a:lnTo>
                  <a:lnTo>
                    <a:pt x="661820" y="133484"/>
                  </a:lnTo>
                  <a:lnTo>
                    <a:pt x="659845" y="130048"/>
                  </a:lnTo>
                  <a:close/>
                </a:path>
                <a:path w="670560" h="260985">
                  <a:moveTo>
                    <a:pt x="448563" y="0"/>
                  </a:moveTo>
                  <a:lnTo>
                    <a:pt x="424374" y="4952"/>
                  </a:lnTo>
                  <a:lnTo>
                    <a:pt x="407066" y="19812"/>
                  </a:lnTo>
                  <a:lnTo>
                    <a:pt x="396664" y="44577"/>
                  </a:lnTo>
                  <a:lnTo>
                    <a:pt x="393191" y="79248"/>
                  </a:lnTo>
                  <a:lnTo>
                    <a:pt x="394096" y="97391"/>
                  </a:lnTo>
                  <a:lnTo>
                    <a:pt x="407669" y="138557"/>
                  </a:lnTo>
                  <a:lnTo>
                    <a:pt x="436266" y="157997"/>
                  </a:lnTo>
                  <a:lnTo>
                    <a:pt x="436572" y="157997"/>
                  </a:lnTo>
                  <a:lnTo>
                    <a:pt x="448563" y="159258"/>
                  </a:lnTo>
                  <a:lnTo>
                    <a:pt x="490727" y="139192"/>
                  </a:lnTo>
                  <a:lnTo>
                    <a:pt x="495396" y="130810"/>
                  </a:lnTo>
                  <a:lnTo>
                    <a:pt x="440944" y="130810"/>
                  </a:lnTo>
                  <a:lnTo>
                    <a:pt x="435482" y="126619"/>
                  </a:lnTo>
                  <a:lnTo>
                    <a:pt x="432053" y="118110"/>
                  </a:lnTo>
                  <a:lnTo>
                    <a:pt x="429887" y="110990"/>
                  </a:lnTo>
                  <a:lnTo>
                    <a:pt x="428459" y="102885"/>
                  </a:lnTo>
                  <a:lnTo>
                    <a:pt x="428339" y="102203"/>
                  </a:lnTo>
                  <a:lnTo>
                    <a:pt x="427410" y="91749"/>
                  </a:lnTo>
                  <a:lnTo>
                    <a:pt x="427100" y="79629"/>
                  </a:lnTo>
                  <a:lnTo>
                    <a:pt x="427410" y="67508"/>
                  </a:lnTo>
                  <a:lnTo>
                    <a:pt x="428319" y="57273"/>
                  </a:lnTo>
                  <a:lnTo>
                    <a:pt x="428339" y="57054"/>
                  </a:lnTo>
                  <a:lnTo>
                    <a:pt x="429887" y="48267"/>
                  </a:lnTo>
                  <a:lnTo>
                    <a:pt x="432015" y="41275"/>
                  </a:lnTo>
                  <a:lnTo>
                    <a:pt x="435482" y="32766"/>
                  </a:lnTo>
                  <a:lnTo>
                    <a:pt x="440944" y="28448"/>
                  </a:lnTo>
                  <a:lnTo>
                    <a:pt x="494906" y="28448"/>
                  </a:lnTo>
                  <a:lnTo>
                    <a:pt x="490473" y="20574"/>
                  </a:lnTo>
                  <a:lnTo>
                    <a:pt x="482353" y="11572"/>
                  </a:lnTo>
                  <a:lnTo>
                    <a:pt x="472662" y="5143"/>
                  </a:lnTo>
                  <a:lnTo>
                    <a:pt x="461398" y="1285"/>
                  </a:lnTo>
                  <a:lnTo>
                    <a:pt x="448563" y="0"/>
                  </a:lnTo>
                  <a:close/>
                </a:path>
                <a:path w="670560" h="260985">
                  <a:moveTo>
                    <a:pt x="494906" y="28448"/>
                  </a:moveTo>
                  <a:lnTo>
                    <a:pt x="448563" y="28448"/>
                  </a:lnTo>
                  <a:lnTo>
                    <a:pt x="458565" y="31658"/>
                  </a:lnTo>
                  <a:lnTo>
                    <a:pt x="465709" y="41275"/>
                  </a:lnTo>
                  <a:lnTo>
                    <a:pt x="469936" y="57054"/>
                  </a:lnTo>
                  <a:lnTo>
                    <a:pt x="469995" y="57273"/>
                  </a:lnTo>
                  <a:lnTo>
                    <a:pt x="471399" y="79248"/>
                  </a:lnTo>
                  <a:lnTo>
                    <a:pt x="465649" y="118110"/>
                  </a:lnTo>
                  <a:lnTo>
                    <a:pt x="448563" y="130810"/>
                  </a:lnTo>
                  <a:lnTo>
                    <a:pt x="495396" y="130810"/>
                  </a:lnTo>
                  <a:lnTo>
                    <a:pt x="505060" y="79629"/>
                  </a:lnTo>
                  <a:lnTo>
                    <a:pt x="505078" y="79248"/>
                  </a:lnTo>
                  <a:lnTo>
                    <a:pt x="504172" y="61293"/>
                  </a:lnTo>
                  <a:lnTo>
                    <a:pt x="501443" y="45529"/>
                  </a:lnTo>
                  <a:lnTo>
                    <a:pt x="496881" y="31956"/>
                  </a:lnTo>
                  <a:lnTo>
                    <a:pt x="494906" y="28448"/>
                  </a:lnTo>
                  <a:close/>
                </a:path>
                <a:path w="670560" h="260985">
                  <a:moveTo>
                    <a:pt x="313435" y="381"/>
                  </a:moveTo>
                  <a:lnTo>
                    <a:pt x="269823" y="6338"/>
                  </a:lnTo>
                  <a:lnTo>
                    <a:pt x="235900" y="24208"/>
                  </a:lnTo>
                  <a:lnTo>
                    <a:pt x="211666" y="53983"/>
                  </a:lnTo>
                  <a:lnTo>
                    <a:pt x="197125" y="95657"/>
                  </a:lnTo>
                  <a:lnTo>
                    <a:pt x="192289" y="149098"/>
                  </a:lnTo>
                  <a:lnTo>
                    <a:pt x="192277" y="149225"/>
                  </a:lnTo>
                  <a:lnTo>
                    <a:pt x="192802" y="162306"/>
                  </a:lnTo>
                  <a:lnTo>
                    <a:pt x="192891" y="164518"/>
                  </a:lnTo>
                  <a:lnTo>
                    <a:pt x="192956" y="166131"/>
                  </a:lnTo>
                  <a:lnTo>
                    <a:pt x="194871" y="180879"/>
                  </a:lnTo>
                  <a:lnTo>
                    <a:pt x="194991" y="181800"/>
                  </a:lnTo>
                  <a:lnTo>
                    <a:pt x="198380" y="196230"/>
                  </a:lnTo>
                  <a:lnTo>
                    <a:pt x="216279" y="231473"/>
                  </a:lnTo>
                  <a:lnTo>
                    <a:pt x="255966" y="257349"/>
                  </a:lnTo>
                  <a:lnTo>
                    <a:pt x="281431" y="260604"/>
                  </a:lnTo>
                  <a:lnTo>
                    <a:pt x="299650" y="259171"/>
                  </a:lnTo>
                  <a:lnTo>
                    <a:pt x="315833" y="254857"/>
                  </a:lnTo>
                  <a:lnTo>
                    <a:pt x="329991" y="247638"/>
                  </a:lnTo>
                  <a:lnTo>
                    <a:pt x="342138" y="237490"/>
                  </a:lnTo>
                  <a:lnTo>
                    <a:pt x="350210" y="227076"/>
                  </a:lnTo>
                  <a:lnTo>
                    <a:pt x="280669" y="227076"/>
                  </a:lnTo>
                  <a:lnTo>
                    <a:pt x="270836" y="226028"/>
                  </a:lnTo>
                  <a:lnTo>
                    <a:pt x="241011" y="201453"/>
                  </a:lnTo>
                  <a:lnTo>
                    <a:pt x="233552" y="169164"/>
                  </a:lnTo>
                  <a:lnTo>
                    <a:pt x="233552" y="162306"/>
                  </a:lnTo>
                  <a:lnTo>
                    <a:pt x="235686" y="155575"/>
                  </a:lnTo>
                  <a:lnTo>
                    <a:pt x="239882" y="149225"/>
                  </a:lnTo>
                  <a:lnTo>
                    <a:pt x="244246" y="142494"/>
                  </a:lnTo>
                  <a:lnTo>
                    <a:pt x="250075" y="137414"/>
                  </a:lnTo>
                  <a:lnTo>
                    <a:pt x="257428" y="133604"/>
                  </a:lnTo>
                  <a:lnTo>
                    <a:pt x="264922" y="129921"/>
                  </a:lnTo>
                  <a:lnTo>
                    <a:pt x="272922" y="128016"/>
                  </a:lnTo>
                  <a:lnTo>
                    <a:pt x="353173" y="128016"/>
                  </a:lnTo>
                  <a:lnTo>
                    <a:pt x="351316" y="125476"/>
                  </a:lnTo>
                  <a:lnTo>
                    <a:pt x="231813" y="125476"/>
                  </a:lnTo>
                  <a:lnTo>
                    <a:pt x="233790" y="103632"/>
                  </a:lnTo>
                  <a:lnTo>
                    <a:pt x="233851" y="102967"/>
                  </a:lnTo>
                  <a:lnTo>
                    <a:pt x="254000" y="55372"/>
                  </a:lnTo>
                  <a:lnTo>
                    <a:pt x="296094" y="34887"/>
                  </a:lnTo>
                  <a:lnTo>
                    <a:pt x="315213" y="33528"/>
                  </a:lnTo>
                  <a:lnTo>
                    <a:pt x="345694" y="33528"/>
                  </a:lnTo>
                  <a:lnTo>
                    <a:pt x="345694" y="3302"/>
                  </a:lnTo>
                  <a:lnTo>
                    <a:pt x="338742" y="2041"/>
                  </a:lnTo>
                  <a:lnTo>
                    <a:pt x="331041" y="1127"/>
                  </a:lnTo>
                  <a:lnTo>
                    <a:pt x="322601" y="569"/>
                  </a:lnTo>
                  <a:lnTo>
                    <a:pt x="313435" y="381"/>
                  </a:lnTo>
                  <a:close/>
                </a:path>
                <a:path w="670560" h="260985">
                  <a:moveTo>
                    <a:pt x="353173" y="128016"/>
                  </a:moveTo>
                  <a:lnTo>
                    <a:pt x="281813" y="128016"/>
                  </a:lnTo>
                  <a:lnTo>
                    <a:pt x="291740" y="128799"/>
                  </a:lnTo>
                  <a:lnTo>
                    <a:pt x="300370" y="131143"/>
                  </a:lnTo>
                  <a:lnTo>
                    <a:pt x="323691" y="164518"/>
                  </a:lnTo>
                  <a:lnTo>
                    <a:pt x="324357" y="174879"/>
                  </a:lnTo>
                  <a:lnTo>
                    <a:pt x="323663" y="186715"/>
                  </a:lnTo>
                  <a:lnTo>
                    <a:pt x="299243" y="223662"/>
                  </a:lnTo>
                  <a:lnTo>
                    <a:pt x="280669" y="227076"/>
                  </a:lnTo>
                  <a:lnTo>
                    <a:pt x="350210" y="227076"/>
                  </a:lnTo>
                  <a:lnTo>
                    <a:pt x="364461" y="174879"/>
                  </a:lnTo>
                  <a:lnTo>
                    <a:pt x="364489" y="174498"/>
                  </a:lnTo>
                  <a:lnTo>
                    <a:pt x="353695" y="128799"/>
                  </a:lnTo>
                  <a:lnTo>
                    <a:pt x="353613" y="128617"/>
                  </a:lnTo>
                  <a:lnTo>
                    <a:pt x="353173" y="128016"/>
                  </a:lnTo>
                  <a:close/>
                </a:path>
                <a:path w="670560" h="260985">
                  <a:moveTo>
                    <a:pt x="291464" y="95885"/>
                  </a:moveTo>
                  <a:lnTo>
                    <a:pt x="249828" y="107920"/>
                  </a:lnTo>
                  <a:lnTo>
                    <a:pt x="233895" y="125476"/>
                  </a:lnTo>
                  <a:lnTo>
                    <a:pt x="351316" y="125476"/>
                  </a:lnTo>
                  <a:lnTo>
                    <a:pt x="307752" y="97216"/>
                  </a:lnTo>
                  <a:lnTo>
                    <a:pt x="291464" y="95885"/>
                  </a:lnTo>
                  <a:close/>
                </a:path>
                <a:path w="670560" h="260985">
                  <a:moveTo>
                    <a:pt x="345694" y="33528"/>
                  </a:moveTo>
                  <a:lnTo>
                    <a:pt x="315213" y="33528"/>
                  </a:lnTo>
                  <a:lnTo>
                    <a:pt x="323619" y="33766"/>
                  </a:lnTo>
                  <a:lnTo>
                    <a:pt x="331501" y="34480"/>
                  </a:lnTo>
                  <a:lnTo>
                    <a:pt x="338859" y="35671"/>
                  </a:lnTo>
                  <a:lnTo>
                    <a:pt x="345694" y="37337"/>
                  </a:lnTo>
                  <a:lnTo>
                    <a:pt x="345694" y="33528"/>
                  </a:lnTo>
                  <a:close/>
                </a:path>
                <a:path w="670560" h="260985">
                  <a:moveTo>
                    <a:pt x="108534" y="46990"/>
                  </a:moveTo>
                  <a:lnTo>
                    <a:pt x="69176" y="46990"/>
                  </a:lnTo>
                  <a:lnTo>
                    <a:pt x="68569" y="56378"/>
                  </a:lnTo>
                  <a:lnTo>
                    <a:pt x="68157" y="66722"/>
                  </a:lnTo>
                  <a:lnTo>
                    <a:pt x="67952" y="76067"/>
                  </a:lnTo>
                  <a:lnTo>
                    <a:pt x="67878" y="79583"/>
                  </a:lnTo>
                  <a:lnTo>
                    <a:pt x="67792" y="257175"/>
                  </a:lnTo>
                  <a:lnTo>
                    <a:pt x="108534" y="257175"/>
                  </a:lnTo>
                  <a:lnTo>
                    <a:pt x="108534" y="46990"/>
                  </a:lnTo>
                  <a:close/>
                </a:path>
                <a:path w="670560" h="260985">
                  <a:moveTo>
                    <a:pt x="108534" y="3683"/>
                  </a:moveTo>
                  <a:lnTo>
                    <a:pt x="74548" y="3683"/>
                  </a:lnTo>
                  <a:lnTo>
                    <a:pt x="0" y="62357"/>
                  </a:lnTo>
                  <a:lnTo>
                    <a:pt x="20459" y="88138"/>
                  </a:lnTo>
                  <a:lnTo>
                    <a:pt x="54767" y="60116"/>
                  </a:lnTo>
                  <a:lnTo>
                    <a:pt x="59232" y="56378"/>
                  </a:lnTo>
                  <a:lnTo>
                    <a:pt x="63245" y="52832"/>
                  </a:lnTo>
                  <a:lnTo>
                    <a:pt x="66509" y="49784"/>
                  </a:lnTo>
                  <a:lnTo>
                    <a:pt x="69176" y="46990"/>
                  </a:lnTo>
                  <a:lnTo>
                    <a:pt x="108534" y="46990"/>
                  </a:lnTo>
                  <a:lnTo>
                    <a:pt x="108534" y="3683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10359" y="5318125"/>
              <a:ext cx="44450" cy="102870"/>
            </a:xfrm>
            <a:custGeom>
              <a:avLst/>
              <a:gdLst/>
              <a:ahLst/>
              <a:cxnLst/>
              <a:rect l="l" t="t" r="r" b="b"/>
              <a:pathLst>
                <a:path w="44450" h="102870">
                  <a:moveTo>
                    <a:pt x="21716" y="0"/>
                  </a:moveTo>
                  <a:lnTo>
                    <a:pt x="14096" y="0"/>
                  </a:lnTo>
                  <a:lnTo>
                    <a:pt x="8509" y="4190"/>
                  </a:lnTo>
                  <a:lnTo>
                    <a:pt x="0" y="50800"/>
                  </a:lnTo>
                  <a:lnTo>
                    <a:pt x="331" y="62924"/>
                  </a:lnTo>
                  <a:lnTo>
                    <a:pt x="14096" y="102362"/>
                  </a:lnTo>
                  <a:lnTo>
                    <a:pt x="21716" y="102362"/>
                  </a:lnTo>
                  <a:lnTo>
                    <a:pt x="31644" y="99145"/>
                  </a:lnTo>
                  <a:lnTo>
                    <a:pt x="38750" y="89487"/>
                  </a:lnTo>
                  <a:lnTo>
                    <a:pt x="43023" y="73376"/>
                  </a:lnTo>
                  <a:lnTo>
                    <a:pt x="44450" y="50800"/>
                  </a:lnTo>
                  <a:lnTo>
                    <a:pt x="43023" y="28610"/>
                  </a:lnTo>
                  <a:lnTo>
                    <a:pt x="38750" y="12731"/>
                  </a:lnTo>
                  <a:lnTo>
                    <a:pt x="31644" y="3186"/>
                  </a:lnTo>
                  <a:lnTo>
                    <a:pt x="21716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50314" y="5314569"/>
              <a:ext cx="93853" cy="10210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18285" y="5188458"/>
              <a:ext cx="670560" cy="260350"/>
            </a:xfrm>
            <a:custGeom>
              <a:avLst/>
              <a:gdLst/>
              <a:ahLst/>
              <a:cxnLst/>
              <a:rect l="l" t="t" r="r" b="b"/>
              <a:pathLst>
                <a:path w="670560" h="260350">
                  <a:moveTo>
                    <a:pt x="613790" y="101219"/>
                  </a:moveTo>
                  <a:lnTo>
                    <a:pt x="655319" y="121793"/>
                  </a:lnTo>
                  <a:lnTo>
                    <a:pt x="669250" y="162440"/>
                  </a:lnTo>
                  <a:lnTo>
                    <a:pt x="670178" y="180467"/>
                  </a:lnTo>
                  <a:lnTo>
                    <a:pt x="669274" y="199207"/>
                  </a:lnTo>
                  <a:lnTo>
                    <a:pt x="655701" y="240284"/>
                  </a:lnTo>
                  <a:lnTo>
                    <a:pt x="613790" y="260223"/>
                  </a:lnTo>
                  <a:lnTo>
                    <a:pt x="601364" y="258939"/>
                  </a:lnTo>
                  <a:lnTo>
                    <a:pt x="566489" y="228347"/>
                  </a:lnTo>
                  <a:lnTo>
                    <a:pt x="558291" y="180467"/>
                  </a:lnTo>
                  <a:lnTo>
                    <a:pt x="561766" y="145796"/>
                  </a:lnTo>
                  <a:lnTo>
                    <a:pt x="572182" y="121031"/>
                  </a:lnTo>
                  <a:lnTo>
                    <a:pt x="589528" y="106172"/>
                  </a:lnTo>
                  <a:lnTo>
                    <a:pt x="613790" y="101219"/>
                  </a:lnTo>
                  <a:close/>
                </a:path>
                <a:path w="670560" h="260350">
                  <a:moveTo>
                    <a:pt x="448563" y="28067"/>
                  </a:moveTo>
                  <a:lnTo>
                    <a:pt x="440944" y="28067"/>
                  </a:lnTo>
                  <a:lnTo>
                    <a:pt x="435482" y="32385"/>
                  </a:lnTo>
                  <a:lnTo>
                    <a:pt x="427100" y="79248"/>
                  </a:lnTo>
                  <a:lnTo>
                    <a:pt x="427410" y="91368"/>
                  </a:lnTo>
                  <a:lnTo>
                    <a:pt x="440944" y="130429"/>
                  </a:lnTo>
                  <a:lnTo>
                    <a:pt x="448563" y="130429"/>
                  </a:lnTo>
                  <a:lnTo>
                    <a:pt x="458565" y="127236"/>
                  </a:lnTo>
                  <a:lnTo>
                    <a:pt x="465708" y="117649"/>
                  </a:lnTo>
                  <a:lnTo>
                    <a:pt x="469995" y="101657"/>
                  </a:lnTo>
                  <a:lnTo>
                    <a:pt x="471423" y="79248"/>
                  </a:lnTo>
                  <a:lnTo>
                    <a:pt x="469995" y="56892"/>
                  </a:lnTo>
                  <a:lnTo>
                    <a:pt x="465709" y="40894"/>
                  </a:lnTo>
                  <a:lnTo>
                    <a:pt x="458565" y="31277"/>
                  </a:lnTo>
                  <a:lnTo>
                    <a:pt x="448563" y="28067"/>
                  </a:lnTo>
                  <a:close/>
                </a:path>
                <a:path w="670560" h="260350">
                  <a:moveTo>
                    <a:pt x="584961" y="3302"/>
                  </a:moveTo>
                  <a:lnTo>
                    <a:pt x="618616" y="3302"/>
                  </a:lnTo>
                  <a:lnTo>
                    <a:pt x="478027" y="256794"/>
                  </a:lnTo>
                  <a:lnTo>
                    <a:pt x="444372" y="256794"/>
                  </a:lnTo>
                  <a:lnTo>
                    <a:pt x="584961" y="3302"/>
                  </a:lnTo>
                  <a:close/>
                </a:path>
                <a:path w="670560" h="260350">
                  <a:moveTo>
                    <a:pt x="74548" y="3302"/>
                  </a:moveTo>
                  <a:lnTo>
                    <a:pt x="108534" y="3302"/>
                  </a:lnTo>
                  <a:lnTo>
                    <a:pt x="108534" y="256794"/>
                  </a:lnTo>
                  <a:lnTo>
                    <a:pt x="67792" y="256794"/>
                  </a:lnTo>
                  <a:lnTo>
                    <a:pt x="67792" y="93091"/>
                  </a:lnTo>
                  <a:lnTo>
                    <a:pt x="67878" y="79202"/>
                  </a:lnTo>
                  <a:lnTo>
                    <a:pt x="68137" y="66849"/>
                  </a:lnTo>
                  <a:lnTo>
                    <a:pt x="68569" y="55997"/>
                  </a:lnTo>
                  <a:lnTo>
                    <a:pt x="69176" y="46609"/>
                  </a:lnTo>
                  <a:lnTo>
                    <a:pt x="66509" y="49403"/>
                  </a:lnTo>
                  <a:lnTo>
                    <a:pt x="35308" y="75686"/>
                  </a:lnTo>
                  <a:lnTo>
                    <a:pt x="20459" y="87757"/>
                  </a:lnTo>
                  <a:lnTo>
                    <a:pt x="0" y="61976"/>
                  </a:lnTo>
                  <a:lnTo>
                    <a:pt x="74548" y="3302"/>
                  </a:lnTo>
                  <a:close/>
                </a:path>
                <a:path w="670560" h="260350">
                  <a:moveTo>
                    <a:pt x="313435" y="0"/>
                  </a:moveTo>
                  <a:lnTo>
                    <a:pt x="322601" y="188"/>
                  </a:lnTo>
                  <a:lnTo>
                    <a:pt x="331041" y="746"/>
                  </a:lnTo>
                  <a:lnTo>
                    <a:pt x="338742" y="1660"/>
                  </a:lnTo>
                  <a:lnTo>
                    <a:pt x="345694" y="2921"/>
                  </a:lnTo>
                  <a:lnTo>
                    <a:pt x="345694" y="36957"/>
                  </a:lnTo>
                  <a:lnTo>
                    <a:pt x="338859" y="35290"/>
                  </a:lnTo>
                  <a:lnTo>
                    <a:pt x="331501" y="34099"/>
                  </a:lnTo>
                  <a:lnTo>
                    <a:pt x="323619" y="33385"/>
                  </a:lnTo>
                  <a:lnTo>
                    <a:pt x="315213" y="33147"/>
                  </a:lnTo>
                  <a:lnTo>
                    <a:pt x="296094" y="34506"/>
                  </a:lnTo>
                  <a:lnTo>
                    <a:pt x="254000" y="54991"/>
                  </a:lnTo>
                  <a:lnTo>
                    <a:pt x="233851" y="102586"/>
                  </a:lnTo>
                  <a:lnTo>
                    <a:pt x="231813" y="125095"/>
                  </a:lnTo>
                  <a:lnTo>
                    <a:pt x="233895" y="125095"/>
                  </a:lnTo>
                  <a:lnTo>
                    <a:pt x="238382" y="118449"/>
                  </a:lnTo>
                  <a:lnTo>
                    <a:pt x="243692" y="112601"/>
                  </a:lnTo>
                  <a:lnTo>
                    <a:pt x="281797" y="96000"/>
                  </a:lnTo>
                  <a:lnTo>
                    <a:pt x="322135" y="100822"/>
                  </a:lnTo>
                  <a:lnTo>
                    <a:pt x="353613" y="128236"/>
                  </a:lnTo>
                  <a:lnTo>
                    <a:pt x="364489" y="174117"/>
                  </a:lnTo>
                  <a:lnTo>
                    <a:pt x="363087" y="192996"/>
                  </a:lnTo>
                  <a:lnTo>
                    <a:pt x="342138" y="237109"/>
                  </a:lnTo>
                  <a:lnTo>
                    <a:pt x="299650" y="258790"/>
                  </a:lnTo>
                  <a:lnTo>
                    <a:pt x="281431" y="260223"/>
                  </a:lnTo>
                  <a:lnTo>
                    <a:pt x="268254" y="259411"/>
                  </a:lnTo>
                  <a:lnTo>
                    <a:pt x="224596" y="239885"/>
                  </a:lnTo>
                  <a:lnTo>
                    <a:pt x="198380" y="195849"/>
                  </a:lnTo>
                  <a:lnTo>
                    <a:pt x="192277" y="148844"/>
                  </a:lnTo>
                  <a:lnTo>
                    <a:pt x="197125" y="95276"/>
                  </a:lnTo>
                  <a:lnTo>
                    <a:pt x="211666" y="53602"/>
                  </a:lnTo>
                  <a:lnTo>
                    <a:pt x="235900" y="23827"/>
                  </a:lnTo>
                  <a:lnTo>
                    <a:pt x="269823" y="5957"/>
                  </a:lnTo>
                  <a:lnTo>
                    <a:pt x="313435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09953" y="5186553"/>
              <a:ext cx="114935" cy="162306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26363" y="5571490"/>
            <a:ext cx="2123313" cy="17399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34276" y="5879972"/>
            <a:ext cx="2750654" cy="150266"/>
          </a:xfrm>
          <a:prstGeom prst="rect">
            <a:avLst/>
          </a:prstGeom>
        </p:spPr>
      </p:pic>
      <p:pic>
        <p:nvPicPr>
          <p:cNvPr id="43" name="object 43" descr="Logo  Description automatically generated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1022201" y="6540635"/>
            <a:ext cx="986300" cy="2023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28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467" y="59181"/>
            <a:ext cx="606805" cy="12407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56996" y="5736297"/>
            <a:ext cx="7678420" cy="142240"/>
            <a:chOff x="656996" y="5736297"/>
            <a:chExt cx="7678420" cy="1422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996" y="5736297"/>
              <a:ext cx="7650962" cy="1418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19642" y="5846621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14161" y="0"/>
                  </a:moveTo>
                  <a:lnTo>
                    <a:pt x="0" y="0"/>
                  </a:lnTo>
                  <a:lnTo>
                    <a:pt x="0" y="14441"/>
                  </a:lnTo>
                  <a:lnTo>
                    <a:pt x="14161" y="14441"/>
                  </a:lnTo>
                  <a:lnTo>
                    <a:pt x="141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19642" y="5846621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0" y="14441"/>
                  </a:moveTo>
                  <a:lnTo>
                    <a:pt x="14161" y="14441"/>
                  </a:lnTo>
                  <a:lnTo>
                    <a:pt x="14161" y="0"/>
                  </a:lnTo>
                  <a:lnTo>
                    <a:pt x="0" y="0"/>
                  </a:lnTo>
                  <a:lnTo>
                    <a:pt x="0" y="14441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996" y="5990272"/>
            <a:ext cx="2573756" cy="1372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84601" y="5990272"/>
            <a:ext cx="504825" cy="1365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3434" y="5985370"/>
            <a:ext cx="5095113" cy="14339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9035033" y="5987897"/>
            <a:ext cx="1097280" cy="142240"/>
            <a:chOff x="9035033" y="5987897"/>
            <a:chExt cx="1097280" cy="14224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35033" y="5987897"/>
              <a:ext cx="1069721" cy="1417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16438" y="6098081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14161" y="0"/>
                  </a:moveTo>
                  <a:lnTo>
                    <a:pt x="0" y="0"/>
                  </a:lnTo>
                  <a:lnTo>
                    <a:pt x="0" y="14441"/>
                  </a:lnTo>
                  <a:lnTo>
                    <a:pt x="14161" y="14441"/>
                  </a:lnTo>
                  <a:lnTo>
                    <a:pt x="141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16438" y="6098081"/>
              <a:ext cx="14604" cy="14604"/>
            </a:xfrm>
            <a:custGeom>
              <a:avLst/>
              <a:gdLst/>
              <a:ahLst/>
              <a:cxnLst/>
              <a:rect l="l" t="t" r="r" b="b"/>
              <a:pathLst>
                <a:path w="14604" h="14604">
                  <a:moveTo>
                    <a:pt x="0" y="14441"/>
                  </a:moveTo>
                  <a:lnTo>
                    <a:pt x="14161" y="14441"/>
                  </a:lnTo>
                  <a:lnTo>
                    <a:pt x="14161" y="0"/>
                  </a:lnTo>
                  <a:lnTo>
                    <a:pt x="0" y="0"/>
                  </a:lnTo>
                  <a:lnTo>
                    <a:pt x="0" y="14441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586536" y="568579"/>
            <a:ext cx="3834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Statista’s</a:t>
            </a:r>
            <a:r>
              <a:rPr spc="-185" dirty="0"/>
              <a:t> </a:t>
            </a:r>
            <a:r>
              <a:rPr spc="-70" dirty="0"/>
              <a:t>Data</a:t>
            </a: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1967" y="1222502"/>
            <a:ext cx="1349006" cy="1727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17776" y="1221358"/>
            <a:ext cx="317373" cy="17411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07488" y="2050160"/>
            <a:ext cx="1733677" cy="17081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54175" y="2401823"/>
            <a:ext cx="2587752" cy="151002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869439" y="2679064"/>
            <a:ext cx="271145" cy="147955"/>
            <a:chOff x="1869439" y="2679064"/>
            <a:chExt cx="271145" cy="147955"/>
          </a:xfrm>
        </p:grpSpPr>
        <p:sp>
          <p:nvSpPr>
            <p:cNvPr id="21" name="object 21"/>
            <p:cNvSpPr/>
            <p:nvPr/>
          </p:nvSpPr>
          <p:spPr>
            <a:xfrm>
              <a:off x="1870500" y="2680588"/>
              <a:ext cx="268605" cy="145415"/>
            </a:xfrm>
            <a:custGeom>
              <a:avLst/>
              <a:gdLst/>
              <a:ahLst/>
              <a:cxnLst/>
              <a:rect l="l" t="t" r="r" b="b"/>
              <a:pathLst>
                <a:path w="268605" h="145414">
                  <a:moveTo>
                    <a:pt x="164039" y="102743"/>
                  </a:moveTo>
                  <a:lnTo>
                    <a:pt x="152101" y="102743"/>
                  </a:lnTo>
                  <a:lnTo>
                    <a:pt x="152101" y="137922"/>
                  </a:lnTo>
                  <a:lnTo>
                    <a:pt x="152990" y="140208"/>
                  </a:lnTo>
                  <a:lnTo>
                    <a:pt x="154768" y="141986"/>
                  </a:lnTo>
                  <a:lnTo>
                    <a:pt x="156673" y="143763"/>
                  </a:lnTo>
                  <a:lnTo>
                    <a:pt x="158832" y="144652"/>
                  </a:lnTo>
                  <a:lnTo>
                    <a:pt x="251542" y="144652"/>
                  </a:lnTo>
                  <a:lnTo>
                    <a:pt x="252320" y="143763"/>
                  </a:lnTo>
                  <a:lnTo>
                    <a:pt x="252431" y="134493"/>
                  </a:lnTo>
                  <a:lnTo>
                    <a:pt x="164547" y="134493"/>
                  </a:lnTo>
                  <a:lnTo>
                    <a:pt x="164039" y="133985"/>
                  </a:lnTo>
                  <a:lnTo>
                    <a:pt x="164039" y="102743"/>
                  </a:lnTo>
                  <a:close/>
                </a:path>
                <a:path w="268605" h="145414">
                  <a:moveTo>
                    <a:pt x="268306" y="81152"/>
                  </a:moveTo>
                  <a:lnTo>
                    <a:pt x="132035" y="81152"/>
                  </a:lnTo>
                  <a:lnTo>
                    <a:pt x="132035" y="91439"/>
                  </a:lnTo>
                  <a:lnTo>
                    <a:pt x="266147" y="91439"/>
                  </a:lnTo>
                  <a:lnTo>
                    <a:pt x="266782" y="91059"/>
                  </a:lnTo>
                  <a:lnTo>
                    <a:pt x="267417" y="90550"/>
                  </a:lnTo>
                  <a:lnTo>
                    <a:pt x="268052" y="89915"/>
                  </a:lnTo>
                  <a:lnTo>
                    <a:pt x="268306" y="89153"/>
                  </a:lnTo>
                  <a:lnTo>
                    <a:pt x="268306" y="81152"/>
                  </a:lnTo>
                  <a:close/>
                </a:path>
                <a:path w="268605" h="145414">
                  <a:moveTo>
                    <a:pt x="206711" y="62864"/>
                  </a:moveTo>
                  <a:lnTo>
                    <a:pt x="194519" y="62864"/>
                  </a:lnTo>
                  <a:lnTo>
                    <a:pt x="194519" y="81152"/>
                  </a:lnTo>
                  <a:lnTo>
                    <a:pt x="206711" y="81152"/>
                  </a:lnTo>
                  <a:lnTo>
                    <a:pt x="206711" y="62864"/>
                  </a:lnTo>
                  <a:close/>
                </a:path>
                <a:path w="268605" h="145414">
                  <a:moveTo>
                    <a:pt x="164420" y="635"/>
                  </a:moveTo>
                  <a:lnTo>
                    <a:pt x="152609" y="635"/>
                  </a:lnTo>
                  <a:lnTo>
                    <a:pt x="152609" y="56387"/>
                  </a:lnTo>
                  <a:lnTo>
                    <a:pt x="153498" y="58547"/>
                  </a:lnTo>
                  <a:lnTo>
                    <a:pt x="157054" y="62102"/>
                  </a:lnTo>
                  <a:lnTo>
                    <a:pt x="159340" y="62864"/>
                  </a:lnTo>
                  <a:lnTo>
                    <a:pt x="242144" y="62864"/>
                  </a:lnTo>
                  <a:lnTo>
                    <a:pt x="244430" y="62102"/>
                  </a:lnTo>
                  <a:lnTo>
                    <a:pt x="247986" y="58547"/>
                  </a:lnTo>
                  <a:lnTo>
                    <a:pt x="248875" y="56387"/>
                  </a:lnTo>
                  <a:lnTo>
                    <a:pt x="248875" y="53212"/>
                  </a:lnTo>
                  <a:lnTo>
                    <a:pt x="164928" y="53212"/>
                  </a:lnTo>
                  <a:lnTo>
                    <a:pt x="164420" y="52705"/>
                  </a:lnTo>
                  <a:lnTo>
                    <a:pt x="164420" y="30861"/>
                  </a:lnTo>
                  <a:lnTo>
                    <a:pt x="248875" y="30861"/>
                  </a:lnTo>
                  <a:lnTo>
                    <a:pt x="248875" y="20955"/>
                  </a:lnTo>
                  <a:lnTo>
                    <a:pt x="164420" y="20955"/>
                  </a:lnTo>
                  <a:lnTo>
                    <a:pt x="164420" y="635"/>
                  </a:lnTo>
                  <a:close/>
                </a:path>
                <a:path w="268605" h="145414">
                  <a:moveTo>
                    <a:pt x="248875" y="30861"/>
                  </a:moveTo>
                  <a:lnTo>
                    <a:pt x="236810" y="30861"/>
                  </a:lnTo>
                  <a:lnTo>
                    <a:pt x="236810" y="52705"/>
                  </a:lnTo>
                  <a:lnTo>
                    <a:pt x="236302" y="53212"/>
                  </a:lnTo>
                  <a:lnTo>
                    <a:pt x="248875" y="53212"/>
                  </a:lnTo>
                  <a:lnTo>
                    <a:pt x="248875" y="30861"/>
                  </a:lnTo>
                  <a:close/>
                </a:path>
                <a:path w="268605" h="145414">
                  <a:moveTo>
                    <a:pt x="248875" y="635"/>
                  </a:moveTo>
                  <a:lnTo>
                    <a:pt x="236810" y="635"/>
                  </a:lnTo>
                  <a:lnTo>
                    <a:pt x="236810" y="20955"/>
                  </a:lnTo>
                  <a:lnTo>
                    <a:pt x="248875" y="20955"/>
                  </a:lnTo>
                  <a:lnTo>
                    <a:pt x="248875" y="635"/>
                  </a:lnTo>
                  <a:close/>
                </a:path>
                <a:path w="268605" h="145414">
                  <a:moveTo>
                    <a:pt x="65741" y="7874"/>
                  </a:moveTo>
                  <a:lnTo>
                    <a:pt x="3003" y="7874"/>
                  </a:lnTo>
                  <a:lnTo>
                    <a:pt x="3003" y="17907"/>
                  </a:lnTo>
                  <a:lnTo>
                    <a:pt x="59645" y="17907"/>
                  </a:lnTo>
                  <a:lnTo>
                    <a:pt x="60153" y="18414"/>
                  </a:lnTo>
                  <a:lnTo>
                    <a:pt x="60153" y="66166"/>
                  </a:lnTo>
                  <a:lnTo>
                    <a:pt x="58502" y="73025"/>
                  </a:lnTo>
                  <a:lnTo>
                    <a:pt x="30308" y="102488"/>
                  </a:lnTo>
                  <a:lnTo>
                    <a:pt x="0" y="113537"/>
                  </a:lnTo>
                  <a:lnTo>
                    <a:pt x="558" y="113537"/>
                  </a:lnTo>
                  <a:lnTo>
                    <a:pt x="6940" y="122047"/>
                  </a:lnTo>
                  <a:lnTo>
                    <a:pt x="11893" y="120903"/>
                  </a:lnTo>
                  <a:lnTo>
                    <a:pt x="16973" y="119507"/>
                  </a:lnTo>
                  <a:lnTo>
                    <a:pt x="22180" y="117601"/>
                  </a:lnTo>
                  <a:lnTo>
                    <a:pt x="27387" y="115824"/>
                  </a:lnTo>
                  <a:lnTo>
                    <a:pt x="65233" y="86106"/>
                  </a:lnTo>
                  <a:lnTo>
                    <a:pt x="69551" y="76073"/>
                  </a:lnTo>
                  <a:lnTo>
                    <a:pt x="71456" y="70738"/>
                  </a:lnTo>
                  <a:lnTo>
                    <a:pt x="72345" y="64897"/>
                  </a:lnTo>
                  <a:lnTo>
                    <a:pt x="72345" y="14350"/>
                  </a:lnTo>
                  <a:lnTo>
                    <a:pt x="71456" y="12191"/>
                  </a:lnTo>
                  <a:lnTo>
                    <a:pt x="69678" y="10540"/>
                  </a:lnTo>
                  <a:lnTo>
                    <a:pt x="67900" y="8762"/>
                  </a:lnTo>
                  <a:lnTo>
                    <a:pt x="65741" y="7874"/>
                  </a:lnTo>
                  <a:close/>
                </a:path>
                <a:path w="268605" h="145414">
                  <a:moveTo>
                    <a:pt x="115144" y="0"/>
                  </a:moveTo>
                  <a:lnTo>
                    <a:pt x="103333" y="0"/>
                  </a:lnTo>
                  <a:lnTo>
                    <a:pt x="103333" y="144907"/>
                  </a:lnTo>
                  <a:lnTo>
                    <a:pt x="112985" y="144907"/>
                  </a:lnTo>
                  <a:lnTo>
                    <a:pt x="113620" y="144652"/>
                  </a:lnTo>
                  <a:lnTo>
                    <a:pt x="114890" y="143383"/>
                  </a:lnTo>
                  <a:lnTo>
                    <a:pt x="115144" y="142621"/>
                  </a:lnTo>
                  <a:lnTo>
                    <a:pt x="115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22601" y="2711449"/>
              <a:ext cx="100330" cy="114300"/>
            </a:xfrm>
            <a:custGeom>
              <a:avLst/>
              <a:gdLst/>
              <a:ahLst/>
              <a:cxnLst/>
              <a:rect l="l" t="t" r="r" b="b"/>
              <a:pathLst>
                <a:path w="100330" h="114300">
                  <a:moveTo>
                    <a:pt x="0" y="71882"/>
                  </a:moveTo>
                  <a:lnTo>
                    <a:pt x="11937" y="71882"/>
                  </a:lnTo>
                  <a:lnTo>
                    <a:pt x="11937" y="102108"/>
                  </a:lnTo>
                  <a:lnTo>
                    <a:pt x="11937" y="103124"/>
                  </a:lnTo>
                  <a:lnTo>
                    <a:pt x="12446" y="103632"/>
                  </a:lnTo>
                  <a:lnTo>
                    <a:pt x="13462" y="103632"/>
                  </a:lnTo>
                  <a:lnTo>
                    <a:pt x="100330" y="103632"/>
                  </a:lnTo>
                  <a:lnTo>
                    <a:pt x="100330" y="110998"/>
                  </a:lnTo>
                  <a:lnTo>
                    <a:pt x="100330" y="112775"/>
                  </a:lnTo>
                  <a:lnTo>
                    <a:pt x="99441" y="113791"/>
                  </a:lnTo>
                  <a:lnTo>
                    <a:pt x="97662" y="113791"/>
                  </a:lnTo>
                  <a:lnTo>
                    <a:pt x="9271" y="113791"/>
                  </a:lnTo>
                  <a:lnTo>
                    <a:pt x="6731" y="113791"/>
                  </a:lnTo>
                  <a:lnTo>
                    <a:pt x="4572" y="112902"/>
                  </a:lnTo>
                  <a:lnTo>
                    <a:pt x="2667" y="111125"/>
                  </a:lnTo>
                  <a:lnTo>
                    <a:pt x="889" y="109347"/>
                  </a:lnTo>
                  <a:lnTo>
                    <a:pt x="0" y="107061"/>
                  </a:lnTo>
                  <a:lnTo>
                    <a:pt x="0" y="104394"/>
                  </a:lnTo>
                  <a:lnTo>
                    <a:pt x="0" y="71882"/>
                  </a:lnTo>
                  <a:close/>
                </a:path>
                <a:path w="100330" h="114300">
                  <a:moveTo>
                    <a:pt x="12318" y="0"/>
                  </a:moveTo>
                  <a:lnTo>
                    <a:pt x="12318" y="20827"/>
                  </a:lnTo>
                  <a:lnTo>
                    <a:pt x="12318" y="21844"/>
                  </a:lnTo>
                  <a:lnTo>
                    <a:pt x="12827" y="22351"/>
                  </a:lnTo>
                  <a:lnTo>
                    <a:pt x="13843" y="22351"/>
                  </a:lnTo>
                  <a:lnTo>
                    <a:pt x="83185" y="22351"/>
                  </a:lnTo>
                  <a:lnTo>
                    <a:pt x="84200" y="22351"/>
                  </a:lnTo>
                  <a:lnTo>
                    <a:pt x="84709" y="21844"/>
                  </a:lnTo>
                  <a:lnTo>
                    <a:pt x="84709" y="20827"/>
                  </a:lnTo>
                  <a:lnTo>
                    <a:pt x="84709" y="0"/>
                  </a:lnTo>
                  <a:lnTo>
                    <a:pt x="12318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69439" y="2686938"/>
              <a:ext cx="74930" cy="11722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973833" y="2680588"/>
              <a:ext cx="165100" cy="145415"/>
            </a:xfrm>
            <a:custGeom>
              <a:avLst/>
              <a:gdLst/>
              <a:ahLst/>
              <a:cxnLst/>
              <a:rect l="l" t="t" r="r" b="b"/>
              <a:pathLst>
                <a:path w="165100" h="145414">
                  <a:moveTo>
                    <a:pt x="49276" y="635"/>
                  </a:moveTo>
                  <a:lnTo>
                    <a:pt x="61087" y="635"/>
                  </a:lnTo>
                  <a:lnTo>
                    <a:pt x="61087" y="20955"/>
                  </a:lnTo>
                  <a:lnTo>
                    <a:pt x="133477" y="20955"/>
                  </a:lnTo>
                  <a:lnTo>
                    <a:pt x="133477" y="635"/>
                  </a:lnTo>
                  <a:lnTo>
                    <a:pt x="145542" y="635"/>
                  </a:lnTo>
                  <a:lnTo>
                    <a:pt x="145542" y="53721"/>
                  </a:lnTo>
                  <a:lnTo>
                    <a:pt x="145542" y="56387"/>
                  </a:lnTo>
                  <a:lnTo>
                    <a:pt x="144653" y="58547"/>
                  </a:lnTo>
                  <a:lnTo>
                    <a:pt x="142875" y="60325"/>
                  </a:lnTo>
                  <a:lnTo>
                    <a:pt x="141097" y="62102"/>
                  </a:lnTo>
                  <a:lnTo>
                    <a:pt x="138811" y="62864"/>
                  </a:lnTo>
                  <a:lnTo>
                    <a:pt x="136144" y="62864"/>
                  </a:lnTo>
                  <a:lnTo>
                    <a:pt x="103378" y="62864"/>
                  </a:lnTo>
                  <a:lnTo>
                    <a:pt x="103378" y="81152"/>
                  </a:lnTo>
                  <a:lnTo>
                    <a:pt x="164973" y="81152"/>
                  </a:lnTo>
                  <a:lnTo>
                    <a:pt x="164973" y="88391"/>
                  </a:lnTo>
                  <a:lnTo>
                    <a:pt x="164973" y="89153"/>
                  </a:lnTo>
                  <a:lnTo>
                    <a:pt x="164719" y="89915"/>
                  </a:lnTo>
                  <a:lnTo>
                    <a:pt x="164084" y="90550"/>
                  </a:lnTo>
                  <a:lnTo>
                    <a:pt x="163449" y="91059"/>
                  </a:lnTo>
                  <a:lnTo>
                    <a:pt x="162814" y="91439"/>
                  </a:lnTo>
                  <a:lnTo>
                    <a:pt x="161925" y="91439"/>
                  </a:lnTo>
                  <a:lnTo>
                    <a:pt x="28702" y="91439"/>
                  </a:lnTo>
                  <a:lnTo>
                    <a:pt x="28702" y="81152"/>
                  </a:lnTo>
                  <a:lnTo>
                    <a:pt x="91186" y="81152"/>
                  </a:lnTo>
                  <a:lnTo>
                    <a:pt x="91186" y="62864"/>
                  </a:lnTo>
                  <a:lnTo>
                    <a:pt x="58674" y="62864"/>
                  </a:lnTo>
                  <a:lnTo>
                    <a:pt x="56007" y="62864"/>
                  </a:lnTo>
                  <a:lnTo>
                    <a:pt x="53721" y="62102"/>
                  </a:lnTo>
                  <a:lnTo>
                    <a:pt x="51943" y="60325"/>
                  </a:lnTo>
                  <a:lnTo>
                    <a:pt x="50165" y="58547"/>
                  </a:lnTo>
                  <a:lnTo>
                    <a:pt x="49276" y="56387"/>
                  </a:lnTo>
                  <a:lnTo>
                    <a:pt x="49276" y="53721"/>
                  </a:lnTo>
                  <a:lnTo>
                    <a:pt x="49276" y="635"/>
                  </a:lnTo>
                  <a:close/>
                </a:path>
                <a:path w="165100" h="145414">
                  <a:moveTo>
                    <a:pt x="0" y="0"/>
                  </a:moveTo>
                  <a:lnTo>
                    <a:pt x="11811" y="0"/>
                  </a:lnTo>
                  <a:lnTo>
                    <a:pt x="11811" y="141859"/>
                  </a:lnTo>
                  <a:lnTo>
                    <a:pt x="11811" y="142621"/>
                  </a:lnTo>
                  <a:lnTo>
                    <a:pt x="11557" y="143383"/>
                  </a:lnTo>
                  <a:lnTo>
                    <a:pt x="10922" y="144018"/>
                  </a:lnTo>
                  <a:lnTo>
                    <a:pt x="10287" y="144652"/>
                  </a:lnTo>
                  <a:lnTo>
                    <a:pt x="9652" y="144907"/>
                  </a:lnTo>
                  <a:lnTo>
                    <a:pt x="8763" y="144907"/>
                  </a:lnTo>
                  <a:lnTo>
                    <a:pt x="0" y="14490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201798" y="2739644"/>
            <a:ext cx="21590" cy="22225"/>
            <a:chOff x="2201798" y="2739644"/>
            <a:chExt cx="21590" cy="22225"/>
          </a:xfrm>
        </p:grpSpPr>
        <p:sp>
          <p:nvSpPr>
            <p:cNvPr id="26" name="object 26"/>
            <p:cNvSpPr/>
            <p:nvPr/>
          </p:nvSpPr>
          <p:spPr>
            <a:xfrm>
              <a:off x="2203322" y="274116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1810" y="0"/>
                  </a:moveTo>
                  <a:lnTo>
                    <a:pt x="9270" y="0"/>
                  </a:lnTo>
                  <a:lnTo>
                    <a:pt x="6603" y="0"/>
                  </a:lnTo>
                  <a:lnTo>
                    <a:pt x="4444" y="1016"/>
                  </a:lnTo>
                  <a:lnTo>
                    <a:pt x="2666" y="2921"/>
                  </a:lnTo>
                  <a:lnTo>
                    <a:pt x="888" y="4699"/>
                  </a:lnTo>
                  <a:lnTo>
                    <a:pt x="0" y="6985"/>
                  </a:lnTo>
                  <a:lnTo>
                    <a:pt x="0" y="12192"/>
                  </a:lnTo>
                  <a:lnTo>
                    <a:pt x="888" y="14351"/>
                  </a:lnTo>
                  <a:lnTo>
                    <a:pt x="4444" y="18161"/>
                  </a:lnTo>
                  <a:lnTo>
                    <a:pt x="6603" y="19050"/>
                  </a:lnTo>
                  <a:lnTo>
                    <a:pt x="11810" y="19050"/>
                  </a:lnTo>
                  <a:lnTo>
                    <a:pt x="13969" y="18161"/>
                  </a:lnTo>
                  <a:lnTo>
                    <a:pt x="15875" y="16256"/>
                  </a:lnTo>
                  <a:lnTo>
                    <a:pt x="17652" y="14351"/>
                  </a:lnTo>
                  <a:lnTo>
                    <a:pt x="18541" y="12192"/>
                  </a:lnTo>
                  <a:lnTo>
                    <a:pt x="18541" y="6985"/>
                  </a:lnTo>
                  <a:lnTo>
                    <a:pt x="17652" y="4699"/>
                  </a:lnTo>
                  <a:lnTo>
                    <a:pt x="13969" y="1016"/>
                  </a:lnTo>
                  <a:lnTo>
                    <a:pt x="118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03322" y="2741168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9270" y="0"/>
                  </a:moveTo>
                  <a:lnTo>
                    <a:pt x="11810" y="0"/>
                  </a:lnTo>
                  <a:lnTo>
                    <a:pt x="13969" y="1016"/>
                  </a:lnTo>
                  <a:lnTo>
                    <a:pt x="15875" y="2921"/>
                  </a:lnTo>
                  <a:lnTo>
                    <a:pt x="17652" y="4699"/>
                  </a:lnTo>
                  <a:lnTo>
                    <a:pt x="18541" y="6985"/>
                  </a:lnTo>
                  <a:lnTo>
                    <a:pt x="18541" y="9525"/>
                  </a:lnTo>
                  <a:lnTo>
                    <a:pt x="18541" y="12192"/>
                  </a:lnTo>
                  <a:lnTo>
                    <a:pt x="17652" y="14351"/>
                  </a:lnTo>
                  <a:lnTo>
                    <a:pt x="15875" y="16256"/>
                  </a:lnTo>
                  <a:lnTo>
                    <a:pt x="13969" y="18161"/>
                  </a:lnTo>
                  <a:lnTo>
                    <a:pt x="11810" y="19050"/>
                  </a:lnTo>
                  <a:lnTo>
                    <a:pt x="9270" y="19050"/>
                  </a:lnTo>
                  <a:lnTo>
                    <a:pt x="6603" y="19050"/>
                  </a:lnTo>
                  <a:lnTo>
                    <a:pt x="4444" y="18161"/>
                  </a:lnTo>
                  <a:lnTo>
                    <a:pt x="2666" y="16256"/>
                  </a:lnTo>
                  <a:lnTo>
                    <a:pt x="888" y="14351"/>
                  </a:lnTo>
                  <a:lnTo>
                    <a:pt x="0" y="12192"/>
                  </a:lnTo>
                  <a:lnTo>
                    <a:pt x="0" y="9525"/>
                  </a:lnTo>
                  <a:lnTo>
                    <a:pt x="0" y="6985"/>
                  </a:lnTo>
                  <a:lnTo>
                    <a:pt x="888" y="4699"/>
                  </a:lnTo>
                  <a:lnTo>
                    <a:pt x="2666" y="2921"/>
                  </a:lnTo>
                  <a:lnTo>
                    <a:pt x="4444" y="1016"/>
                  </a:lnTo>
                  <a:lnTo>
                    <a:pt x="6603" y="0"/>
                  </a:lnTo>
                  <a:lnTo>
                    <a:pt x="9270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284476" y="2678938"/>
            <a:ext cx="1950339" cy="15024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928495" y="2953257"/>
            <a:ext cx="2308860" cy="149225"/>
            <a:chOff x="1928495" y="2953257"/>
            <a:chExt cx="2308860" cy="149225"/>
          </a:xfrm>
        </p:grpSpPr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28495" y="2953257"/>
              <a:ext cx="2276221" cy="14897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219955" y="3070275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15392" y="0"/>
                  </a:moveTo>
                  <a:lnTo>
                    <a:pt x="0" y="0"/>
                  </a:lnTo>
                  <a:lnTo>
                    <a:pt x="0" y="15697"/>
                  </a:lnTo>
                  <a:lnTo>
                    <a:pt x="15392" y="15697"/>
                  </a:lnTo>
                  <a:lnTo>
                    <a:pt x="15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19955" y="3070275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15697"/>
                  </a:moveTo>
                  <a:lnTo>
                    <a:pt x="15392" y="15697"/>
                  </a:lnTo>
                  <a:lnTo>
                    <a:pt x="15392" y="0"/>
                  </a:lnTo>
                  <a:lnTo>
                    <a:pt x="0" y="0"/>
                  </a:lnTo>
                  <a:lnTo>
                    <a:pt x="0" y="1569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05433" y="3661917"/>
            <a:ext cx="3067227" cy="17106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605532" y="4015104"/>
            <a:ext cx="1672463" cy="15163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4663" y="4290948"/>
            <a:ext cx="1234313" cy="147700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2794635" y="4290821"/>
            <a:ext cx="1482725" cy="148590"/>
            <a:chOff x="2794635" y="4290821"/>
            <a:chExt cx="1482725" cy="148590"/>
          </a:xfrm>
        </p:grpSpPr>
        <p:sp>
          <p:nvSpPr>
            <p:cNvPr id="37" name="object 37"/>
            <p:cNvSpPr/>
            <p:nvPr/>
          </p:nvSpPr>
          <p:spPr>
            <a:xfrm>
              <a:off x="2796159" y="4302505"/>
              <a:ext cx="263525" cy="109220"/>
            </a:xfrm>
            <a:custGeom>
              <a:avLst/>
              <a:gdLst/>
              <a:ahLst/>
              <a:cxnLst/>
              <a:rect l="l" t="t" r="r" b="b"/>
              <a:pathLst>
                <a:path w="263525" h="109220">
                  <a:moveTo>
                    <a:pt x="124841" y="0"/>
                  </a:moveTo>
                  <a:lnTo>
                    <a:pt x="91440" y="0"/>
                  </a:lnTo>
                  <a:lnTo>
                    <a:pt x="91440" y="108839"/>
                  </a:lnTo>
                  <a:lnTo>
                    <a:pt x="121666" y="108839"/>
                  </a:lnTo>
                  <a:lnTo>
                    <a:pt x="134574" y="107955"/>
                  </a:lnTo>
                  <a:lnTo>
                    <a:pt x="145875" y="105298"/>
                  </a:lnTo>
                  <a:lnTo>
                    <a:pt x="155580" y="100855"/>
                  </a:lnTo>
                  <a:lnTo>
                    <a:pt x="159405" y="97917"/>
                  </a:lnTo>
                  <a:lnTo>
                    <a:pt x="104140" y="97917"/>
                  </a:lnTo>
                  <a:lnTo>
                    <a:pt x="104140" y="10922"/>
                  </a:lnTo>
                  <a:lnTo>
                    <a:pt x="160253" y="10922"/>
                  </a:lnTo>
                  <a:lnTo>
                    <a:pt x="156523" y="7929"/>
                  </a:lnTo>
                  <a:lnTo>
                    <a:pt x="147383" y="3524"/>
                  </a:lnTo>
                  <a:lnTo>
                    <a:pt x="136814" y="881"/>
                  </a:lnTo>
                  <a:lnTo>
                    <a:pt x="124841" y="0"/>
                  </a:lnTo>
                  <a:close/>
                </a:path>
                <a:path w="263525" h="109220">
                  <a:moveTo>
                    <a:pt x="160253" y="10922"/>
                  </a:moveTo>
                  <a:lnTo>
                    <a:pt x="122555" y="10922"/>
                  </a:lnTo>
                  <a:lnTo>
                    <a:pt x="132409" y="11608"/>
                  </a:lnTo>
                  <a:lnTo>
                    <a:pt x="141001" y="13652"/>
                  </a:lnTo>
                  <a:lnTo>
                    <a:pt x="164306" y="43844"/>
                  </a:lnTo>
                  <a:lnTo>
                    <a:pt x="164939" y="53340"/>
                  </a:lnTo>
                  <a:lnTo>
                    <a:pt x="164973" y="53848"/>
                  </a:lnTo>
                  <a:lnTo>
                    <a:pt x="147135" y="91648"/>
                  </a:lnTo>
                  <a:lnTo>
                    <a:pt x="119507" y="97917"/>
                  </a:lnTo>
                  <a:lnTo>
                    <a:pt x="159405" y="97917"/>
                  </a:lnTo>
                  <a:lnTo>
                    <a:pt x="178271" y="53848"/>
                  </a:lnTo>
                  <a:lnTo>
                    <a:pt x="178308" y="53340"/>
                  </a:lnTo>
                  <a:lnTo>
                    <a:pt x="177426" y="41457"/>
                  </a:lnTo>
                  <a:lnTo>
                    <a:pt x="174783" y="30956"/>
                  </a:lnTo>
                  <a:lnTo>
                    <a:pt x="170378" y="21836"/>
                  </a:lnTo>
                  <a:lnTo>
                    <a:pt x="164211" y="14097"/>
                  </a:lnTo>
                  <a:lnTo>
                    <a:pt x="160253" y="10922"/>
                  </a:lnTo>
                  <a:close/>
                </a:path>
                <a:path w="263525" h="109220">
                  <a:moveTo>
                    <a:pt x="28193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2700" y="108839"/>
                  </a:lnTo>
                  <a:lnTo>
                    <a:pt x="12700" y="66040"/>
                  </a:lnTo>
                  <a:lnTo>
                    <a:pt x="25527" y="66040"/>
                  </a:lnTo>
                  <a:lnTo>
                    <a:pt x="59814" y="55118"/>
                  </a:lnTo>
                  <a:lnTo>
                    <a:pt x="12700" y="55118"/>
                  </a:lnTo>
                  <a:lnTo>
                    <a:pt x="12700" y="10922"/>
                  </a:lnTo>
                  <a:lnTo>
                    <a:pt x="61158" y="10922"/>
                  </a:lnTo>
                  <a:lnTo>
                    <a:pt x="58880" y="7969"/>
                  </a:lnTo>
                  <a:lnTo>
                    <a:pt x="46102" y="1996"/>
                  </a:lnTo>
                  <a:lnTo>
                    <a:pt x="28193" y="0"/>
                  </a:lnTo>
                  <a:close/>
                </a:path>
                <a:path w="263525" h="109220">
                  <a:moveTo>
                    <a:pt x="61158" y="10922"/>
                  </a:moveTo>
                  <a:lnTo>
                    <a:pt x="36830" y="10922"/>
                  </a:lnTo>
                  <a:lnTo>
                    <a:pt x="44196" y="12700"/>
                  </a:lnTo>
                  <a:lnTo>
                    <a:pt x="53593" y="19812"/>
                  </a:lnTo>
                  <a:lnTo>
                    <a:pt x="55880" y="25146"/>
                  </a:lnTo>
                  <a:lnTo>
                    <a:pt x="55880" y="40259"/>
                  </a:lnTo>
                  <a:lnTo>
                    <a:pt x="53467" y="46101"/>
                  </a:lnTo>
                  <a:lnTo>
                    <a:pt x="43434" y="53340"/>
                  </a:lnTo>
                  <a:lnTo>
                    <a:pt x="35306" y="55118"/>
                  </a:lnTo>
                  <a:lnTo>
                    <a:pt x="59814" y="55118"/>
                  </a:lnTo>
                  <a:lnTo>
                    <a:pt x="62712" y="52216"/>
                  </a:lnTo>
                  <a:lnTo>
                    <a:pt x="66246" y="46355"/>
                  </a:lnTo>
                  <a:lnTo>
                    <a:pt x="68375" y="39540"/>
                  </a:lnTo>
                  <a:lnTo>
                    <a:pt x="69088" y="31750"/>
                  </a:lnTo>
                  <a:lnTo>
                    <a:pt x="66538" y="17895"/>
                  </a:lnTo>
                  <a:lnTo>
                    <a:pt x="61158" y="10922"/>
                  </a:lnTo>
                  <a:close/>
                </a:path>
                <a:path w="263525" h="109220">
                  <a:moveTo>
                    <a:pt x="263398" y="0"/>
                  </a:moveTo>
                  <a:lnTo>
                    <a:pt x="202692" y="0"/>
                  </a:lnTo>
                  <a:lnTo>
                    <a:pt x="202692" y="108839"/>
                  </a:lnTo>
                  <a:lnTo>
                    <a:pt x="215392" y="108839"/>
                  </a:lnTo>
                  <a:lnTo>
                    <a:pt x="215392" y="62357"/>
                  </a:lnTo>
                  <a:lnTo>
                    <a:pt x="260477" y="62357"/>
                  </a:lnTo>
                  <a:lnTo>
                    <a:pt x="260477" y="51054"/>
                  </a:lnTo>
                  <a:lnTo>
                    <a:pt x="215392" y="51054"/>
                  </a:lnTo>
                  <a:lnTo>
                    <a:pt x="215392" y="11303"/>
                  </a:lnTo>
                  <a:lnTo>
                    <a:pt x="263398" y="11303"/>
                  </a:lnTo>
                  <a:lnTo>
                    <a:pt x="2633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96159" y="4302505"/>
              <a:ext cx="263525" cy="109220"/>
            </a:xfrm>
            <a:custGeom>
              <a:avLst/>
              <a:gdLst/>
              <a:ahLst/>
              <a:cxnLst/>
              <a:rect l="l" t="t" r="r" b="b"/>
              <a:pathLst>
                <a:path w="263525" h="109220">
                  <a:moveTo>
                    <a:pt x="104140" y="10922"/>
                  </a:moveTo>
                  <a:lnTo>
                    <a:pt x="104140" y="97917"/>
                  </a:lnTo>
                  <a:lnTo>
                    <a:pt x="119507" y="97917"/>
                  </a:lnTo>
                  <a:lnTo>
                    <a:pt x="158543" y="80529"/>
                  </a:lnTo>
                  <a:lnTo>
                    <a:pt x="164973" y="53848"/>
                  </a:lnTo>
                  <a:lnTo>
                    <a:pt x="164306" y="43844"/>
                  </a:lnTo>
                  <a:lnTo>
                    <a:pt x="141001" y="13652"/>
                  </a:lnTo>
                  <a:lnTo>
                    <a:pt x="122555" y="10922"/>
                  </a:lnTo>
                  <a:lnTo>
                    <a:pt x="104140" y="10922"/>
                  </a:lnTo>
                  <a:close/>
                </a:path>
                <a:path w="263525" h="109220">
                  <a:moveTo>
                    <a:pt x="12700" y="10922"/>
                  </a:moveTo>
                  <a:lnTo>
                    <a:pt x="12700" y="55118"/>
                  </a:lnTo>
                  <a:lnTo>
                    <a:pt x="24130" y="55118"/>
                  </a:lnTo>
                  <a:lnTo>
                    <a:pt x="35306" y="55118"/>
                  </a:lnTo>
                  <a:lnTo>
                    <a:pt x="43434" y="53340"/>
                  </a:lnTo>
                  <a:lnTo>
                    <a:pt x="48387" y="49784"/>
                  </a:lnTo>
                  <a:lnTo>
                    <a:pt x="53467" y="46101"/>
                  </a:lnTo>
                  <a:lnTo>
                    <a:pt x="55880" y="40259"/>
                  </a:lnTo>
                  <a:lnTo>
                    <a:pt x="55880" y="32385"/>
                  </a:lnTo>
                  <a:lnTo>
                    <a:pt x="55880" y="25146"/>
                  </a:lnTo>
                  <a:lnTo>
                    <a:pt x="53593" y="19812"/>
                  </a:lnTo>
                  <a:lnTo>
                    <a:pt x="48895" y="16256"/>
                  </a:lnTo>
                  <a:lnTo>
                    <a:pt x="44196" y="12700"/>
                  </a:lnTo>
                  <a:lnTo>
                    <a:pt x="36830" y="10922"/>
                  </a:lnTo>
                  <a:lnTo>
                    <a:pt x="26797" y="10922"/>
                  </a:lnTo>
                  <a:lnTo>
                    <a:pt x="12700" y="10922"/>
                  </a:lnTo>
                  <a:close/>
                </a:path>
                <a:path w="263525" h="109220">
                  <a:moveTo>
                    <a:pt x="202692" y="0"/>
                  </a:moveTo>
                  <a:lnTo>
                    <a:pt x="263398" y="0"/>
                  </a:lnTo>
                  <a:lnTo>
                    <a:pt x="263398" y="11303"/>
                  </a:lnTo>
                  <a:lnTo>
                    <a:pt x="215392" y="11303"/>
                  </a:lnTo>
                  <a:lnTo>
                    <a:pt x="215392" y="51054"/>
                  </a:lnTo>
                  <a:lnTo>
                    <a:pt x="260477" y="51054"/>
                  </a:lnTo>
                  <a:lnTo>
                    <a:pt x="260477" y="62357"/>
                  </a:lnTo>
                  <a:lnTo>
                    <a:pt x="215392" y="62357"/>
                  </a:lnTo>
                  <a:lnTo>
                    <a:pt x="215392" y="108839"/>
                  </a:lnTo>
                  <a:lnTo>
                    <a:pt x="202692" y="108839"/>
                  </a:lnTo>
                  <a:lnTo>
                    <a:pt x="202692" y="0"/>
                  </a:lnTo>
                  <a:close/>
                </a:path>
                <a:path w="263525" h="109220">
                  <a:moveTo>
                    <a:pt x="91440" y="0"/>
                  </a:moveTo>
                  <a:lnTo>
                    <a:pt x="124841" y="0"/>
                  </a:lnTo>
                  <a:lnTo>
                    <a:pt x="136814" y="881"/>
                  </a:lnTo>
                  <a:lnTo>
                    <a:pt x="170378" y="21836"/>
                  </a:lnTo>
                  <a:lnTo>
                    <a:pt x="178308" y="53340"/>
                  </a:lnTo>
                  <a:lnTo>
                    <a:pt x="177401" y="66057"/>
                  </a:lnTo>
                  <a:lnTo>
                    <a:pt x="155580" y="100855"/>
                  </a:lnTo>
                  <a:lnTo>
                    <a:pt x="121666" y="108839"/>
                  </a:lnTo>
                  <a:lnTo>
                    <a:pt x="91440" y="108839"/>
                  </a:lnTo>
                  <a:lnTo>
                    <a:pt x="91440" y="0"/>
                  </a:lnTo>
                  <a:close/>
                </a:path>
                <a:path w="263525" h="109220">
                  <a:moveTo>
                    <a:pt x="0" y="0"/>
                  </a:moveTo>
                  <a:lnTo>
                    <a:pt x="28193" y="0"/>
                  </a:lnTo>
                  <a:lnTo>
                    <a:pt x="46102" y="1996"/>
                  </a:lnTo>
                  <a:lnTo>
                    <a:pt x="58880" y="7969"/>
                  </a:lnTo>
                  <a:lnTo>
                    <a:pt x="66538" y="17895"/>
                  </a:lnTo>
                  <a:lnTo>
                    <a:pt x="69088" y="31750"/>
                  </a:lnTo>
                  <a:lnTo>
                    <a:pt x="68375" y="39540"/>
                  </a:lnTo>
                  <a:lnTo>
                    <a:pt x="35407" y="65490"/>
                  </a:lnTo>
                  <a:lnTo>
                    <a:pt x="25527" y="66040"/>
                  </a:lnTo>
                  <a:lnTo>
                    <a:pt x="12700" y="66040"/>
                  </a:lnTo>
                  <a:lnTo>
                    <a:pt x="12700" y="108839"/>
                  </a:lnTo>
                  <a:lnTo>
                    <a:pt x="0" y="10883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05404" y="4290821"/>
              <a:ext cx="1171829" cy="148082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2282570" y="4560061"/>
            <a:ext cx="1987550" cy="156210"/>
            <a:chOff x="2282570" y="4560061"/>
            <a:chExt cx="1987550" cy="156210"/>
          </a:xfrm>
        </p:grpSpPr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2570" y="4560061"/>
              <a:ext cx="1955165" cy="15621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252975" y="4682159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15392" y="0"/>
                  </a:moveTo>
                  <a:lnTo>
                    <a:pt x="0" y="0"/>
                  </a:lnTo>
                  <a:lnTo>
                    <a:pt x="0" y="15697"/>
                  </a:lnTo>
                  <a:lnTo>
                    <a:pt x="15392" y="15697"/>
                  </a:lnTo>
                  <a:lnTo>
                    <a:pt x="15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52975" y="4682159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15697"/>
                  </a:moveTo>
                  <a:lnTo>
                    <a:pt x="15392" y="15697"/>
                  </a:lnTo>
                  <a:lnTo>
                    <a:pt x="15392" y="0"/>
                  </a:lnTo>
                  <a:lnTo>
                    <a:pt x="0" y="0"/>
                  </a:lnTo>
                  <a:lnTo>
                    <a:pt x="0" y="1569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31784" y="2020951"/>
            <a:ext cx="2134362" cy="17106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949438" y="2295270"/>
            <a:ext cx="1659509" cy="171068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34325" y="2668270"/>
            <a:ext cx="2654427" cy="151637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7934325" y="2938652"/>
            <a:ext cx="2172335" cy="154940"/>
            <a:chOff x="7934325" y="2938652"/>
            <a:chExt cx="2172335" cy="154940"/>
          </a:xfrm>
        </p:grpSpPr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34325" y="2938652"/>
              <a:ext cx="2139696" cy="154432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089260" y="3061004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15392" y="0"/>
                  </a:moveTo>
                  <a:lnTo>
                    <a:pt x="0" y="0"/>
                  </a:lnTo>
                  <a:lnTo>
                    <a:pt x="0" y="15697"/>
                  </a:lnTo>
                  <a:lnTo>
                    <a:pt x="15392" y="15697"/>
                  </a:lnTo>
                  <a:lnTo>
                    <a:pt x="15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089260" y="3061004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15697"/>
                  </a:moveTo>
                  <a:lnTo>
                    <a:pt x="15392" y="15697"/>
                  </a:lnTo>
                  <a:lnTo>
                    <a:pt x="15392" y="0"/>
                  </a:lnTo>
                  <a:lnTo>
                    <a:pt x="0" y="0"/>
                  </a:lnTo>
                  <a:lnTo>
                    <a:pt x="0" y="1569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" name="object 5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909179" y="3662298"/>
            <a:ext cx="2963672" cy="17106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911845" y="4035425"/>
            <a:ext cx="1601088" cy="14960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911845" y="4311015"/>
            <a:ext cx="2408301" cy="150876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7904226" y="4585334"/>
            <a:ext cx="2138680" cy="151765"/>
            <a:chOff x="7904226" y="4585334"/>
            <a:chExt cx="2138680" cy="151765"/>
          </a:xfrm>
        </p:grpSpPr>
        <p:pic>
          <p:nvPicPr>
            <p:cNvPr id="55" name="object 5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904226" y="4585334"/>
              <a:ext cx="2106168" cy="15125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025633" y="4702479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15392" y="0"/>
                  </a:moveTo>
                  <a:lnTo>
                    <a:pt x="0" y="0"/>
                  </a:lnTo>
                  <a:lnTo>
                    <a:pt x="0" y="15697"/>
                  </a:lnTo>
                  <a:lnTo>
                    <a:pt x="15392" y="15697"/>
                  </a:lnTo>
                  <a:lnTo>
                    <a:pt x="153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025633" y="4702479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15697"/>
                  </a:moveTo>
                  <a:lnTo>
                    <a:pt x="15392" y="15697"/>
                  </a:lnTo>
                  <a:lnTo>
                    <a:pt x="15392" y="0"/>
                  </a:lnTo>
                  <a:lnTo>
                    <a:pt x="0" y="0"/>
                  </a:lnTo>
                  <a:lnTo>
                    <a:pt x="0" y="1569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object 58" descr="Logo  Description automatically generated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0840211" y="6356603"/>
            <a:ext cx="1351788" cy="501395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5230240" y="3019044"/>
            <a:ext cx="1697989" cy="658495"/>
            <a:chOff x="5230240" y="3019044"/>
            <a:chExt cx="1697989" cy="658495"/>
          </a:xfrm>
        </p:grpSpPr>
        <p:sp>
          <p:nvSpPr>
            <p:cNvPr id="60" name="object 60"/>
            <p:cNvSpPr/>
            <p:nvPr/>
          </p:nvSpPr>
          <p:spPr>
            <a:xfrm>
              <a:off x="5231764" y="3020568"/>
              <a:ext cx="1694814" cy="655955"/>
            </a:xfrm>
            <a:custGeom>
              <a:avLst/>
              <a:gdLst/>
              <a:ahLst/>
              <a:cxnLst/>
              <a:rect l="l" t="t" r="r" b="b"/>
              <a:pathLst>
                <a:path w="1694815" h="655954">
                  <a:moveTo>
                    <a:pt x="448310" y="0"/>
                  </a:moveTo>
                  <a:lnTo>
                    <a:pt x="212979" y="0"/>
                  </a:lnTo>
                  <a:lnTo>
                    <a:pt x="0" y="655447"/>
                  </a:lnTo>
                  <a:lnTo>
                    <a:pt x="193801" y="655447"/>
                  </a:lnTo>
                  <a:lnTo>
                    <a:pt x="226822" y="533146"/>
                  </a:lnTo>
                  <a:lnTo>
                    <a:pt x="623718" y="533146"/>
                  </a:lnTo>
                  <a:lnTo>
                    <a:pt x="576126" y="388493"/>
                  </a:lnTo>
                  <a:lnTo>
                    <a:pt x="263525" y="388493"/>
                  </a:lnTo>
                  <a:lnTo>
                    <a:pt x="282025" y="318035"/>
                  </a:lnTo>
                  <a:lnTo>
                    <a:pt x="296941" y="260223"/>
                  </a:lnTo>
                  <a:lnTo>
                    <a:pt x="308262" y="215078"/>
                  </a:lnTo>
                  <a:lnTo>
                    <a:pt x="321403" y="158363"/>
                  </a:lnTo>
                  <a:lnTo>
                    <a:pt x="329352" y="120886"/>
                  </a:lnTo>
                  <a:lnTo>
                    <a:pt x="331850" y="107696"/>
                  </a:lnTo>
                  <a:lnTo>
                    <a:pt x="483742" y="107696"/>
                  </a:lnTo>
                  <a:lnTo>
                    <a:pt x="448310" y="0"/>
                  </a:lnTo>
                  <a:close/>
                </a:path>
                <a:path w="1694815" h="655954">
                  <a:moveTo>
                    <a:pt x="623718" y="533146"/>
                  </a:moveTo>
                  <a:lnTo>
                    <a:pt x="438912" y="533146"/>
                  </a:lnTo>
                  <a:lnTo>
                    <a:pt x="471043" y="655447"/>
                  </a:lnTo>
                  <a:lnTo>
                    <a:pt x="663956" y="655447"/>
                  </a:lnTo>
                  <a:lnTo>
                    <a:pt x="623718" y="533146"/>
                  </a:lnTo>
                  <a:close/>
                </a:path>
                <a:path w="1694815" h="655954">
                  <a:moveTo>
                    <a:pt x="483742" y="107696"/>
                  </a:moveTo>
                  <a:lnTo>
                    <a:pt x="331850" y="107696"/>
                  </a:lnTo>
                  <a:lnTo>
                    <a:pt x="334658" y="121983"/>
                  </a:lnTo>
                  <a:lnTo>
                    <a:pt x="343941" y="162560"/>
                  </a:lnTo>
                  <a:lnTo>
                    <a:pt x="357106" y="215921"/>
                  </a:lnTo>
                  <a:lnTo>
                    <a:pt x="369056" y="262161"/>
                  </a:lnTo>
                  <a:lnTo>
                    <a:pt x="374269" y="281305"/>
                  </a:lnTo>
                  <a:lnTo>
                    <a:pt x="402336" y="388493"/>
                  </a:lnTo>
                  <a:lnTo>
                    <a:pt x="576126" y="388493"/>
                  </a:lnTo>
                  <a:lnTo>
                    <a:pt x="483742" y="107696"/>
                  </a:lnTo>
                  <a:close/>
                </a:path>
                <a:path w="1694815" h="655954">
                  <a:moveTo>
                    <a:pt x="1443355" y="2667"/>
                  </a:moveTo>
                  <a:lnTo>
                    <a:pt x="1266952" y="2667"/>
                  </a:lnTo>
                  <a:lnTo>
                    <a:pt x="1266952" y="655447"/>
                  </a:lnTo>
                  <a:lnTo>
                    <a:pt x="1694688" y="655447"/>
                  </a:lnTo>
                  <a:lnTo>
                    <a:pt x="1694688" y="513080"/>
                  </a:lnTo>
                  <a:lnTo>
                    <a:pt x="1443355" y="513080"/>
                  </a:lnTo>
                  <a:lnTo>
                    <a:pt x="1443355" y="2667"/>
                  </a:lnTo>
                  <a:close/>
                </a:path>
                <a:path w="1694815" h="655954">
                  <a:moveTo>
                    <a:pt x="911479" y="2667"/>
                  </a:moveTo>
                  <a:lnTo>
                    <a:pt x="735076" y="2667"/>
                  </a:lnTo>
                  <a:lnTo>
                    <a:pt x="735076" y="655447"/>
                  </a:lnTo>
                  <a:lnTo>
                    <a:pt x="1162812" y="655447"/>
                  </a:lnTo>
                  <a:lnTo>
                    <a:pt x="1162812" y="513080"/>
                  </a:lnTo>
                  <a:lnTo>
                    <a:pt x="911479" y="513080"/>
                  </a:lnTo>
                  <a:lnTo>
                    <a:pt x="911479" y="26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31764" y="3020568"/>
              <a:ext cx="1694814" cy="655955"/>
            </a:xfrm>
            <a:custGeom>
              <a:avLst/>
              <a:gdLst/>
              <a:ahLst/>
              <a:cxnLst/>
              <a:rect l="l" t="t" r="r" b="b"/>
              <a:pathLst>
                <a:path w="1694815" h="655954">
                  <a:moveTo>
                    <a:pt x="331850" y="107696"/>
                  </a:moveTo>
                  <a:lnTo>
                    <a:pt x="321403" y="158363"/>
                  </a:lnTo>
                  <a:lnTo>
                    <a:pt x="308262" y="215078"/>
                  </a:lnTo>
                  <a:lnTo>
                    <a:pt x="296941" y="260223"/>
                  </a:lnTo>
                  <a:lnTo>
                    <a:pt x="282025" y="318035"/>
                  </a:lnTo>
                  <a:lnTo>
                    <a:pt x="263525" y="388493"/>
                  </a:lnTo>
                  <a:lnTo>
                    <a:pt x="402336" y="388493"/>
                  </a:lnTo>
                  <a:lnTo>
                    <a:pt x="374269" y="281305"/>
                  </a:lnTo>
                  <a:lnTo>
                    <a:pt x="369056" y="262161"/>
                  </a:lnTo>
                  <a:lnTo>
                    <a:pt x="363331" y="240363"/>
                  </a:lnTo>
                  <a:lnTo>
                    <a:pt x="350393" y="188849"/>
                  </a:lnTo>
                  <a:lnTo>
                    <a:pt x="338693" y="140271"/>
                  </a:lnTo>
                  <a:lnTo>
                    <a:pt x="334658" y="121983"/>
                  </a:lnTo>
                  <a:lnTo>
                    <a:pt x="331850" y="107696"/>
                  </a:lnTo>
                  <a:close/>
                </a:path>
                <a:path w="1694815" h="655954">
                  <a:moveTo>
                    <a:pt x="1266952" y="2667"/>
                  </a:moveTo>
                  <a:lnTo>
                    <a:pt x="1443355" y="2667"/>
                  </a:lnTo>
                  <a:lnTo>
                    <a:pt x="1443355" y="513080"/>
                  </a:lnTo>
                  <a:lnTo>
                    <a:pt x="1694688" y="513080"/>
                  </a:lnTo>
                  <a:lnTo>
                    <a:pt x="1694688" y="655447"/>
                  </a:lnTo>
                  <a:lnTo>
                    <a:pt x="1266952" y="655447"/>
                  </a:lnTo>
                  <a:lnTo>
                    <a:pt x="1266952" y="2667"/>
                  </a:lnTo>
                  <a:close/>
                </a:path>
                <a:path w="1694815" h="655954">
                  <a:moveTo>
                    <a:pt x="735076" y="2667"/>
                  </a:moveTo>
                  <a:lnTo>
                    <a:pt x="911479" y="2667"/>
                  </a:lnTo>
                  <a:lnTo>
                    <a:pt x="911479" y="513080"/>
                  </a:lnTo>
                  <a:lnTo>
                    <a:pt x="1162812" y="513080"/>
                  </a:lnTo>
                  <a:lnTo>
                    <a:pt x="1162812" y="655447"/>
                  </a:lnTo>
                  <a:lnTo>
                    <a:pt x="735076" y="655447"/>
                  </a:lnTo>
                  <a:lnTo>
                    <a:pt x="735076" y="2667"/>
                  </a:lnTo>
                  <a:close/>
                </a:path>
                <a:path w="1694815" h="655954">
                  <a:moveTo>
                    <a:pt x="212979" y="0"/>
                  </a:moveTo>
                  <a:lnTo>
                    <a:pt x="448310" y="0"/>
                  </a:lnTo>
                  <a:lnTo>
                    <a:pt x="663956" y="655447"/>
                  </a:lnTo>
                  <a:lnTo>
                    <a:pt x="471043" y="655447"/>
                  </a:lnTo>
                  <a:lnTo>
                    <a:pt x="438912" y="533146"/>
                  </a:lnTo>
                  <a:lnTo>
                    <a:pt x="226822" y="533146"/>
                  </a:lnTo>
                  <a:lnTo>
                    <a:pt x="193801" y="655447"/>
                  </a:lnTo>
                  <a:lnTo>
                    <a:pt x="0" y="655447"/>
                  </a:lnTo>
                  <a:lnTo>
                    <a:pt x="212979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096000" y="0"/>
                </a:moveTo>
                <a:lnTo>
                  <a:pt x="0" y="0"/>
                </a:lnTo>
                <a:lnTo>
                  <a:pt x="0" y="6857999"/>
                </a:lnTo>
                <a:lnTo>
                  <a:pt x="6096000" y="6857999"/>
                </a:lnTo>
                <a:lnTo>
                  <a:pt x="6096000" y="0"/>
                </a:lnTo>
                <a:close/>
              </a:path>
            </a:pathLst>
          </a:custGeom>
          <a:solidFill>
            <a:srgbClr val="0E28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467" y="59181"/>
            <a:ext cx="606805" cy="1240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6536" y="568579"/>
            <a:ext cx="3834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>
                <a:solidFill>
                  <a:srgbClr val="FFFFFF"/>
                </a:solidFill>
                <a:latin typeface="Arial Black"/>
                <a:cs typeface="Arial Black"/>
              </a:rPr>
              <a:t>Statista’s</a:t>
            </a:r>
            <a:r>
              <a:rPr sz="4000" spc="-18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000" spc="-70" dirty="0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endParaRPr sz="40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67" y="1219200"/>
            <a:ext cx="1362849" cy="1785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31619" y="1222628"/>
            <a:ext cx="1235075" cy="1737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9092" y="6558356"/>
            <a:ext cx="856614" cy="1988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95335" y="6565810"/>
            <a:ext cx="817880" cy="19143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14055" y="5990425"/>
            <a:ext cx="592582" cy="1501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01355" y="6129629"/>
            <a:ext cx="9721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80" dirty="0">
                <a:solidFill>
                  <a:srgbClr val="B9B9B9"/>
                </a:solidFill>
                <a:latin typeface="Arial Black"/>
                <a:cs typeface="Arial Black"/>
              </a:rPr>
              <a:t>16</a:t>
            </a:r>
            <a:r>
              <a:rPr sz="2000" spc="-135" dirty="0">
                <a:solidFill>
                  <a:srgbClr val="B9B9B9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B9B9B9"/>
                </a:solidFill>
                <a:latin typeface="Arial Black"/>
                <a:cs typeface="Arial Black"/>
              </a:rPr>
              <a:t>min.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39531" y="2907538"/>
            <a:ext cx="1032256" cy="15278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427211" y="3051175"/>
            <a:ext cx="822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80" dirty="0">
                <a:solidFill>
                  <a:srgbClr val="B9B9B9"/>
                </a:solidFill>
                <a:latin typeface="Arial Black"/>
                <a:cs typeface="Arial Black"/>
              </a:rPr>
              <a:t>8</a:t>
            </a:r>
            <a:r>
              <a:rPr sz="2000" spc="-135" dirty="0">
                <a:solidFill>
                  <a:srgbClr val="B9B9B9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B9B9B9"/>
                </a:solidFill>
                <a:latin typeface="Arial Black"/>
                <a:cs typeface="Arial Black"/>
              </a:rPr>
              <a:t>min.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01355" y="1465199"/>
            <a:ext cx="605917" cy="15367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287893" y="1608582"/>
            <a:ext cx="822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80" dirty="0">
                <a:solidFill>
                  <a:srgbClr val="B9B9B9"/>
                </a:solidFill>
                <a:latin typeface="Arial Black"/>
                <a:cs typeface="Arial Black"/>
              </a:rPr>
              <a:t>7</a:t>
            </a:r>
            <a:r>
              <a:rPr sz="2000" spc="-135" dirty="0">
                <a:solidFill>
                  <a:srgbClr val="B9B9B9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B9B9B9"/>
                </a:solidFill>
                <a:latin typeface="Arial Black"/>
                <a:cs typeface="Arial Black"/>
              </a:rPr>
              <a:t>min.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89895" y="5990425"/>
            <a:ext cx="592581" cy="15011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749917" y="5399532"/>
            <a:ext cx="1032255" cy="1526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36123" y="4761484"/>
            <a:ext cx="606044" cy="1535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9737597" y="4905502"/>
            <a:ext cx="1059180" cy="155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100"/>
              </a:spcBef>
            </a:pPr>
            <a:r>
              <a:rPr sz="2000" spc="-180" dirty="0">
                <a:solidFill>
                  <a:srgbClr val="0985E6"/>
                </a:solidFill>
                <a:latin typeface="Arial Black"/>
                <a:cs typeface="Arial Black"/>
              </a:rPr>
              <a:t>5</a:t>
            </a:r>
            <a:r>
              <a:rPr sz="2000" spc="-135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2000" spc="-60" dirty="0">
                <a:solidFill>
                  <a:srgbClr val="0985E6"/>
                </a:solidFill>
                <a:latin typeface="Arial Black"/>
                <a:cs typeface="Arial Black"/>
              </a:rPr>
              <a:t>sec.</a:t>
            </a:r>
            <a:endParaRPr sz="2000">
              <a:latin typeface="Arial Black"/>
              <a:cs typeface="Arial Black"/>
            </a:endParaRPr>
          </a:p>
          <a:p>
            <a:pPr marL="27940">
              <a:lnSpc>
                <a:spcPct val="100000"/>
              </a:lnSpc>
              <a:spcBef>
                <a:spcPts val="2630"/>
              </a:spcBef>
            </a:pPr>
            <a:r>
              <a:rPr sz="2000" spc="-145" dirty="0">
                <a:solidFill>
                  <a:srgbClr val="0985E6"/>
                </a:solidFill>
                <a:latin typeface="Arial Black"/>
                <a:cs typeface="Arial Black"/>
              </a:rPr>
              <a:t>1.6</a:t>
            </a:r>
            <a:r>
              <a:rPr sz="2000" spc="-150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0985E6"/>
                </a:solidFill>
                <a:latin typeface="Arial Black"/>
                <a:cs typeface="Arial Black"/>
              </a:rPr>
              <a:t>min.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2000" spc="-150" dirty="0">
                <a:solidFill>
                  <a:srgbClr val="0985E6"/>
                </a:solidFill>
                <a:latin typeface="Arial Black"/>
                <a:cs typeface="Arial Black"/>
              </a:rPr>
              <a:t>1.4</a:t>
            </a:r>
            <a:r>
              <a:rPr sz="2000" spc="-140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0985E6"/>
                </a:solidFill>
                <a:latin typeface="Arial Black"/>
                <a:cs typeface="Arial Black"/>
              </a:rPr>
              <a:t>min.</a:t>
            </a:r>
            <a:endParaRPr sz="2000">
              <a:latin typeface="Arial Black"/>
              <a:cs typeface="Arial Black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347204" y="710183"/>
            <a:ext cx="885825" cy="5686425"/>
            <a:chOff x="7347204" y="710183"/>
            <a:chExt cx="885825" cy="5686425"/>
          </a:xfrm>
        </p:grpSpPr>
        <p:sp>
          <p:nvSpPr>
            <p:cNvPr id="20" name="object 20"/>
            <p:cNvSpPr/>
            <p:nvPr/>
          </p:nvSpPr>
          <p:spPr>
            <a:xfrm>
              <a:off x="7347204" y="1124711"/>
              <a:ext cx="885825" cy="1300480"/>
            </a:xfrm>
            <a:custGeom>
              <a:avLst/>
              <a:gdLst/>
              <a:ahLst/>
              <a:cxnLst/>
              <a:rect l="l" t="t" r="r" b="b"/>
              <a:pathLst>
                <a:path w="885825" h="1300480">
                  <a:moveTo>
                    <a:pt x="0" y="1299971"/>
                  </a:moveTo>
                  <a:lnTo>
                    <a:pt x="885444" y="1299971"/>
                  </a:lnTo>
                  <a:lnTo>
                    <a:pt x="885444" y="0"/>
                  </a:lnTo>
                  <a:lnTo>
                    <a:pt x="0" y="0"/>
                  </a:lnTo>
                  <a:lnTo>
                    <a:pt x="0" y="1299971"/>
                  </a:lnTo>
                  <a:close/>
                </a:path>
              </a:pathLst>
            </a:custGeom>
            <a:solidFill>
              <a:srgbClr val="0985E6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A starry night sky  Description automatically generated with medium confidence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47204" y="710183"/>
              <a:ext cx="885444" cy="8488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47204" y="2424683"/>
              <a:ext cx="885825" cy="1426845"/>
            </a:xfrm>
            <a:custGeom>
              <a:avLst/>
              <a:gdLst/>
              <a:ahLst/>
              <a:cxnLst/>
              <a:rect l="l" t="t" r="r" b="b"/>
              <a:pathLst>
                <a:path w="885825" h="1426845">
                  <a:moveTo>
                    <a:pt x="885444" y="0"/>
                  </a:moveTo>
                  <a:lnTo>
                    <a:pt x="0" y="0"/>
                  </a:lnTo>
                  <a:lnTo>
                    <a:pt x="0" y="1426464"/>
                  </a:lnTo>
                  <a:lnTo>
                    <a:pt x="885444" y="1426464"/>
                  </a:lnTo>
                  <a:lnTo>
                    <a:pt x="885444" y="0"/>
                  </a:lnTo>
                  <a:close/>
                </a:path>
              </a:pathLst>
            </a:custGeom>
            <a:solidFill>
              <a:srgbClr val="0431A6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A starry night sky  Description automatically generated with medium confidence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47204" y="2016252"/>
              <a:ext cx="885444" cy="84886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347204" y="3849623"/>
              <a:ext cx="885825" cy="2546985"/>
            </a:xfrm>
            <a:custGeom>
              <a:avLst/>
              <a:gdLst/>
              <a:ahLst/>
              <a:cxnLst/>
              <a:rect l="l" t="t" r="r" b="b"/>
              <a:pathLst>
                <a:path w="885825" h="2546985">
                  <a:moveTo>
                    <a:pt x="885444" y="0"/>
                  </a:moveTo>
                  <a:lnTo>
                    <a:pt x="0" y="0"/>
                  </a:lnTo>
                  <a:lnTo>
                    <a:pt x="0" y="2546604"/>
                  </a:lnTo>
                  <a:lnTo>
                    <a:pt x="885444" y="2546604"/>
                  </a:lnTo>
                  <a:lnTo>
                    <a:pt x="885444" y="0"/>
                  </a:lnTo>
                  <a:close/>
                </a:path>
              </a:pathLst>
            </a:custGeom>
            <a:solidFill>
              <a:srgbClr val="0E283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A starry night sky  Description automatically generated with medium confidence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47204" y="3464051"/>
              <a:ext cx="885444" cy="850391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0473690" y="4696967"/>
            <a:ext cx="1718310" cy="2161540"/>
            <a:chOff x="10473690" y="4696967"/>
            <a:chExt cx="1718310" cy="2161540"/>
          </a:xfrm>
        </p:grpSpPr>
        <p:sp>
          <p:nvSpPr>
            <p:cNvPr id="27" name="object 27"/>
            <p:cNvSpPr/>
            <p:nvPr/>
          </p:nvSpPr>
          <p:spPr>
            <a:xfrm>
              <a:off x="10875264" y="5154167"/>
              <a:ext cx="881380" cy="303530"/>
            </a:xfrm>
            <a:custGeom>
              <a:avLst/>
              <a:gdLst/>
              <a:ahLst/>
              <a:cxnLst/>
              <a:rect l="l" t="t" r="r" b="b"/>
              <a:pathLst>
                <a:path w="881379" h="303529">
                  <a:moveTo>
                    <a:pt x="0" y="303275"/>
                  </a:moveTo>
                  <a:lnTo>
                    <a:pt x="880872" y="303275"/>
                  </a:lnTo>
                  <a:lnTo>
                    <a:pt x="880872" y="0"/>
                  </a:lnTo>
                  <a:lnTo>
                    <a:pt x="0" y="0"/>
                  </a:lnTo>
                  <a:lnTo>
                    <a:pt x="0" y="303275"/>
                  </a:lnTo>
                  <a:close/>
                </a:path>
              </a:pathLst>
            </a:custGeom>
            <a:solidFill>
              <a:srgbClr val="0985E6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875264" y="5457443"/>
              <a:ext cx="881380" cy="462280"/>
            </a:xfrm>
            <a:custGeom>
              <a:avLst/>
              <a:gdLst/>
              <a:ahLst/>
              <a:cxnLst/>
              <a:rect l="l" t="t" r="r" b="b"/>
              <a:pathLst>
                <a:path w="881379" h="462279">
                  <a:moveTo>
                    <a:pt x="0" y="461771"/>
                  </a:moveTo>
                  <a:lnTo>
                    <a:pt x="880872" y="461771"/>
                  </a:lnTo>
                  <a:lnTo>
                    <a:pt x="880872" y="0"/>
                  </a:lnTo>
                  <a:lnTo>
                    <a:pt x="0" y="0"/>
                  </a:lnTo>
                  <a:lnTo>
                    <a:pt x="0" y="461771"/>
                  </a:lnTo>
                  <a:close/>
                </a:path>
              </a:pathLst>
            </a:custGeom>
            <a:solidFill>
              <a:srgbClr val="0431A6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875264" y="5919215"/>
              <a:ext cx="881380" cy="477520"/>
            </a:xfrm>
            <a:custGeom>
              <a:avLst/>
              <a:gdLst/>
              <a:ahLst/>
              <a:cxnLst/>
              <a:rect l="l" t="t" r="r" b="b"/>
              <a:pathLst>
                <a:path w="881379" h="477520">
                  <a:moveTo>
                    <a:pt x="880872" y="0"/>
                  </a:moveTo>
                  <a:lnTo>
                    <a:pt x="0" y="0"/>
                  </a:lnTo>
                  <a:lnTo>
                    <a:pt x="0" y="477012"/>
                  </a:lnTo>
                  <a:lnTo>
                    <a:pt x="880872" y="477012"/>
                  </a:lnTo>
                  <a:lnTo>
                    <a:pt x="880872" y="0"/>
                  </a:lnTo>
                  <a:close/>
                </a:path>
              </a:pathLst>
            </a:custGeom>
            <a:solidFill>
              <a:srgbClr val="0E283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A starry night sky  Description automatically generated with medium confidence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75264" y="5457443"/>
              <a:ext cx="880871" cy="871728"/>
            </a:xfrm>
            <a:prstGeom prst="rect">
              <a:avLst/>
            </a:prstGeom>
          </p:spPr>
        </p:pic>
        <p:pic>
          <p:nvPicPr>
            <p:cNvPr id="31" name="object 31" descr="A starry night sky  Description automatically generated with medium confidence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75264" y="5047487"/>
              <a:ext cx="880871" cy="871727"/>
            </a:xfrm>
            <a:prstGeom prst="rect">
              <a:avLst/>
            </a:prstGeom>
          </p:spPr>
        </p:pic>
        <p:pic>
          <p:nvPicPr>
            <p:cNvPr id="32" name="object 32" descr="A starry night sky  Description automatically generated with medium confidence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75264" y="4696967"/>
              <a:ext cx="880871" cy="87172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0475214" y="6542684"/>
              <a:ext cx="453390" cy="196215"/>
            </a:xfrm>
            <a:custGeom>
              <a:avLst/>
              <a:gdLst/>
              <a:ahLst/>
              <a:cxnLst/>
              <a:rect l="l" t="t" r="r" b="b"/>
              <a:pathLst>
                <a:path w="453390" h="196215">
                  <a:moveTo>
                    <a:pt x="215518" y="58280"/>
                  </a:moveTo>
                  <a:lnTo>
                    <a:pt x="203200" y="58280"/>
                  </a:lnTo>
                  <a:lnTo>
                    <a:pt x="203200" y="193365"/>
                  </a:lnTo>
                  <a:lnTo>
                    <a:pt x="215518" y="193365"/>
                  </a:lnTo>
                  <a:lnTo>
                    <a:pt x="215518" y="58280"/>
                  </a:lnTo>
                  <a:close/>
                </a:path>
                <a:path w="453390" h="196215">
                  <a:moveTo>
                    <a:pt x="13207" y="58280"/>
                  </a:moveTo>
                  <a:lnTo>
                    <a:pt x="0" y="58280"/>
                  </a:lnTo>
                  <a:lnTo>
                    <a:pt x="38734" y="193365"/>
                  </a:lnTo>
                  <a:lnTo>
                    <a:pt x="50926" y="193365"/>
                  </a:lnTo>
                  <a:lnTo>
                    <a:pt x="55597" y="179323"/>
                  </a:lnTo>
                  <a:lnTo>
                    <a:pt x="44830" y="179323"/>
                  </a:lnTo>
                  <a:lnTo>
                    <a:pt x="43281" y="171523"/>
                  </a:lnTo>
                  <a:lnTo>
                    <a:pt x="41100" y="161797"/>
                  </a:lnTo>
                  <a:lnTo>
                    <a:pt x="38276" y="150148"/>
                  </a:lnTo>
                  <a:lnTo>
                    <a:pt x="34797" y="136575"/>
                  </a:lnTo>
                  <a:lnTo>
                    <a:pt x="13207" y="58280"/>
                  </a:lnTo>
                  <a:close/>
                </a:path>
                <a:path w="453390" h="196215">
                  <a:moveTo>
                    <a:pt x="100963" y="76047"/>
                  </a:moveTo>
                  <a:lnTo>
                    <a:pt x="89915" y="76047"/>
                  </a:lnTo>
                  <a:lnTo>
                    <a:pt x="92031" y="84398"/>
                  </a:lnTo>
                  <a:lnTo>
                    <a:pt x="93979" y="91678"/>
                  </a:lnTo>
                  <a:lnTo>
                    <a:pt x="95738" y="97886"/>
                  </a:lnTo>
                  <a:lnTo>
                    <a:pt x="97281" y="103022"/>
                  </a:lnTo>
                  <a:lnTo>
                    <a:pt x="126745" y="193365"/>
                  </a:lnTo>
                  <a:lnTo>
                    <a:pt x="139700" y="193365"/>
                  </a:lnTo>
                  <a:lnTo>
                    <a:pt x="143515" y="179323"/>
                  </a:lnTo>
                  <a:lnTo>
                    <a:pt x="143584" y="179069"/>
                  </a:lnTo>
                  <a:lnTo>
                    <a:pt x="132587" y="179069"/>
                  </a:lnTo>
                  <a:lnTo>
                    <a:pt x="131237" y="173338"/>
                  </a:lnTo>
                  <a:lnTo>
                    <a:pt x="128889" y="164690"/>
                  </a:lnTo>
                  <a:lnTo>
                    <a:pt x="125712" y="153791"/>
                  </a:lnTo>
                  <a:lnTo>
                    <a:pt x="121742" y="140677"/>
                  </a:lnTo>
                  <a:lnTo>
                    <a:pt x="100963" y="76047"/>
                  </a:lnTo>
                  <a:close/>
                </a:path>
                <a:path w="453390" h="196215">
                  <a:moveTo>
                    <a:pt x="95250" y="58280"/>
                  </a:moveTo>
                  <a:lnTo>
                    <a:pt x="84074" y="58280"/>
                  </a:lnTo>
                  <a:lnTo>
                    <a:pt x="56346" y="140423"/>
                  </a:lnTo>
                  <a:lnTo>
                    <a:pt x="45657" y="179069"/>
                  </a:lnTo>
                  <a:lnTo>
                    <a:pt x="45592" y="179323"/>
                  </a:lnTo>
                  <a:lnTo>
                    <a:pt x="55597" y="179323"/>
                  </a:lnTo>
                  <a:lnTo>
                    <a:pt x="80899" y="103263"/>
                  </a:lnTo>
                  <a:lnTo>
                    <a:pt x="86486" y="85255"/>
                  </a:lnTo>
                  <a:lnTo>
                    <a:pt x="89153" y="76047"/>
                  </a:lnTo>
                  <a:lnTo>
                    <a:pt x="100963" y="76047"/>
                  </a:lnTo>
                  <a:lnTo>
                    <a:pt x="95250" y="58280"/>
                  </a:lnTo>
                  <a:close/>
                </a:path>
                <a:path w="453390" h="196215">
                  <a:moveTo>
                    <a:pt x="176402" y="58280"/>
                  </a:moveTo>
                  <a:lnTo>
                    <a:pt x="163956" y="58280"/>
                  </a:lnTo>
                  <a:lnTo>
                    <a:pt x="143382" y="135826"/>
                  </a:lnTo>
                  <a:lnTo>
                    <a:pt x="139404" y="151716"/>
                  </a:lnTo>
                  <a:lnTo>
                    <a:pt x="136413" y="164220"/>
                  </a:lnTo>
                  <a:lnTo>
                    <a:pt x="134448" y="173117"/>
                  </a:lnTo>
                  <a:lnTo>
                    <a:pt x="133350" y="179069"/>
                  </a:lnTo>
                  <a:lnTo>
                    <a:pt x="143584" y="179069"/>
                  </a:lnTo>
                  <a:lnTo>
                    <a:pt x="176402" y="58280"/>
                  </a:lnTo>
                  <a:close/>
                </a:path>
                <a:path w="453390" h="196215">
                  <a:moveTo>
                    <a:pt x="274192" y="68973"/>
                  </a:moveTo>
                  <a:lnTo>
                    <a:pt x="261619" y="68973"/>
                  </a:lnTo>
                  <a:lnTo>
                    <a:pt x="261619" y="156209"/>
                  </a:lnTo>
                  <a:lnTo>
                    <a:pt x="262093" y="164820"/>
                  </a:lnTo>
                  <a:lnTo>
                    <a:pt x="262145" y="165777"/>
                  </a:lnTo>
                  <a:lnTo>
                    <a:pt x="288184" y="195252"/>
                  </a:lnTo>
                  <a:lnTo>
                    <a:pt x="296544" y="195850"/>
                  </a:lnTo>
                  <a:lnTo>
                    <a:pt x="304291" y="195850"/>
                  </a:lnTo>
                  <a:lnTo>
                    <a:pt x="311150" y="194857"/>
                  </a:lnTo>
                  <a:lnTo>
                    <a:pt x="317118" y="192868"/>
                  </a:lnTo>
                  <a:lnTo>
                    <a:pt x="317118" y="184911"/>
                  </a:lnTo>
                  <a:lnTo>
                    <a:pt x="289051" y="184911"/>
                  </a:lnTo>
                  <a:lnTo>
                    <a:pt x="283336" y="182435"/>
                  </a:lnTo>
                  <a:lnTo>
                    <a:pt x="275970" y="172491"/>
                  </a:lnTo>
                  <a:lnTo>
                    <a:pt x="274192" y="164820"/>
                  </a:lnTo>
                  <a:lnTo>
                    <a:pt x="274192" y="68973"/>
                  </a:lnTo>
                  <a:close/>
                </a:path>
                <a:path w="453390" h="196215">
                  <a:moveTo>
                    <a:pt x="317118" y="182930"/>
                  </a:moveTo>
                  <a:lnTo>
                    <a:pt x="311403" y="184251"/>
                  </a:lnTo>
                  <a:lnTo>
                    <a:pt x="304545" y="184911"/>
                  </a:lnTo>
                  <a:lnTo>
                    <a:pt x="317118" y="184911"/>
                  </a:lnTo>
                  <a:lnTo>
                    <a:pt x="317118" y="182930"/>
                  </a:lnTo>
                  <a:close/>
                </a:path>
                <a:path w="453390" h="196215">
                  <a:moveTo>
                    <a:pt x="274192" y="25603"/>
                  </a:moveTo>
                  <a:lnTo>
                    <a:pt x="267842" y="25603"/>
                  </a:lnTo>
                  <a:lnTo>
                    <a:pt x="261619" y="56172"/>
                  </a:lnTo>
                  <a:lnTo>
                    <a:pt x="241680" y="61760"/>
                  </a:lnTo>
                  <a:lnTo>
                    <a:pt x="241680" y="68973"/>
                  </a:lnTo>
                  <a:lnTo>
                    <a:pt x="313816" y="68973"/>
                  </a:lnTo>
                  <a:lnTo>
                    <a:pt x="313816" y="58280"/>
                  </a:lnTo>
                  <a:lnTo>
                    <a:pt x="274192" y="58280"/>
                  </a:lnTo>
                  <a:lnTo>
                    <a:pt x="274192" y="25603"/>
                  </a:lnTo>
                  <a:close/>
                </a:path>
                <a:path w="453390" h="196215">
                  <a:moveTo>
                    <a:pt x="211835" y="8826"/>
                  </a:moveTo>
                  <a:lnTo>
                    <a:pt x="204088" y="8826"/>
                  </a:lnTo>
                  <a:lnTo>
                    <a:pt x="201421" y="12801"/>
                  </a:lnTo>
                  <a:lnTo>
                    <a:pt x="201421" y="28790"/>
                  </a:lnTo>
                  <a:lnTo>
                    <a:pt x="204088" y="32804"/>
                  </a:lnTo>
                  <a:lnTo>
                    <a:pt x="211835" y="32804"/>
                  </a:lnTo>
                  <a:lnTo>
                    <a:pt x="213867" y="31724"/>
                  </a:lnTo>
                  <a:lnTo>
                    <a:pt x="215391" y="29578"/>
                  </a:lnTo>
                  <a:lnTo>
                    <a:pt x="216788" y="27419"/>
                  </a:lnTo>
                  <a:lnTo>
                    <a:pt x="217550" y="24485"/>
                  </a:lnTo>
                  <a:lnTo>
                    <a:pt x="217550" y="16941"/>
                  </a:lnTo>
                  <a:lnTo>
                    <a:pt x="216788" y="13995"/>
                  </a:lnTo>
                  <a:lnTo>
                    <a:pt x="215391" y="11925"/>
                  </a:lnTo>
                  <a:lnTo>
                    <a:pt x="213867" y="9855"/>
                  </a:lnTo>
                  <a:lnTo>
                    <a:pt x="211835" y="8826"/>
                  </a:lnTo>
                  <a:close/>
                </a:path>
                <a:path w="453390" h="196215">
                  <a:moveTo>
                    <a:pt x="358775" y="0"/>
                  </a:moveTo>
                  <a:lnTo>
                    <a:pt x="346455" y="0"/>
                  </a:lnTo>
                  <a:lnTo>
                    <a:pt x="346455" y="193365"/>
                  </a:lnTo>
                  <a:lnTo>
                    <a:pt x="358775" y="193365"/>
                  </a:lnTo>
                  <a:lnTo>
                    <a:pt x="358775" y="118808"/>
                  </a:lnTo>
                  <a:lnTo>
                    <a:pt x="359487" y="106025"/>
                  </a:lnTo>
                  <a:lnTo>
                    <a:pt x="361616" y="95146"/>
                  </a:lnTo>
                  <a:lnTo>
                    <a:pt x="365150" y="86170"/>
                  </a:lnTo>
                  <a:lnTo>
                    <a:pt x="370077" y="79095"/>
                  </a:lnTo>
                  <a:lnTo>
                    <a:pt x="370444" y="78790"/>
                  </a:lnTo>
                  <a:lnTo>
                    <a:pt x="358139" y="78790"/>
                  </a:lnTo>
                  <a:lnTo>
                    <a:pt x="358238" y="76111"/>
                  </a:lnTo>
                  <a:lnTo>
                    <a:pt x="358348" y="73116"/>
                  </a:lnTo>
                  <a:lnTo>
                    <a:pt x="358466" y="69916"/>
                  </a:lnTo>
                  <a:lnTo>
                    <a:pt x="358578" y="66852"/>
                  </a:lnTo>
                  <a:lnTo>
                    <a:pt x="358673" y="64290"/>
                  </a:lnTo>
                  <a:lnTo>
                    <a:pt x="358775" y="0"/>
                  </a:lnTo>
                  <a:close/>
                </a:path>
                <a:path w="453390" h="196215">
                  <a:moveTo>
                    <a:pt x="439574" y="66852"/>
                  </a:moveTo>
                  <a:lnTo>
                    <a:pt x="405510" y="66852"/>
                  </a:lnTo>
                  <a:lnTo>
                    <a:pt x="413944" y="67431"/>
                  </a:lnTo>
                  <a:lnTo>
                    <a:pt x="421163" y="69167"/>
                  </a:lnTo>
                  <a:lnTo>
                    <a:pt x="440646" y="105003"/>
                  </a:lnTo>
                  <a:lnTo>
                    <a:pt x="440689" y="193365"/>
                  </a:lnTo>
                  <a:lnTo>
                    <a:pt x="452881" y="193365"/>
                  </a:lnTo>
                  <a:lnTo>
                    <a:pt x="452881" y="105003"/>
                  </a:lnTo>
                  <a:lnTo>
                    <a:pt x="450002" y="83424"/>
                  </a:lnTo>
                  <a:lnTo>
                    <a:pt x="441372" y="68010"/>
                  </a:lnTo>
                  <a:lnTo>
                    <a:pt x="439574" y="66852"/>
                  </a:lnTo>
                  <a:close/>
                </a:path>
                <a:path w="453390" h="196215">
                  <a:moveTo>
                    <a:pt x="406907" y="55676"/>
                  </a:moveTo>
                  <a:lnTo>
                    <a:pt x="367617" y="68283"/>
                  </a:lnTo>
                  <a:lnTo>
                    <a:pt x="359028" y="78790"/>
                  </a:lnTo>
                  <a:lnTo>
                    <a:pt x="370444" y="78790"/>
                  </a:lnTo>
                  <a:lnTo>
                    <a:pt x="376507" y="73742"/>
                  </a:lnTo>
                  <a:lnTo>
                    <a:pt x="384555" y="69916"/>
                  </a:lnTo>
                  <a:lnTo>
                    <a:pt x="394223" y="67619"/>
                  </a:lnTo>
                  <a:lnTo>
                    <a:pt x="405510" y="66852"/>
                  </a:lnTo>
                  <a:lnTo>
                    <a:pt x="439574" y="66852"/>
                  </a:lnTo>
                  <a:lnTo>
                    <a:pt x="427003" y="58760"/>
                  </a:lnTo>
                  <a:lnTo>
                    <a:pt x="406907" y="55676"/>
                  </a:lnTo>
                  <a:close/>
                </a:path>
              </a:pathLst>
            </a:custGeom>
            <a:solidFill>
              <a:srgbClr val="244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678414" y="6600964"/>
              <a:ext cx="12700" cy="135255"/>
            </a:xfrm>
            <a:custGeom>
              <a:avLst/>
              <a:gdLst/>
              <a:ahLst/>
              <a:cxnLst/>
              <a:rect l="l" t="t" r="r" b="b"/>
              <a:pathLst>
                <a:path w="12700" h="135254">
                  <a:moveTo>
                    <a:pt x="0" y="0"/>
                  </a:moveTo>
                  <a:lnTo>
                    <a:pt x="12318" y="0"/>
                  </a:lnTo>
                  <a:lnTo>
                    <a:pt x="12318" y="135084"/>
                  </a:lnTo>
                  <a:lnTo>
                    <a:pt x="0" y="13508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244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473690" y="6599440"/>
              <a:ext cx="179450" cy="13813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715371" y="6566763"/>
              <a:ext cx="78485" cy="1732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0676636" y="6551510"/>
              <a:ext cx="16510" cy="24130"/>
            </a:xfrm>
            <a:custGeom>
              <a:avLst/>
              <a:gdLst/>
              <a:ahLst/>
              <a:cxnLst/>
              <a:rect l="l" t="t" r="r" b="b"/>
              <a:pathLst>
                <a:path w="16509" h="24129">
                  <a:moveTo>
                    <a:pt x="7874" y="0"/>
                  </a:moveTo>
                  <a:lnTo>
                    <a:pt x="10414" y="0"/>
                  </a:lnTo>
                  <a:lnTo>
                    <a:pt x="12446" y="1028"/>
                  </a:lnTo>
                  <a:lnTo>
                    <a:pt x="13970" y="3098"/>
                  </a:lnTo>
                  <a:lnTo>
                    <a:pt x="15367" y="5168"/>
                  </a:lnTo>
                  <a:lnTo>
                    <a:pt x="16129" y="8115"/>
                  </a:lnTo>
                  <a:lnTo>
                    <a:pt x="16129" y="11925"/>
                  </a:lnTo>
                  <a:lnTo>
                    <a:pt x="16129" y="15659"/>
                  </a:lnTo>
                  <a:lnTo>
                    <a:pt x="15367" y="18592"/>
                  </a:lnTo>
                  <a:lnTo>
                    <a:pt x="13970" y="20751"/>
                  </a:lnTo>
                  <a:lnTo>
                    <a:pt x="12446" y="22898"/>
                  </a:lnTo>
                  <a:lnTo>
                    <a:pt x="10414" y="23977"/>
                  </a:lnTo>
                  <a:lnTo>
                    <a:pt x="7874" y="23977"/>
                  </a:lnTo>
                  <a:lnTo>
                    <a:pt x="2667" y="23977"/>
                  </a:lnTo>
                  <a:lnTo>
                    <a:pt x="0" y="19964"/>
                  </a:lnTo>
                  <a:lnTo>
                    <a:pt x="0" y="11925"/>
                  </a:lnTo>
                  <a:lnTo>
                    <a:pt x="0" y="3975"/>
                  </a:lnTo>
                  <a:lnTo>
                    <a:pt x="2667" y="0"/>
                  </a:lnTo>
                  <a:lnTo>
                    <a:pt x="7874" y="0"/>
                  </a:lnTo>
                  <a:close/>
                </a:path>
              </a:pathLst>
            </a:custGeom>
            <a:ln w="3175">
              <a:solidFill>
                <a:srgbClr val="2448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820146" y="6541160"/>
              <a:ext cx="109474" cy="196413"/>
            </a:xfrm>
            <a:prstGeom prst="rect">
              <a:avLst/>
            </a:prstGeom>
          </p:spPr>
        </p:pic>
        <p:pic>
          <p:nvPicPr>
            <p:cNvPr id="39" name="object 39" descr="Logo  Description automatically generated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834116" y="6347459"/>
              <a:ext cx="1357883" cy="510538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618197" y="4121150"/>
            <a:ext cx="525780" cy="196215"/>
            <a:chOff x="618197" y="4121150"/>
            <a:chExt cx="525780" cy="196215"/>
          </a:xfrm>
        </p:grpSpPr>
        <p:sp>
          <p:nvSpPr>
            <p:cNvPr id="41" name="object 41"/>
            <p:cNvSpPr/>
            <p:nvPr/>
          </p:nvSpPr>
          <p:spPr>
            <a:xfrm>
              <a:off x="619721" y="4122673"/>
              <a:ext cx="522605" cy="193675"/>
            </a:xfrm>
            <a:custGeom>
              <a:avLst/>
              <a:gdLst/>
              <a:ahLst/>
              <a:cxnLst/>
              <a:rect l="l" t="t" r="r" b="b"/>
              <a:pathLst>
                <a:path w="522605" h="193675">
                  <a:moveTo>
                    <a:pt x="334911" y="381"/>
                  </a:moveTo>
                  <a:lnTo>
                    <a:pt x="319100" y="381"/>
                  </a:lnTo>
                  <a:lnTo>
                    <a:pt x="319100" y="62611"/>
                  </a:lnTo>
                  <a:lnTo>
                    <a:pt x="265188" y="62611"/>
                  </a:lnTo>
                  <a:lnTo>
                    <a:pt x="265188" y="75945"/>
                  </a:lnTo>
                  <a:lnTo>
                    <a:pt x="319100" y="75945"/>
                  </a:lnTo>
                  <a:lnTo>
                    <a:pt x="319100" y="192658"/>
                  </a:lnTo>
                  <a:lnTo>
                    <a:pt x="331939" y="192658"/>
                  </a:lnTo>
                  <a:lnTo>
                    <a:pt x="332892" y="192277"/>
                  </a:lnTo>
                  <a:lnTo>
                    <a:pt x="334505" y="190753"/>
                  </a:lnTo>
                  <a:lnTo>
                    <a:pt x="334911" y="189737"/>
                  </a:lnTo>
                  <a:lnTo>
                    <a:pt x="334911" y="381"/>
                  </a:lnTo>
                  <a:close/>
                </a:path>
                <a:path w="522605" h="193675">
                  <a:moveTo>
                    <a:pt x="235394" y="9651"/>
                  </a:moveTo>
                  <a:lnTo>
                    <a:pt x="218973" y="9651"/>
                  </a:lnTo>
                  <a:lnTo>
                    <a:pt x="218973" y="76073"/>
                  </a:lnTo>
                  <a:lnTo>
                    <a:pt x="217487" y="81661"/>
                  </a:lnTo>
                  <a:lnTo>
                    <a:pt x="192112" y="118490"/>
                  </a:lnTo>
                  <a:lnTo>
                    <a:pt x="166674" y="138811"/>
                  </a:lnTo>
                  <a:lnTo>
                    <a:pt x="177419" y="148717"/>
                  </a:lnTo>
                  <a:lnTo>
                    <a:pt x="211137" y="119887"/>
                  </a:lnTo>
                  <a:lnTo>
                    <a:pt x="219379" y="109600"/>
                  </a:lnTo>
                  <a:lnTo>
                    <a:pt x="223304" y="104520"/>
                  </a:lnTo>
                  <a:lnTo>
                    <a:pt x="226116" y="100202"/>
                  </a:lnTo>
                  <a:lnTo>
                    <a:pt x="228092" y="96393"/>
                  </a:lnTo>
                  <a:lnTo>
                    <a:pt x="246374" y="96393"/>
                  </a:lnTo>
                  <a:lnTo>
                    <a:pt x="244606" y="93980"/>
                  </a:lnTo>
                  <a:lnTo>
                    <a:pt x="244513" y="93852"/>
                  </a:lnTo>
                  <a:lnTo>
                    <a:pt x="237210" y="81152"/>
                  </a:lnTo>
                  <a:lnTo>
                    <a:pt x="235394" y="75437"/>
                  </a:lnTo>
                  <a:lnTo>
                    <a:pt x="235394" y="9651"/>
                  </a:lnTo>
                  <a:close/>
                </a:path>
                <a:path w="522605" h="193675">
                  <a:moveTo>
                    <a:pt x="246374" y="96393"/>
                  </a:moveTo>
                  <a:lnTo>
                    <a:pt x="228092" y="96393"/>
                  </a:lnTo>
                  <a:lnTo>
                    <a:pt x="230263" y="100202"/>
                  </a:lnTo>
                  <a:lnTo>
                    <a:pt x="256197" y="128650"/>
                  </a:lnTo>
                  <a:lnTo>
                    <a:pt x="280593" y="145669"/>
                  </a:lnTo>
                  <a:lnTo>
                    <a:pt x="290322" y="134365"/>
                  </a:lnTo>
                  <a:lnTo>
                    <a:pt x="284784" y="131825"/>
                  </a:lnTo>
                  <a:lnTo>
                    <a:pt x="278803" y="128015"/>
                  </a:lnTo>
                  <a:lnTo>
                    <a:pt x="265963" y="117856"/>
                  </a:lnTo>
                  <a:lnTo>
                    <a:pt x="260019" y="112268"/>
                  </a:lnTo>
                  <a:lnTo>
                    <a:pt x="249186" y="100202"/>
                  </a:lnTo>
                  <a:lnTo>
                    <a:pt x="246374" y="96393"/>
                  </a:lnTo>
                  <a:close/>
                </a:path>
                <a:path w="522605" h="193675">
                  <a:moveTo>
                    <a:pt x="86144" y="8889"/>
                  </a:moveTo>
                  <a:lnTo>
                    <a:pt x="0" y="8889"/>
                  </a:lnTo>
                  <a:lnTo>
                    <a:pt x="0" y="22225"/>
                  </a:lnTo>
                  <a:lnTo>
                    <a:pt x="70535" y="22225"/>
                  </a:lnTo>
                  <a:lnTo>
                    <a:pt x="70535" y="67944"/>
                  </a:lnTo>
                  <a:lnTo>
                    <a:pt x="69862" y="68706"/>
                  </a:lnTo>
                  <a:lnTo>
                    <a:pt x="0" y="68706"/>
                  </a:lnTo>
                  <a:lnTo>
                    <a:pt x="0" y="138430"/>
                  </a:lnTo>
                  <a:lnTo>
                    <a:pt x="1181" y="141350"/>
                  </a:lnTo>
                  <a:lnTo>
                    <a:pt x="5905" y="145923"/>
                  </a:lnTo>
                  <a:lnTo>
                    <a:pt x="8851" y="147065"/>
                  </a:lnTo>
                  <a:lnTo>
                    <a:pt x="20391" y="147065"/>
                  </a:lnTo>
                  <a:lnTo>
                    <a:pt x="74422" y="144906"/>
                  </a:lnTo>
                  <a:lnTo>
                    <a:pt x="90703" y="143509"/>
                  </a:lnTo>
                  <a:lnTo>
                    <a:pt x="98615" y="142875"/>
                  </a:lnTo>
                  <a:lnTo>
                    <a:pt x="110303" y="141350"/>
                  </a:lnTo>
                  <a:lnTo>
                    <a:pt x="111277" y="141350"/>
                  </a:lnTo>
                  <a:lnTo>
                    <a:pt x="111277" y="133857"/>
                  </a:lnTo>
                  <a:lnTo>
                    <a:pt x="16619" y="133857"/>
                  </a:lnTo>
                  <a:lnTo>
                    <a:pt x="15811" y="133095"/>
                  </a:lnTo>
                  <a:lnTo>
                    <a:pt x="15811" y="82042"/>
                  </a:lnTo>
                  <a:lnTo>
                    <a:pt x="77292" y="82042"/>
                  </a:lnTo>
                  <a:lnTo>
                    <a:pt x="80225" y="80899"/>
                  </a:lnTo>
                  <a:lnTo>
                    <a:pt x="84963" y="76326"/>
                  </a:lnTo>
                  <a:lnTo>
                    <a:pt x="86144" y="73406"/>
                  </a:lnTo>
                  <a:lnTo>
                    <a:pt x="86144" y="8889"/>
                  </a:lnTo>
                  <a:close/>
                </a:path>
                <a:path w="522605" h="193675">
                  <a:moveTo>
                    <a:pt x="111277" y="128015"/>
                  </a:moveTo>
                  <a:lnTo>
                    <a:pt x="57873" y="132842"/>
                  </a:lnTo>
                  <a:lnTo>
                    <a:pt x="41148" y="133476"/>
                  </a:lnTo>
                  <a:lnTo>
                    <a:pt x="32766" y="133857"/>
                  </a:lnTo>
                  <a:lnTo>
                    <a:pt x="111277" y="133857"/>
                  </a:lnTo>
                  <a:lnTo>
                    <a:pt x="111277" y="128015"/>
                  </a:lnTo>
                  <a:close/>
                </a:path>
                <a:path w="522605" h="193675">
                  <a:moveTo>
                    <a:pt x="522465" y="0"/>
                  </a:moveTo>
                  <a:lnTo>
                    <a:pt x="506666" y="0"/>
                  </a:lnTo>
                  <a:lnTo>
                    <a:pt x="506666" y="192658"/>
                  </a:lnTo>
                  <a:lnTo>
                    <a:pt x="519493" y="192658"/>
                  </a:lnTo>
                  <a:lnTo>
                    <a:pt x="520446" y="192277"/>
                  </a:lnTo>
                  <a:lnTo>
                    <a:pt x="522071" y="190753"/>
                  </a:lnTo>
                  <a:lnTo>
                    <a:pt x="522465" y="189737"/>
                  </a:lnTo>
                  <a:lnTo>
                    <a:pt x="522465" y="0"/>
                  </a:lnTo>
                  <a:close/>
                </a:path>
                <a:path w="522605" h="193675">
                  <a:moveTo>
                    <a:pt x="434098" y="38100"/>
                  </a:moveTo>
                  <a:lnTo>
                    <a:pt x="417677" y="38100"/>
                  </a:lnTo>
                  <a:lnTo>
                    <a:pt x="417677" y="76834"/>
                  </a:lnTo>
                  <a:lnTo>
                    <a:pt x="416125" y="82803"/>
                  </a:lnTo>
                  <a:lnTo>
                    <a:pt x="394906" y="115188"/>
                  </a:lnTo>
                  <a:lnTo>
                    <a:pt x="383120" y="125983"/>
                  </a:lnTo>
                  <a:lnTo>
                    <a:pt x="376974" y="131190"/>
                  </a:lnTo>
                  <a:lnTo>
                    <a:pt x="370992" y="135381"/>
                  </a:lnTo>
                  <a:lnTo>
                    <a:pt x="365188" y="138556"/>
                  </a:lnTo>
                  <a:lnTo>
                    <a:pt x="366941" y="140462"/>
                  </a:lnTo>
                  <a:lnTo>
                    <a:pt x="368757" y="142239"/>
                  </a:lnTo>
                  <a:lnTo>
                    <a:pt x="370649" y="144018"/>
                  </a:lnTo>
                  <a:lnTo>
                    <a:pt x="372541" y="145669"/>
                  </a:lnTo>
                  <a:lnTo>
                    <a:pt x="374434" y="147446"/>
                  </a:lnTo>
                  <a:lnTo>
                    <a:pt x="376326" y="149098"/>
                  </a:lnTo>
                  <a:lnTo>
                    <a:pt x="380657" y="146938"/>
                  </a:lnTo>
                  <a:lnTo>
                    <a:pt x="385381" y="143890"/>
                  </a:lnTo>
                  <a:lnTo>
                    <a:pt x="390525" y="139700"/>
                  </a:lnTo>
                  <a:lnTo>
                    <a:pt x="395655" y="135636"/>
                  </a:lnTo>
                  <a:lnTo>
                    <a:pt x="400446" y="131190"/>
                  </a:lnTo>
                  <a:lnTo>
                    <a:pt x="410044" y="121157"/>
                  </a:lnTo>
                  <a:lnTo>
                    <a:pt x="414299" y="116205"/>
                  </a:lnTo>
                  <a:lnTo>
                    <a:pt x="418084" y="110998"/>
                  </a:lnTo>
                  <a:lnTo>
                    <a:pt x="421868" y="105918"/>
                  </a:lnTo>
                  <a:lnTo>
                    <a:pt x="424500" y="101345"/>
                  </a:lnTo>
                  <a:lnTo>
                    <a:pt x="424763" y="100711"/>
                  </a:lnTo>
                  <a:lnTo>
                    <a:pt x="426186" y="96900"/>
                  </a:lnTo>
                  <a:lnTo>
                    <a:pt x="443439" y="96900"/>
                  </a:lnTo>
                  <a:lnTo>
                    <a:pt x="442379" y="95376"/>
                  </a:lnTo>
                  <a:lnTo>
                    <a:pt x="439064" y="89026"/>
                  </a:lnTo>
                  <a:lnTo>
                    <a:pt x="435749" y="82803"/>
                  </a:lnTo>
                  <a:lnTo>
                    <a:pt x="434166" y="76834"/>
                  </a:lnTo>
                  <a:lnTo>
                    <a:pt x="434098" y="38100"/>
                  </a:lnTo>
                  <a:close/>
                </a:path>
                <a:path w="522605" h="193675">
                  <a:moveTo>
                    <a:pt x="443439" y="96900"/>
                  </a:moveTo>
                  <a:lnTo>
                    <a:pt x="426186" y="96900"/>
                  </a:lnTo>
                  <a:lnTo>
                    <a:pt x="427812" y="100711"/>
                  </a:lnTo>
                  <a:lnTo>
                    <a:pt x="454796" y="131190"/>
                  </a:lnTo>
                  <a:lnTo>
                    <a:pt x="459638" y="135000"/>
                  </a:lnTo>
                  <a:lnTo>
                    <a:pt x="464642" y="139064"/>
                  </a:lnTo>
                  <a:lnTo>
                    <a:pt x="469569" y="142494"/>
                  </a:lnTo>
                  <a:lnTo>
                    <a:pt x="474636" y="145669"/>
                  </a:lnTo>
                  <a:lnTo>
                    <a:pt x="474317" y="145669"/>
                  </a:lnTo>
                  <a:lnTo>
                    <a:pt x="477913" y="141731"/>
                  </a:lnTo>
                  <a:lnTo>
                    <a:pt x="479602" y="139953"/>
                  </a:lnTo>
                  <a:lnTo>
                    <a:pt x="481291" y="138049"/>
                  </a:lnTo>
                  <a:lnTo>
                    <a:pt x="483019" y="136270"/>
                  </a:lnTo>
                  <a:lnTo>
                    <a:pt x="484771" y="134365"/>
                  </a:lnTo>
                  <a:lnTo>
                    <a:pt x="479501" y="131318"/>
                  </a:lnTo>
                  <a:lnTo>
                    <a:pt x="473887" y="127507"/>
                  </a:lnTo>
                  <a:lnTo>
                    <a:pt x="462000" y="117856"/>
                  </a:lnTo>
                  <a:lnTo>
                    <a:pt x="456526" y="112649"/>
                  </a:lnTo>
                  <a:lnTo>
                    <a:pt x="451523" y="106933"/>
                  </a:lnTo>
                  <a:lnTo>
                    <a:pt x="446531" y="101345"/>
                  </a:lnTo>
                  <a:lnTo>
                    <a:pt x="443439" y="96900"/>
                  </a:lnTo>
                  <a:close/>
                </a:path>
                <a:path w="522605" h="193675">
                  <a:moveTo>
                    <a:pt x="481533" y="24892"/>
                  </a:moveTo>
                  <a:lnTo>
                    <a:pt x="370052" y="24892"/>
                  </a:lnTo>
                  <a:lnTo>
                    <a:pt x="370052" y="38100"/>
                  </a:lnTo>
                  <a:lnTo>
                    <a:pt x="481533" y="38100"/>
                  </a:lnTo>
                  <a:lnTo>
                    <a:pt x="481533" y="24892"/>
                  </a:lnTo>
                  <a:close/>
                </a:path>
                <a:path w="522605" h="193675">
                  <a:moveTo>
                    <a:pt x="434098" y="0"/>
                  </a:moveTo>
                  <a:lnTo>
                    <a:pt x="417677" y="0"/>
                  </a:lnTo>
                  <a:lnTo>
                    <a:pt x="417677" y="24892"/>
                  </a:lnTo>
                  <a:lnTo>
                    <a:pt x="434098" y="24892"/>
                  </a:lnTo>
                  <a:lnTo>
                    <a:pt x="434098" y="0"/>
                  </a:lnTo>
                  <a:close/>
                </a:path>
                <a:path w="522605" h="193675">
                  <a:moveTo>
                    <a:pt x="142290" y="0"/>
                  </a:moveTo>
                  <a:lnTo>
                    <a:pt x="126276" y="0"/>
                  </a:lnTo>
                  <a:lnTo>
                    <a:pt x="126276" y="193167"/>
                  </a:lnTo>
                  <a:lnTo>
                    <a:pt x="139319" y="193167"/>
                  </a:lnTo>
                  <a:lnTo>
                    <a:pt x="140258" y="192658"/>
                  </a:lnTo>
                  <a:lnTo>
                    <a:pt x="141884" y="191134"/>
                  </a:lnTo>
                  <a:lnTo>
                    <a:pt x="142290" y="190119"/>
                  </a:lnTo>
                  <a:lnTo>
                    <a:pt x="142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721" y="4122673"/>
              <a:ext cx="522605" cy="193675"/>
            </a:xfrm>
            <a:custGeom>
              <a:avLst/>
              <a:gdLst/>
              <a:ahLst/>
              <a:cxnLst/>
              <a:rect l="l" t="t" r="r" b="b"/>
              <a:pathLst>
                <a:path w="522605" h="193675">
                  <a:moveTo>
                    <a:pt x="218973" y="9651"/>
                  </a:moveTo>
                  <a:lnTo>
                    <a:pt x="235394" y="9651"/>
                  </a:lnTo>
                  <a:lnTo>
                    <a:pt x="235394" y="70231"/>
                  </a:lnTo>
                  <a:lnTo>
                    <a:pt x="235394" y="75437"/>
                  </a:lnTo>
                  <a:lnTo>
                    <a:pt x="237210" y="81152"/>
                  </a:lnTo>
                  <a:lnTo>
                    <a:pt x="240868" y="87502"/>
                  </a:lnTo>
                  <a:lnTo>
                    <a:pt x="244513" y="93852"/>
                  </a:lnTo>
                  <a:lnTo>
                    <a:pt x="249072" y="100075"/>
                  </a:lnTo>
                  <a:lnTo>
                    <a:pt x="254546" y="106171"/>
                  </a:lnTo>
                  <a:lnTo>
                    <a:pt x="260019" y="112268"/>
                  </a:lnTo>
                  <a:lnTo>
                    <a:pt x="265963" y="117856"/>
                  </a:lnTo>
                  <a:lnTo>
                    <a:pt x="272389" y="122936"/>
                  </a:lnTo>
                  <a:lnTo>
                    <a:pt x="278803" y="128015"/>
                  </a:lnTo>
                  <a:lnTo>
                    <a:pt x="284784" y="131825"/>
                  </a:lnTo>
                  <a:lnTo>
                    <a:pt x="290322" y="134365"/>
                  </a:lnTo>
                  <a:lnTo>
                    <a:pt x="280593" y="145669"/>
                  </a:lnTo>
                  <a:lnTo>
                    <a:pt x="246202" y="119125"/>
                  </a:lnTo>
                  <a:lnTo>
                    <a:pt x="228092" y="96393"/>
                  </a:lnTo>
                  <a:lnTo>
                    <a:pt x="226199" y="100075"/>
                  </a:lnTo>
                  <a:lnTo>
                    <a:pt x="223304" y="104520"/>
                  </a:lnTo>
                  <a:lnTo>
                    <a:pt x="219379" y="109600"/>
                  </a:lnTo>
                  <a:lnTo>
                    <a:pt x="215455" y="114807"/>
                  </a:lnTo>
                  <a:lnTo>
                    <a:pt x="186474" y="143382"/>
                  </a:lnTo>
                  <a:lnTo>
                    <a:pt x="177419" y="148717"/>
                  </a:lnTo>
                  <a:lnTo>
                    <a:pt x="166674" y="138811"/>
                  </a:lnTo>
                  <a:lnTo>
                    <a:pt x="173164" y="134746"/>
                  </a:lnTo>
                  <a:lnTo>
                    <a:pt x="179552" y="129920"/>
                  </a:lnTo>
                  <a:lnTo>
                    <a:pt x="185839" y="124206"/>
                  </a:lnTo>
                  <a:lnTo>
                    <a:pt x="192112" y="118490"/>
                  </a:lnTo>
                  <a:lnTo>
                    <a:pt x="197726" y="112649"/>
                  </a:lnTo>
                  <a:lnTo>
                    <a:pt x="202653" y="106425"/>
                  </a:lnTo>
                  <a:lnTo>
                    <a:pt x="207594" y="100202"/>
                  </a:lnTo>
                  <a:lnTo>
                    <a:pt x="211543" y="93980"/>
                  </a:lnTo>
                  <a:lnTo>
                    <a:pt x="214515" y="87883"/>
                  </a:lnTo>
                  <a:lnTo>
                    <a:pt x="217487" y="81661"/>
                  </a:lnTo>
                  <a:lnTo>
                    <a:pt x="218973" y="76073"/>
                  </a:lnTo>
                  <a:lnTo>
                    <a:pt x="218973" y="70865"/>
                  </a:lnTo>
                  <a:lnTo>
                    <a:pt x="218973" y="9651"/>
                  </a:lnTo>
                  <a:close/>
                </a:path>
                <a:path w="522605" h="193675">
                  <a:moveTo>
                    <a:pt x="0" y="8889"/>
                  </a:moveTo>
                  <a:lnTo>
                    <a:pt x="86144" y="8889"/>
                  </a:lnTo>
                  <a:lnTo>
                    <a:pt x="86144" y="69850"/>
                  </a:lnTo>
                  <a:lnTo>
                    <a:pt x="86144" y="73406"/>
                  </a:lnTo>
                  <a:lnTo>
                    <a:pt x="84963" y="76326"/>
                  </a:lnTo>
                  <a:lnTo>
                    <a:pt x="82600" y="78612"/>
                  </a:lnTo>
                  <a:lnTo>
                    <a:pt x="80225" y="80899"/>
                  </a:lnTo>
                  <a:lnTo>
                    <a:pt x="77292" y="82042"/>
                  </a:lnTo>
                  <a:lnTo>
                    <a:pt x="73774" y="82042"/>
                  </a:lnTo>
                  <a:lnTo>
                    <a:pt x="15811" y="82042"/>
                  </a:lnTo>
                  <a:lnTo>
                    <a:pt x="15811" y="131699"/>
                  </a:lnTo>
                  <a:lnTo>
                    <a:pt x="15811" y="133095"/>
                  </a:lnTo>
                  <a:lnTo>
                    <a:pt x="16484" y="133731"/>
                  </a:lnTo>
                  <a:lnTo>
                    <a:pt x="17830" y="133731"/>
                  </a:lnTo>
                  <a:lnTo>
                    <a:pt x="24993" y="133857"/>
                  </a:lnTo>
                  <a:lnTo>
                    <a:pt x="32766" y="133857"/>
                  </a:lnTo>
                  <a:lnTo>
                    <a:pt x="41148" y="133476"/>
                  </a:lnTo>
                  <a:lnTo>
                    <a:pt x="49530" y="133223"/>
                  </a:lnTo>
                  <a:lnTo>
                    <a:pt x="57873" y="132842"/>
                  </a:lnTo>
                  <a:lnTo>
                    <a:pt x="66179" y="132333"/>
                  </a:lnTo>
                  <a:lnTo>
                    <a:pt x="74485" y="131825"/>
                  </a:lnTo>
                  <a:lnTo>
                    <a:pt x="82562" y="131190"/>
                  </a:lnTo>
                  <a:lnTo>
                    <a:pt x="90398" y="130428"/>
                  </a:lnTo>
                  <a:lnTo>
                    <a:pt x="98234" y="129667"/>
                  </a:lnTo>
                  <a:lnTo>
                    <a:pt x="105194" y="128905"/>
                  </a:lnTo>
                  <a:lnTo>
                    <a:pt x="111277" y="128015"/>
                  </a:lnTo>
                  <a:lnTo>
                    <a:pt x="111277" y="141224"/>
                  </a:lnTo>
                  <a:lnTo>
                    <a:pt x="105473" y="141986"/>
                  </a:lnTo>
                  <a:lnTo>
                    <a:pt x="98615" y="142875"/>
                  </a:lnTo>
                  <a:lnTo>
                    <a:pt x="90703" y="143509"/>
                  </a:lnTo>
                  <a:lnTo>
                    <a:pt x="82804" y="144271"/>
                  </a:lnTo>
                  <a:lnTo>
                    <a:pt x="38506" y="146557"/>
                  </a:lnTo>
                  <a:lnTo>
                    <a:pt x="31707" y="146798"/>
                  </a:lnTo>
                  <a:lnTo>
                    <a:pt x="25085" y="146954"/>
                  </a:lnTo>
                  <a:lnTo>
                    <a:pt x="18639" y="147040"/>
                  </a:lnTo>
                  <a:lnTo>
                    <a:pt x="12369" y="147065"/>
                  </a:lnTo>
                  <a:lnTo>
                    <a:pt x="8851" y="147065"/>
                  </a:lnTo>
                  <a:lnTo>
                    <a:pt x="5905" y="145923"/>
                  </a:lnTo>
                  <a:lnTo>
                    <a:pt x="3543" y="143637"/>
                  </a:lnTo>
                  <a:lnTo>
                    <a:pt x="1181" y="141350"/>
                  </a:lnTo>
                  <a:lnTo>
                    <a:pt x="0" y="138430"/>
                  </a:lnTo>
                  <a:lnTo>
                    <a:pt x="0" y="135000"/>
                  </a:lnTo>
                  <a:lnTo>
                    <a:pt x="0" y="68706"/>
                  </a:lnTo>
                  <a:lnTo>
                    <a:pt x="68503" y="68706"/>
                  </a:lnTo>
                  <a:lnTo>
                    <a:pt x="69862" y="68706"/>
                  </a:lnTo>
                  <a:lnTo>
                    <a:pt x="70535" y="67944"/>
                  </a:lnTo>
                  <a:lnTo>
                    <a:pt x="70535" y="66675"/>
                  </a:lnTo>
                  <a:lnTo>
                    <a:pt x="70535" y="22225"/>
                  </a:lnTo>
                  <a:lnTo>
                    <a:pt x="0" y="22225"/>
                  </a:lnTo>
                  <a:lnTo>
                    <a:pt x="0" y="8889"/>
                  </a:lnTo>
                  <a:close/>
                </a:path>
                <a:path w="522605" h="193675">
                  <a:moveTo>
                    <a:pt x="319100" y="381"/>
                  </a:moveTo>
                  <a:lnTo>
                    <a:pt x="334911" y="381"/>
                  </a:lnTo>
                  <a:lnTo>
                    <a:pt x="334911" y="188721"/>
                  </a:lnTo>
                  <a:lnTo>
                    <a:pt x="334911" y="189737"/>
                  </a:lnTo>
                  <a:lnTo>
                    <a:pt x="334505" y="190753"/>
                  </a:lnTo>
                  <a:lnTo>
                    <a:pt x="333692" y="191515"/>
                  </a:lnTo>
                  <a:lnTo>
                    <a:pt x="332892" y="192277"/>
                  </a:lnTo>
                  <a:lnTo>
                    <a:pt x="331939" y="192658"/>
                  </a:lnTo>
                  <a:lnTo>
                    <a:pt x="330860" y="192658"/>
                  </a:lnTo>
                  <a:lnTo>
                    <a:pt x="319100" y="192658"/>
                  </a:lnTo>
                  <a:lnTo>
                    <a:pt x="319100" y="75945"/>
                  </a:lnTo>
                  <a:lnTo>
                    <a:pt x="265188" y="75945"/>
                  </a:lnTo>
                  <a:lnTo>
                    <a:pt x="265188" y="62611"/>
                  </a:lnTo>
                  <a:lnTo>
                    <a:pt x="319100" y="62611"/>
                  </a:lnTo>
                  <a:lnTo>
                    <a:pt x="319100" y="381"/>
                  </a:lnTo>
                  <a:close/>
                </a:path>
                <a:path w="522605" h="193675">
                  <a:moveTo>
                    <a:pt x="506666" y="0"/>
                  </a:moveTo>
                  <a:lnTo>
                    <a:pt x="522465" y="0"/>
                  </a:lnTo>
                  <a:lnTo>
                    <a:pt x="522465" y="188721"/>
                  </a:lnTo>
                  <a:lnTo>
                    <a:pt x="522465" y="189737"/>
                  </a:lnTo>
                  <a:lnTo>
                    <a:pt x="522071" y="190753"/>
                  </a:lnTo>
                  <a:lnTo>
                    <a:pt x="521258" y="191515"/>
                  </a:lnTo>
                  <a:lnTo>
                    <a:pt x="520446" y="192277"/>
                  </a:lnTo>
                  <a:lnTo>
                    <a:pt x="519493" y="192658"/>
                  </a:lnTo>
                  <a:lnTo>
                    <a:pt x="518414" y="192658"/>
                  </a:lnTo>
                  <a:lnTo>
                    <a:pt x="506666" y="192658"/>
                  </a:lnTo>
                  <a:lnTo>
                    <a:pt x="506666" y="0"/>
                  </a:lnTo>
                  <a:close/>
                </a:path>
                <a:path w="522605" h="193675">
                  <a:moveTo>
                    <a:pt x="417677" y="0"/>
                  </a:moveTo>
                  <a:lnTo>
                    <a:pt x="434098" y="0"/>
                  </a:lnTo>
                  <a:lnTo>
                    <a:pt x="434098" y="24892"/>
                  </a:lnTo>
                  <a:lnTo>
                    <a:pt x="481533" y="24892"/>
                  </a:lnTo>
                  <a:lnTo>
                    <a:pt x="481533" y="38100"/>
                  </a:lnTo>
                  <a:lnTo>
                    <a:pt x="434098" y="38100"/>
                  </a:lnTo>
                  <a:lnTo>
                    <a:pt x="434098" y="70484"/>
                  </a:lnTo>
                  <a:lnTo>
                    <a:pt x="434098" y="76581"/>
                  </a:lnTo>
                  <a:lnTo>
                    <a:pt x="435749" y="82803"/>
                  </a:lnTo>
                  <a:lnTo>
                    <a:pt x="439064" y="89026"/>
                  </a:lnTo>
                  <a:lnTo>
                    <a:pt x="442379" y="95376"/>
                  </a:lnTo>
                  <a:lnTo>
                    <a:pt x="446531" y="101345"/>
                  </a:lnTo>
                  <a:lnTo>
                    <a:pt x="451523" y="106933"/>
                  </a:lnTo>
                  <a:lnTo>
                    <a:pt x="456526" y="112649"/>
                  </a:lnTo>
                  <a:lnTo>
                    <a:pt x="462000" y="117856"/>
                  </a:lnTo>
                  <a:lnTo>
                    <a:pt x="467944" y="122681"/>
                  </a:lnTo>
                  <a:lnTo>
                    <a:pt x="473887" y="127507"/>
                  </a:lnTo>
                  <a:lnTo>
                    <a:pt x="479501" y="131318"/>
                  </a:lnTo>
                  <a:lnTo>
                    <a:pt x="484771" y="134365"/>
                  </a:lnTo>
                  <a:lnTo>
                    <a:pt x="483019" y="136270"/>
                  </a:lnTo>
                  <a:lnTo>
                    <a:pt x="481291" y="138049"/>
                  </a:lnTo>
                  <a:lnTo>
                    <a:pt x="479602" y="139953"/>
                  </a:lnTo>
                  <a:lnTo>
                    <a:pt x="477913" y="141731"/>
                  </a:lnTo>
                  <a:lnTo>
                    <a:pt x="476186" y="143637"/>
                  </a:lnTo>
                  <a:lnTo>
                    <a:pt x="474433" y="145542"/>
                  </a:lnTo>
                  <a:lnTo>
                    <a:pt x="469569" y="142494"/>
                  </a:lnTo>
                  <a:lnTo>
                    <a:pt x="464642" y="139064"/>
                  </a:lnTo>
                  <a:lnTo>
                    <a:pt x="459638" y="135000"/>
                  </a:lnTo>
                  <a:lnTo>
                    <a:pt x="454634" y="131063"/>
                  </a:lnTo>
                  <a:lnTo>
                    <a:pt x="449935" y="126873"/>
                  </a:lnTo>
                  <a:lnTo>
                    <a:pt x="445554" y="122555"/>
                  </a:lnTo>
                  <a:lnTo>
                    <a:pt x="441159" y="118237"/>
                  </a:lnTo>
                  <a:lnTo>
                    <a:pt x="426186" y="96900"/>
                  </a:lnTo>
                  <a:lnTo>
                    <a:pt x="424573" y="101218"/>
                  </a:lnTo>
                  <a:lnTo>
                    <a:pt x="421868" y="105918"/>
                  </a:lnTo>
                  <a:lnTo>
                    <a:pt x="418084" y="110998"/>
                  </a:lnTo>
                  <a:lnTo>
                    <a:pt x="414299" y="116205"/>
                  </a:lnTo>
                  <a:lnTo>
                    <a:pt x="390525" y="139700"/>
                  </a:lnTo>
                  <a:lnTo>
                    <a:pt x="385381" y="143890"/>
                  </a:lnTo>
                  <a:lnTo>
                    <a:pt x="380657" y="146938"/>
                  </a:lnTo>
                  <a:lnTo>
                    <a:pt x="376326" y="149098"/>
                  </a:lnTo>
                  <a:lnTo>
                    <a:pt x="374434" y="147446"/>
                  </a:lnTo>
                  <a:lnTo>
                    <a:pt x="372541" y="145669"/>
                  </a:lnTo>
                  <a:lnTo>
                    <a:pt x="370649" y="144018"/>
                  </a:lnTo>
                  <a:lnTo>
                    <a:pt x="368757" y="142239"/>
                  </a:lnTo>
                  <a:lnTo>
                    <a:pt x="366941" y="140462"/>
                  </a:lnTo>
                  <a:lnTo>
                    <a:pt x="365188" y="138556"/>
                  </a:lnTo>
                  <a:lnTo>
                    <a:pt x="370992" y="135381"/>
                  </a:lnTo>
                  <a:lnTo>
                    <a:pt x="376974" y="131190"/>
                  </a:lnTo>
                  <a:lnTo>
                    <a:pt x="383120" y="125983"/>
                  </a:lnTo>
                  <a:lnTo>
                    <a:pt x="389267" y="120903"/>
                  </a:lnTo>
                  <a:lnTo>
                    <a:pt x="394906" y="115188"/>
                  </a:lnTo>
                  <a:lnTo>
                    <a:pt x="400050" y="108965"/>
                  </a:lnTo>
                  <a:lnTo>
                    <a:pt x="405180" y="102743"/>
                  </a:lnTo>
                  <a:lnTo>
                    <a:pt x="409397" y="96393"/>
                  </a:lnTo>
                  <a:lnTo>
                    <a:pt x="412711" y="89788"/>
                  </a:lnTo>
                  <a:lnTo>
                    <a:pt x="416026" y="83184"/>
                  </a:lnTo>
                  <a:lnTo>
                    <a:pt x="417677" y="76834"/>
                  </a:lnTo>
                  <a:lnTo>
                    <a:pt x="417677" y="70738"/>
                  </a:lnTo>
                  <a:lnTo>
                    <a:pt x="417677" y="38100"/>
                  </a:lnTo>
                  <a:lnTo>
                    <a:pt x="370052" y="38100"/>
                  </a:lnTo>
                  <a:lnTo>
                    <a:pt x="370052" y="24892"/>
                  </a:lnTo>
                  <a:lnTo>
                    <a:pt x="417677" y="24892"/>
                  </a:lnTo>
                  <a:lnTo>
                    <a:pt x="417677" y="0"/>
                  </a:lnTo>
                  <a:close/>
                </a:path>
                <a:path w="522605" h="193675">
                  <a:moveTo>
                    <a:pt x="126276" y="0"/>
                  </a:moveTo>
                  <a:lnTo>
                    <a:pt x="142290" y="0"/>
                  </a:lnTo>
                  <a:lnTo>
                    <a:pt x="142290" y="189102"/>
                  </a:lnTo>
                  <a:lnTo>
                    <a:pt x="142290" y="190119"/>
                  </a:lnTo>
                  <a:lnTo>
                    <a:pt x="141884" y="191134"/>
                  </a:lnTo>
                  <a:lnTo>
                    <a:pt x="141071" y="191896"/>
                  </a:lnTo>
                  <a:lnTo>
                    <a:pt x="140258" y="192658"/>
                  </a:lnTo>
                  <a:lnTo>
                    <a:pt x="139319" y="193167"/>
                  </a:lnTo>
                  <a:lnTo>
                    <a:pt x="138239" y="193167"/>
                  </a:lnTo>
                  <a:lnTo>
                    <a:pt x="126276" y="193167"/>
                  </a:lnTo>
                  <a:lnTo>
                    <a:pt x="126276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231684" y="4121530"/>
            <a:ext cx="176110" cy="199009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70913" y="4121150"/>
            <a:ext cx="371856" cy="19964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08555" y="4094860"/>
            <a:ext cx="640969" cy="22199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619248" y="4116196"/>
            <a:ext cx="1184910" cy="20193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69816" y="4124578"/>
            <a:ext cx="184531" cy="192532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4120769" y="4120896"/>
            <a:ext cx="782955" cy="196850"/>
            <a:chOff x="4120769" y="4120896"/>
            <a:chExt cx="782955" cy="196850"/>
          </a:xfrm>
        </p:grpSpPr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20769" y="4120896"/>
              <a:ext cx="741299" cy="19646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881245" y="4276040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20472" y="0"/>
                  </a:moveTo>
                  <a:lnTo>
                    <a:pt x="0" y="0"/>
                  </a:lnTo>
                  <a:lnTo>
                    <a:pt x="0" y="20877"/>
                  </a:lnTo>
                  <a:lnTo>
                    <a:pt x="20472" y="20877"/>
                  </a:lnTo>
                  <a:lnTo>
                    <a:pt x="20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881245" y="4276040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0" y="20877"/>
                  </a:moveTo>
                  <a:lnTo>
                    <a:pt x="20472" y="20877"/>
                  </a:lnTo>
                  <a:lnTo>
                    <a:pt x="20472" y="0"/>
                  </a:lnTo>
                  <a:lnTo>
                    <a:pt x="0" y="0"/>
                  </a:lnTo>
                  <a:lnTo>
                    <a:pt x="0" y="20877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38048" y="2195957"/>
            <a:ext cx="1736089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spc="-1030" dirty="0">
                <a:solidFill>
                  <a:srgbClr val="FFFFFF"/>
                </a:solidFill>
                <a:latin typeface="Arial Black"/>
                <a:cs typeface="Arial Black"/>
              </a:rPr>
              <a:t>28</a:t>
            </a:r>
            <a:endParaRPr sz="11500" dirty="0">
              <a:latin typeface="Arial Black"/>
              <a:cs typeface="Arial Black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06142" y="2423540"/>
            <a:ext cx="14179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5" dirty="0">
                <a:solidFill>
                  <a:srgbClr val="FFFFFF"/>
                </a:solidFill>
                <a:latin typeface="Arial Black"/>
                <a:cs typeface="Arial Black"/>
              </a:rPr>
              <a:t>min.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9876" y="2138552"/>
            <a:ext cx="15309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per</a:t>
            </a:r>
            <a:r>
              <a:rPr sz="20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Research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513076" y="3238500"/>
            <a:ext cx="1069975" cy="462280"/>
          </a:xfrm>
          <a:custGeom>
            <a:avLst/>
            <a:gdLst/>
            <a:ahLst/>
            <a:cxnLst/>
            <a:rect l="l" t="t" r="r" b="b"/>
            <a:pathLst>
              <a:path w="1069975" h="462279">
                <a:moveTo>
                  <a:pt x="1069848" y="0"/>
                </a:moveTo>
                <a:lnTo>
                  <a:pt x="0" y="0"/>
                </a:lnTo>
                <a:lnTo>
                  <a:pt x="534924" y="461772"/>
                </a:lnTo>
                <a:lnTo>
                  <a:pt x="1069848" y="0"/>
                </a:lnTo>
                <a:close/>
              </a:path>
            </a:pathLst>
          </a:custGeom>
          <a:solidFill>
            <a:srgbClr val="0985E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4323" y="55498"/>
            <a:ext cx="1112393" cy="1297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436" y="694690"/>
            <a:ext cx="3754475" cy="3987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967" y="1222502"/>
            <a:ext cx="1349006" cy="1727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17902" y="1216533"/>
            <a:ext cx="691642" cy="182244"/>
          </a:xfrm>
          <a:prstGeom prst="rect">
            <a:avLst/>
          </a:prstGeom>
        </p:spPr>
      </p:pic>
      <p:pic>
        <p:nvPicPr>
          <p:cNvPr id="6" name="object 6" descr="Logo  Description automatically generated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022201" y="6540635"/>
            <a:ext cx="986300" cy="202375"/>
          </a:xfrm>
          <a:prstGeom prst="rect">
            <a:avLst/>
          </a:prstGeom>
        </p:spPr>
      </p:pic>
      <p:pic>
        <p:nvPicPr>
          <p:cNvPr id="7" name="object 7" descr="A starry night sky  Description automatically generated with medium confidence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84292" y="287115"/>
            <a:ext cx="455426" cy="454145"/>
          </a:xfrm>
          <a:prstGeom prst="rect">
            <a:avLst/>
          </a:prstGeom>
        </p:spPr>
      </p:pic>
      <p:pic>
        <p:nvPicPr>
          <p:cNvPr id="8" name="object 8" descr="A starry night sky  Description automatically generated with medium confidence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13494" y="1066227"/>
            <a:ext cx="184430" cy="183103"/>
          </a:xfrm>
          <a:prstGeom prst="rect">
            <a:avLst/>
          </a:prstGeom>
        </p:spPr>
      </p:pic>
      <p:pic>
        <p:nvPicPr>
          <p:cNvPr id="9" name="object 9" descr="A starry night sky  Description automatically generated with medium confidence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01556" y="526415"/>
            <a:ext cx="241426" cy="24066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434828" y="559308"/>
            <a:ext cx="1013460" cy="520700"/>
          </a:xfrm>
          <a:custGeom>
            <a:avLst/>
            <a:gdLst/>
            <a:ahLst/>
            <a:cxnLst/>
            <a:rect l="l" t="t" r="r" b="b"/>
            <a:pathLst>
              <a:path w="1013459" h="520700">
                <a:moveTo>
                  <a:pt x="1013205" y="520700"/>
                </a:moveTo>
                <a:lnTo>
                  <a:pt x="0" y="0"/>
                </a:lnTo>
              </a:path>
            </a:pathLst>
          </a:custGeom>
          <a:ln w="158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42347" y="469391"/>
            <a:ext cx="346075" cy="166370"/>
          </a:xfrm>
          <a:custGeom>
            <a:avLst/>
            <a:gdLst/>
            <a:ahLst/>
            <a:cxnLst/>
            <a:rect l="l" t="t" r="r" b="b"/>
            <a:pathLst>
              <a:path w="346075" h="166370">
                <a:moveTo>
                  <a:pt x="345948" y="0"/>
                </a:moveTo>
                <a:lnTo>
                  <a:pt x="0" y="165862"/>
                </a:lnTo>
              </a:path>
            </a:pathLst>
          </a:custGeom>
          <a:ln w="158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 descr="A starry night sky  Description automatically generated with medium confidence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4060" y="6164579"/>
            <a:ext cx="349389" cy="348272"/>
          </a:xfrm>
          <a:prstGeom prst="rect">
            <a:avLst/>
          </a:prstGeom>
        </p:spPr>
      </p:pic>
      <p:pic>
        <p:nvPicPr>
          <p:cNvPr id="13" name="object 13" descr="A starry night sky  Description automatically generated with medium confidence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9822" y="6091042"/>
            <a:ext cx="193251" cy="192356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24586" y="2121154"/>
            <a:ext cx="351155" cy="351155"/>
            <a:chOff x="624586" y="2121154"/>
            <a:chExt cx="351155" cy="351155"/>
          </a:xfrm>
        </p:grpSpPr>
        <p:sp>
          <p:nvSpPr>
            <p:cNvPr id="15" name="object 15"/>
            <p:cNvSpPr/>
            <p:nvPr/>
          </p:nvSpPr>
          <p:spPr>
            <a:xfrm>
              <a:off x="630936" y="212750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169164" y="0"/>
                  </a:moveTo>
                  <a:lnTo>
                    <a:pt x="124195" y="6039"/>
                  </a:lnTo>
                  <a:lnTo>
                    <a:pt x="83786" y="23085"/>
                  </a:lnTo>
                  <a:lnTo>
                    <a:pt x="49549" y="49530"/>
                  </a:lnTo>
                  <a:lnTo>
                    <a:pt x="23097" y="83763"/>
                  </a:lnTo>
                  <a:lnTo>
                    <a:pt x="6043" y="124177"/>
                  </a:lnTo>
                  <a:lnTo>
                    <a:pt x="0" y="169163"/>
                  </a:lnTo>
                  <a:lnTo>
                    <a:pt x="6043" y="214150"/>
                  </a:lnTo>
                  <a:lnTo>
                    <a:pt x="23097" y="254564"/>
                  </a:lnTo>
                  <a:lnTo>
                    <a:pt x="49549" y="288798"/>
                  </a:lnTo>
                  <a:lnTo>
                    <a:pt x="83786" y="315242"/>
                  </a:lnTo>
                  <a:lnTo>
                    <a:pt x="124195" y="332288"/>
                  </a:lnTo>
                  <a:lnTo>
                    <a:pt x="169164" y="338328"/>
                  </a:lnTo>
                  <a:lnTo>
                    <a:pt x="214132" y="332288"/>
                  </a:lnTo>
                  <a:lnTo>
                    <a:pt x="254541" y="315242"/>
                  </a:lnTo>
                  <a:lnTo>
                    <a:pt x="288778" y="288798"/>
                  </a:lnTo>
                  <a:lnTo>
                    <a:pt x="315230" y="254564"/>
                  </a:lnTo>
                  <a:lnTo>
                    <a:pt x="332284" y="214150"/>
                  </a:lnTo>
                  <a:lnTo>
                    <a:pt x="338327" y="169163"/>
                  </a:lnTo>
                  <a:lnTo>
                    <a:pt x="332284" y="124177"/>
                  </a:lnTo>
                  <a:lnTo>
                    <a:pt x="315230" y="83763"/>
                  </a:lnTo>
                  <a:lnTo>
                    <a:pt x="288778" y="49530"/>
                  </a:lnTo>
                  <a:lnTo>
                    <a:pt x="254541" y="23085"/>
                  </a:lnTo>
                  <a:lnTo>
                    <a:pt x="214132" y="6039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0936" y="212750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5">
                  <a:moveTo>
                    <a:pt x="0" y="169163"/>
                  </a:moveTo>
                  <a:lnTo>
                    <a:pt x="6043" y="124177"/>
                  </a:lnTo>
                  <a:lnTo>
                    <a:pt x="23097" y="83763"/>
                  </a:lnTo>
                  <a:lnTo>
                    <a:pt x="49549" y="49530"/>
                  </a:lnTo>
                  <a:lnTo>
                    <a:pt x="83786" y="23085"/>
                  </a:lnTo>
                  <a:lnTo>
                    <a:pt x="124195" y="6039"/>
                  </a:lnTo>
                  <a:lnTo>
                    <a:pt x="169164" y="0"/>
                  </a:lnTo>
                  <a:lnTo>
                    <a:pt x="214132" y="6039"/>
                  </a:lnTo>
                  <a:lnTo>
                    <a:pt x="254541" y="23085"/>
                  </a:lnTo>
                  <a:lnTo>
                    <a:pt x="288778" y="49530"/>
                  </a:lnTo>
                  <a:lnTo>
                    <a:pt x="315230" y="83763"/>
                  </a:lnTo>
                  <a:lnTo>
                    <a:pt x="332284" y="124177"/>
                  </a:lnTo>
                  <a:lnTo>
                    <a:pt x="338327" y="169163"/>
                  </a:lnTo>
                  <a:lnTo>
                    <a:pt x="332284" y="214150"/>
                  </a:lnTo>
                  <a:lnTo>
                    <a:pt x="315230" y="254564"/>
                  </a:lnTo>
                  <a:lnTo>
                    <a:pt x="288778" y="288798"/>
                  </a:lnTo>
                  <a:lnTo>
                    <a:pt x="254541" y="315242"/>
                  </a:lnTo>
                  <a:lnTo>
                    <a:pt x="214132" y="332288"/>
                  </a:lnTo>
                  <a:lnTo>
                    <a:pt x="169164" y="338328"/>
                  </a:lnTo>
                  <a:lnTo>
                    <a:pt x="124195" y="332288"/>
                  </a:lnTo>
                  <a:lnTo>
                    <a:pt x="83786" y="315242"/>
                  </a:lnTo>
                  <a:lnTo>
                    <a:pt x="49549" y="288798"/>
                  </a:lnTo>
                  <a:lnTo>
                    <a:pt x="23097" y="254564"/>
                  </a:lnTo>
                  <a:lnTo>
                    <a:pt x="6043" y="214150"/>
                  </a:lnTo>
                  <a:lnTo>
                    <a:pt x="0" y="169163"/>
                  </a:lnTo>
                  <a:close/>
                </a:path>
              </a:pathLst>
            </a:custGeom>
            <a:ln w="12700">
              <a:solidFill>
                <a:srgbClr val="098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752" y="2176272"/>
              <a:ext cx="234695" cy="2057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7989" y="2171446"/>
              <a:ext cx="244475" cy="215265"/>
            </a:xfrm>
            <a:custGeom>
              <a:avLst/>
              <a:gdLst/>
              <a:ahLst/>
              <a:cxnLst/>
              <a:rect l="l" t="t" r="r" b="b"/>
              <a:pathLst>
                <a:path w="244475" h="215264">
                  <a:moveTo>
                    <a:pt x="0" y="215264"/>
                  </a:moveTo>
                  <a:lnTo>
                    <a:pt x="244220" y="215264"/>
                  </a:lnTo>
                  <a:lnTo>
                    <a:pt x="244220" y="0"/>
                  </a:lnTo>
                  <a:lnTo>
                    <a:pt x="0" y="0"/>
                  </a:lnTo>
                  <a:lnTo>
                    <a:pt x="0" y="215264"/>
                  </a:lnTo>
                  <a:close/>
                </a:path>
              </a:pathLst>
            </a:custGeom>
            <a:ln w="9525">
              <a:solidFill>
                <a:srgbClr val="0985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97686" y="2104720"/>
            <a:ext cx="1469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5" dirty="0">
                <a:solidFill>
                  <a:srgbClr val="0985E6"/>
                </a:solidFill>
                <a:latin typeface="Arial Black"/>
                <a:cs typeface="Arial Black"/>
              </a:rPr>
              <a:t>MANAGEMENT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5809" y="2463292"/>
            <a:ext cx="111099" cy="11772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74444" y="2457069"/>
            <a:ext cx="1941703" cy="14846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5809" y="2737611"/>
            <a:ext cx="111099" cy="11772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74317" y="2727198"/>
            <a:ext cx="2141982" cy="155066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630936" y="3261359"/>
            <a:ext cx="338455" cy="340360"/>
            <a:chOff x="630936" y="3261359"/>
            <a:chExt cx="338455" cy="340360"/>
          </a:xfrm>
        </p:grpSpPr>
        <p:sp>
          <p:nvSpPr>
            <p:cNvPr id="25" name="object 25"/>
            <p:cNvSpPr/>
            <p:nvPr/>
          </p:nvSpPr>
          <p:spPr>
            <a:xfrm>
              <a:off x="630936" y="3261359"/>
              <a:ext cx="338455" cy="340360"/>
            </a:xfrm>
            <a:custGeom>
              <a:avLst/>
              <a:gdLst/>
              <a:ahLst/>
              <a:cxnLst/>
              <a:rect l="l" t="t" r="r" b="b"/>
              <a:pathLst>
                <a:path w="338455" h="340360">
                  <a:moveTo>
                    <a:pt x="169164" y="0"/>
                  </a:moveTo>
                  <a:lnTo>
                    <a:pt x="124195" y="6069"/>
                  </a:lnTo>
                  <a:lnTo>
                    <a:pt x="83786" y="23198"/>
                  </a:lnTo>
                  <a:lnTo>
                    <a:pt x="49549" y="49768"/>
                  </a:lnTo>
                  <a:lnTo>
                    <a:pt x="23097" y="84158"/>
                  </a:lnTo>
                  <a:lnTo>
                    <a:pt x="6043" y="124751"/>
                  </a:lnTo>
                  <a:lnTo>
                    <a:pt x="0" y="169925"/>
                  </a:lnTo>
                  <a:lnTo>
                    <a:pt x="6043" y="215100"/>
                  </a:lnTo>
                  <a:lnTo>
                    <a:pt x="23097" y="255693"/>
                  </a:lnTo>
                  <a:lnTo>
                    <a:pt x="49549" y="290083"/>
                  </a:lnTo>
                  <a:lnTo>
                    <a:pt x="83786" y="316653"/>
                  </a:lnTo>
                  <a:lnTo>
                    <a:pt x="124195" y="333782"/>
                  </a:lnTo>
                  <a:lnTo>
                    <a:pt x="169164" y="339851"/>
                  </a:lnTo>
                  <a:lnTo>
                    <a:pt x="214132" y="333782"/>
                  </a:lnTo>
                  <a:lnTo>
                    <a:pt x="254541" y="316653"/>
                  </a:lnTo>
                  <a:lnTo>
                    <a:pt x="288778" y="290083"/>
                  </a:lnTo>
                  <a:lnTo>
                    <a:pt x="315230" y="255693"/>
                  </a:lnTo>
                  <a:lnTo>
                    <a:pt x="332284" y="215100"/>
                  </a:lnTo>
                  <a:lnTo>
                    <a:pt x="338327" y="169925"/>
                  </a:lnTo>
                  <a:lnTo>
                    <a:pt x="332284" y="124751"/>
                  </a:lnTo>
                  <a:lnTo>
                    <a:pt x="315230" y="84158"/>
                  </a:lnTo>
                  <a:lnTo>
                    <a:pt x="288778" y="49768"/>
                  </a:lnTo>
                  <a:lnTo>
                    <a:pt x="254541" y="23198"/>
                  </a:lnTo>
                  <a:lnTo>
                    <a:pt x="214132" y="6069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3420" y="3329939"/>
              <a:ext cx="213360" cy="20269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97686" y="3239516"/>
            <a:ext cx="605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35" dirty="0">
                <a:solidFill>
                  <a:srgbClr val="0985E6"/>
                </a:solidFill>
                <a:latin typeface="Arial Black"/>
                <a:cs typeface="Arial Black"/>
              </a:rPr>
              <a:t>SALES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15809" y="3590925"/>
            <a:ext cx="1962162" cy="15125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15809" y="3871595"/>
            <a:ext cx="111099" cy="117729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277874" y="3865498"/>
            <a:ext cx="262255" cy="148590"/>
            <a:chOff x="1277874" y="3865498"/>
            <a:chExt cx="262255" cy="148590"/>
          </a:xfrm>
        </p:grpSpPr>
        <p:sp>
          <p:nvSpPr>
            <p:cNvPr id="31" name="object 31"/>
            <p:cNvSpPr/>
            <p:nvPr/>
          </p:nvSpPr>
          <p:spPr>
            <a:xfrm>
              <a:off x="1279398" y="3867022"/>
              <a:ext cx="259079" cy="145415"/>
            </a:xfrm>
            <a:custGeom>
              <a:avLst/>
              <a:gdLst/>
              <a:ahLst/>
              <a:cxnLst/>
              <a:rect l="l" t="t" r="r" b="b"/>
              <a:pathLst>
                <a:path w="259080" h="145414">
                  <a:moveTo>
                    <a:pt x="251460" y="92201"/>
                  </a:moveTo>
                  <a:lnTo>
                    <a:pt x="162560" y="92201"/>
                  </a:lnTo>
                  <a:lnTo>
                    <a:pt x="162560" y="102234"/>
                  </a:lnTo>
                  <a:lnTo>
                    <a:pt x="245745" y="102234"/>
                  </a:lnTo>
                  <a:lnTo>
                    <a:pt x="246253" y="102743"/>
                  </a:lnTo>
                  <a:lnTo>
                    <a:pt x="246253" y="145160"/>
                  </a:lnTo>
                  <a:lnTo>
                    <a:pt x="256032" y="145160"/>
                  </a:lnTo>
                  <a:lnTo>
                    <a:pt x="256794" y="144779"/>
                  </a:lnTo>
                  <a:lnTo>
                    <a:pt x="257302" y="144144"/>
                  </a:lnTo>
                  <a:lnTo>
                    <a:pt x="257937" y="143637"/>
                  </a:lnTo>
                  <a:lnTo>
                    <a:pt x="258318" y="142875"/>
                  </a:lnTo>
                  <a:lnTo>
                    <a:pt x="258318" y="98678"/>
                  </a:lnTo>
                  <a:lnTo>
                    <a:pt x="257302" y="96519"/>
                  </a:lnTo>
                  <a:lnTo>
                    <a:pt x="255524" y="94868"/>
                  </a:lnTo>
                  <a:lnTo>
                    <a:pt x="253746" y="93090"/>
                  </a:lnTo>
                  <a:lnTo>
                    <a:pt x="251460" y="92201"/>
                  </a:lnTo>
                  <a:close/>
                </a:path>
                <a:path w="259080" h="145414">
                  <a:moveTo>
                    <a:pt x="64770" y="8381"/>
                  </a:moveTo>
                  <a:lnTo>
                    <a:pt x="1015" y="8381"/>
                  </a:lnTo>
                  <a:lnTo>
                    <a:pt x="1015" y="18414"/>
                  </a:lnTo>
                  <a:lnTo>
                    <a:pt x="58928" y="18414"/>
                  </a:lnTo>
                  <a:lnTo>
                    <a:pt x="59436" y="18922"/>
                  </a:lnTo>
                  <a:lnTo>
                    <a:pt x="59436" y="67563"/>
                  </a:lnTo>
                  <a:lnTo>
                    <a:pt x="58420" y="72262"/>
                  </a:lnTo>
                  <a:lnTo>
                    <a:pt x="56515" y="76581"/>
                  </a:lnTo>
                  <a:lnTo>
                    <a:pt x="54737" y="80771"/>
                  </a:lnTo>
                  <a:lnTo>
                    <a:pt x="52196" y="84708"/>
                  </a:lnTo>
                  <a:lnTo>
                    <a:pt x="48895" y="88137"/>
                  </a:lnTo>
                  <a:lnTo>
                    <a:pt x="45720" y="91693"/>
                  </a:lnTo>
                  <a:lnTo>
                    <a:pt x="25273" y="104647"/>
                  </a:lnTo>
                  <a:lnTo>
                    <a:pt x="20955" y="106679"/>
                  </a:lnTo>
                  <a:lnTo>
                    <a:pt x="16510" y="108457"/>
                  </a:lnTo>
                  <a:lnTo>
                    <a:pt x="12192" y="109854"/>
                  </a:lnTo>
                  <a:lnTo>
                    <a:pt x="7746" y="111378"/>
                  </a:lnTo>
                  <a:lnTo>
                    <a:pt x="3683" y="112521"/>
                  </a:lnTo>
                  <a:lnTo>
                    <a:pt x="0" y="113410"/>
                  </a:lnTo>
                  <a:lnTo>
                    <a:pt x="6858" y="122046"/>
                  </a:lnTo>
                  <a:lnTo>
                    <a:pt x="44612" y="106679"/>
                  </a:lnTo>
                  <a:lnTo>
                    <a:pt x="50927" y="101472"/>
                  </a:lnTo>
                  <a:lnTo>
                    <a:pt x="57023" y="96519"/>
                  </a:lnTo>
                  <a:lnTo>
                    <a:pt x="62103" y="90677"/>
                  </a:lnTo>
                  <a:lnTo>
                    <a:pt x="65913" y="83946"/>
                  </a:lnTo>
                  <a:lnTo>
                    <a:pt x="69723" y="77343"/>
                  </a:lnTo>
                  <a:lnTo>
                    <a:pt x="71628" y="69595"/>
                  </a:lnTo>
                  <a:lnTo>
                    <a:pt x="71628" y="14858"/>
                  </a:lnTo>
                  <a:lnTo>
                    <a:pt x="70612" y="12700"/>
                  </a:lnTo>
                  <a:lnTo>
                    <a:pt x="68834" y="11049"/>
                  </a:lnTo>
                  <a:lnTo>
                    <a:pt x="67056" y="9270"/>
                  </a:lnTo>
                  <a:lnTo>
                    <a:pt x="64770" y="8381"/>
                  </a:lnTo>
                  <a:close/>
                </a:path>
                <a:path w="259080" h="145414">
                  <a:moveTo>
                    <a:pt x="109728" y="634"/>
                  </a:moveTo>
                  <a:lnTo>
                    <a:pt x="97790" y="634"/>
                  </a:lnTo>
                  <a:lnTo>
                    <a:pt x="97790" y="144906"/>
                  </a:lnTo>
                  <a:lnTo>
                    <a:pt x="107442" y="144906"/>
                  </a:lnTo>
                  <a:lnTo>
                    <a:pt x="108204" y="144652"/>
                  </a:lnTo>
                  <a:lnTo>
                    <a:pt x="108712" y="144018"/>
                  </a:lnTo>
                  <a:lnTo>
                    <a:pt x="109347" y="143382"/>
                  </a:lnTo>
                  <a:lnTo>
                    <a:pt x="109728" y="142747"/>
                  </a:lnTo>
                  <a:lnTo>
                    <a:pt x="109728" y="63245"/>
                  </a:lnTo>
                  <a:lnTo>
                    <a:pt x="132080" y="63245"/>
                  </a:lnTo>
                  <a:lnTo>
                    <a:pt x="132080" y="53212"/>
                  </a:lnTo>
                  <a:lnTo>
                    <a:pt x="109728" y="53212"/>
                  </a:lnTo>
                  <a:lnTo>
                    <a:pt x="109728" y="634"/>
                  </a:lnTo>
                  <a:close/>
                </a:path>
                <a:path w="259080" h="145414">
                  <a:moveTo>
                    <a:pt x="204215" y="5460"/>
                  </a:moveTo>
                  <a:lnTo>
                    <a:pt x="147828" y="5460"/>
                  </a:lnTo>
                  <a:lnTo>
                    <a:pt x="147828" y="15366"/>
                  </a:lnTo>
                  <a:lnTo>
                    <a:pt x="197993" y="15366"/>
                  </a:lnTo>
                  <a:lnTo>
                    <a:pt x="198501" y="15875"/>
                  </a:lnTo>
                  <a:lnTo>
                    <a:pt x="198501" y="41275"/>
                  </a:lnTo>
                  <a:lnTo>
                    <a:pt x="196850" y="46608"/>
                  </a:lnTo>
                  <a:lnTo>
                    <a:pt x="163830" y="70484"/>
                  </a:lnTo>
                  <a:lnTo>
                    <a:pt x="157480" y="72643"/>
                  </a:lnTo>
                  <a:lnTo>
                    <a:pt x="151257" y="74294"/>
                  </a:lnTo>
                  <a:lnTo>
                    <a:pt x="145161" y="75818"/>
                  </a:lnTo>
                  <a:lnTo>
                    <a:pt x="146304" y="77215"/>
                  </a:lnTo>
                  <a:lnTo>
                    <a:pt x="149733" y="81025"/>
                  </a:lnTo>
                  <a:lnTo>
                    <a:pt x="152019" y="83819"/>
                  </a:lnTo>
                  <a:lnTo>
                    <a:pt x="159258" y="82168"/>
                  </a:lnTo>
                  <a:lnTo>
                    <a:pt x="166370" y="80009"/>
                  </a:lnTo>
                  <a:lnTo>
                    <a:pt x="180340" y="74929"/>
                  </a:lnTo>
                  <a:lnTo>
                    <a:pt x="186690" y="71754"/>
                  </a:lnTo>
                  <a:lnTo>
                    <a:pt x="192151" y="67818"/>
                  </a:lnTo>
                  <a:lnTo>
                    <a:pt x="197739" y="64007"/>
                  </a:lnTo>
                  <a:lnTo>
                    <a:pt x="202063" y="59435"/>
                  </a:lnTo>
                  <a:lnTo>
                    <a:pt x="204633" y="55499"/>
                  </a:lnTo>
                  <a:lnTo>
                    <a:pt x="209042" y="48640"/>
                  </a:lnTo>
                  <a:lnTo>
                    <a:pt x="210693" y="42163"/>
                  </a:lnTo>
                  <a:lnTo>
                    <a:pt x="210693" y="27177"/>
                  </a:lnTo>
                  <a:lnTo>
                    <a:pt x="258699" y="27177"/>
                  </a:lnTo>
                  <a:lnTo>
                    <a:pt x="258699" y="17271"/>
                  </a:lnTo>
                  <a:lnTo>
                    <a:pt x="210693" y="17271"/>
                  </a:lnTo>
                  <a:lnTo>
                    <a:pt x="210693" y="12318"/>
                  </a:lnTo>
                  <a:lnTo>
                    <a:pt x="209931" y="10159"/>
                  </a:lnTo>
                  <a:lnTo>
                    <a:pt x="208153" y="8381"/>
                  </a:lnTo>
                  <a:lnTo>
                    <a:pt x="206502" y="6476"/>
                  </a:lnTo>
                  <a:lnTo>
                    <a:pt x="204215" y="5460"/>
                  </a:lnTo>
                  <a:close/>
                </a:path>
                <a:path w="259080" h="145414">
                  <a:moveTo>
                    <a:pt x="258699" y="27177"/>
                  </a:moveTo>
                  <a:lnTo>
                    <a:pt x="246634" y="27177"/>
                  </a:lnTo>
                  <a:lnTo>
                    <a:pt x="246634" y="54737"/>
                  </a:lnTo>
                  <a:lnTo>
                    <a:pt x="205486" y="54737"/>
                  </a:lnTo>
                  <a:lnTo>
                    <a:pt x="205486" y="64643"/>
                  </a:lnTo>
                  <a:lnTo>
                    <a:pt x="246634" y="64643"/>
                  </a:lnTo>
                  <a:lnTo>
                    <a:pt x="246634" y="83438"/>
                  </a:lnTo>
                  <a:lnTo>
                    <a:pt x="256540" y="83438"/>
                  </a:lnTo>
                  <a:lnTo>
                    <a:pt x="257175" y="83057"/>
                  </a:lnTo>
                  <a:lnTo>
                    <a:pt x="258445" y="82041"/>
                  </a:lnTo>
                  <a:lnTo>
                    <a:pt x="258699" y="81279"/>
                  </a:lnTo>
                  <a:lnTo>
                    <a:pt x="258699" y="27177"/>
                  </a:lnTo>
                  <a:close/>
                </a:path>
                <a:path w="259080" h="145414">
                  <a:moveTo>
                    <a:pt x="258699" y="0"/>
                  </a:moveTo>
                  <a:lnTo>
                    <a:pt x="246634" y="0"/>
                  </a:lnTo>
                  <a:lnTo>
                    <a:pt x="246634" y="17271"/>
                  </a:lnTo>
                  <a:lnTo>
                    <a:pt x="258699" y="17271"/>
                  </a:lnTo>
                  <a:lnTo>
                    <a:pt x="258699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41958" y="3959224"/>
              <a:ext cx="95885" cy="53340"/>
            </a:xfrm>
            <a:custGeom>
              <a:avLst/>
              <a:gdLst/>
              <a:ahLst/>
              <a:cxnLst/>
              <a:rect l="l" t="t" r="r" b="b"/>
              <a:pathLst>
                <a:path w="95884" h="53339">
                  <a:moveTo>
                    <a:pt x="0" y="0"/>
                  </a:moveTo>
                  <a:lnTo>
                    <a:pt x="86359" y="0"/>
                  </a:lnTo>
                  <a:lnTo>
                    <a:pt x="88900" y="0"/>
                  </a:lnTo>
                  <a:lnTo>
                    <a:pt x="91185" y="888"/>
                  </a:lnTo>
                  <a:lnTo>
                    <a:pt x="92963" y="2667"/>
                  </a:lnTo>
                  <a:lnTo>
                    <a:pt x="94741" y="4318"/>
                  </a:lnTo>
                  <a:lnTo>
                    <a:pt x="95757" y="6476"/>
                  </a:lnTo>
                  <a:lnTo>
                    <a:pt x="95757" y="9143"/>
                  </a:lnTo>
                  <a:lnTo>
                    <a:pt x="95757" y="49911"/>
                  </a:lnTo>
                  <a:lnTo>
                    <a:pt x="95757" y="50673"/>
                  </a:lnTo>
                  <a:lnTo>
                    <a:pt x="95376" y="51435"/>
                  </a:lnTo>
                  <a:lnTo>
                    <a:pt x="94741" y="51943"/>
                  </a:lnTo>
                  <a:lnTo>
                    <a:pt x="94233" y="52577"/>
                  </a:lnTo>
                  <a:lnTo>
                    <a:pt x="93472" y="52958"/>
                  </a:lnTo>
                  <a:lnTo>
                    <a:pt x="92709" y="52958"/>
                  </a:lnTo>
                  <a:lnTo>
                    <a:pt x="83692" y="52958"/>
                  </a:lnTo>
                  <a:lnTo>
                    <a:pt x="83692" y="11556"/>
                  </a:lnTo>
                  <a:lnTo>
                    <a:pt x="83692" y="10541"/>
                  </a:lnTo>
                  <a:lnTo>
                    <a:pt x="83184" y="10032"/>
                  </a:lnTo>
                  <a:lnTo>
                    <a:pt x="82168" y="10032"/>
                  </a:lnTo>
                  <a:lnTo>
                    <a:pt x="0" y="10032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7874" y="3873880"/>
              <a:ext cx="74676" cy="1167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77188" y="3867022"/>
              <a:ext cx="161290" cy="145415"/>
            </a:xfrm>
            <a:custGeom>
              <a:avLst/>
              <a:gdLst/>
              <a:ahLst/>
              <a:cxnLst/>
              <a:rect l="l" t="t" r="r" b="b"/>
              <a:pathLst>
                <a:path w="161290" h="145414">
                  <a:moveTo>
                    <a:pt x="0" y="634"/>
                  </a:moveTo>
                  <a:lnTo>
                    <a:pt x="11937" y="634"/>
                  </a:lnTo>
                  <a:lnTo>
                    <a:pt x="11937" y="53212"/>
                  </a:lnTo>
                  <a:lnTo>
                    <a:pt x="34290" y="53212"/>
                  </a:lnTo>
                  <a:lnTo>
                    <a:pt x="34290" y="63245"/>
                  </a:lnTo>
                  <a:lnTo>
                    <a:pt x="11937" y="63245"/>
                  </a:lnTo>
                  <a:lnTo>
                    <a:pt x="11937" y="141858"/>
                  </a:lnTo>
                  <a:lnTo>
                    <a:pt x="11937" y="142747"/>
                  </a:lnTo>
                  <a:lnTo>
                    <a:pt x="11556" y="143382"/>
                  </a:lnTo>
                  <a:lnTo>
                    <a:pt x="10921" y="144018"/>
                  </a:lnTo>
                  <a:lnTo>
                    <a:pt x="10414" y="144652"/>
                  </a:lnTo>
                  <a:lnTo>
                    <a:pt x="9652" y="144906"/>
                  </a:lnTo>
                  <a:lnTo>
                    <a:pt x="8890" y="144906"/>
                  </a:lnTo>
                  <a:lnTo>
                    <a:pt x="0" y="144906"/>
                  </a:lnTo>
                  <a:lnTo>
                    <a:pt x="0" y="634"/>
                  </a:lnTo>
                  <a:close/>
                </a:path>
                <a:path w="161290" h="145414">
                  <a:moveTo>
                    <a:pt x="148844" y="0"/>
                  </a:moveTo>
                  <a:lnTo>
                    <a:pt x="160909" y="0"/>
                  </a:lnTo>
                  <a:lnTo>
                    <a:pt x="160909" y="80390"/>
                  </a:lnTo>
                  <a:lnTo>
                    <a:pt x="160909" y="81279"/>
                  </a:lnTo>
                  <a:lnTo>
                    <a:pt x="160655" y="82041"/>
                  </a:lnTo>
                  <a:lnTo>
                    <a:pt x="160020" y="82550"/>
                  </a:lnTo>
                  <a:lnTo>
                    <a:pt x="159384" y="83057"/>
                  </a:lnTo>
                  <a:lnTo>
                    <a:pt x="158750" y="83438"/>
                  </a:lnTo>
                  <a:lnTo>
                    <a:pt x="157861" y="83438"/>
                  </a:lnTo>
                  <a:lnTo>
                    <a:pt x="148844" y="83438"/>
                  </a:lnTo>
                  <a:lnTo>
                    <a:pt x="148844" y="64643"/>
                  </a:lnTo>
                  <a:lnTo>
                    <a:pt x="107696" y="64643"/>
                  </a:lnTo>
                  <a:lnTo>
                    <a:pt x="107696" y="54737"/>
                  </a:lnTo>
                  <a:lnTo>
                    <a:pt x="148844" y="54737"/>
                  </a:lnTo>
                  <a:lnTo>
                    <a:pt x="148844" y="27177"/>
                  </a:lnTo>
                  <a:lnTo>
                    <a:pt x="112903" y="27177"/>
                  </a:lnTo>
                  <a:lnTo>
                    <a:pt x="112903" y="34670"/>
                  </a:lnTo>
                  <a:lnTo>
                    <a:pt x="112903" y="42163"/>
                  </a:lnTo>
                  <a:lnTo>
                    <a:pt x="94361" y="67818"/>
                  </a:lnTo>
                  <a:lnTo>
                    <a:pt x="88900" y="71754"/>
                  </a:lnTo>
                  <a:lnTo>
                    <a:pt x="54228" y="83819"/>
                  </a:lnTo>
                  <a:lnTo>
                    <a:pt x="53086" y="82422"/>
                  </a:lnTo>
                  <a:lnTo>
                    <a:pt x="51943" y="81025"/>
                  </a:lnTo>
                  <a:lnTo>
                    <a:pt x="50800" y="79756"/>
                  </a:lnTo>
                  <a:lnTo>
                    <a:pt x="49656" y="78485"/>
                  </a:lnTo>
                  <a:lnTo>
                    <a:pt x="48514" y="77215"/>
                  </a:lnTo>
                  <a:lnTo>
                    <a:pt x="47371" y="75818"/>
                  </a:lnTo>
                  <a:lnTo>
                    <a:pt x="53467" y="74294"/>
                  </a:lnTo>
                  <a:lnTo>
                    <a:pt x="59690" y="72643"/>
                  </a:lnTo>
                  <a:lnTo>
                    <a:pt x="66040" y="70484"/>
                  </a:lnTo>
                  <a:lnTo>
                    <a:pt x="72262" y="68452"/>
                  </a:lnTo>
                  <a:lnTo>
                    <a:pt x="77978" y="65785"/>
                  </a:lnTo>
                  <a:lnTo>
                    <a:pt x="83184" y="62610"/>
                  </a:lnTo>
                  <a:lnTo>
                    <a:pt x="88392" y="59435"/>
                  </a:lnTo>
                  <a:lnTo>
                    <a:pt x="92583" y="55499"/>
                  </a:lnTo>
                  <a:lnTo>
                    <a:pt x="95884" y="51053"/>
                  </a:lnTo>
                  <a:lnTo>
                    <a:pt x="99059" y="46608"/>
                  </a:lnTo>
                  <a:lnTo>
                    <a:pt x="100711" y="41275"/>
                  </a:lnTo>
                  <a:lnTo>
                    <a:pt x="100711" y="35178"/>
                  </a:lnTo>
                  <a:lnTo>
                    <a:pt x="100711" y="16890"/>
                  </a:lnTo>
                  <a:lnTo>
                    <a:pt x="100711" y="15875"/>
                  </a:lnTo>
                  <a:lnTo>
                    <a:pt x="100203" y="15366"/>
                  </a:lnTo>
                  <a:lnTo>
                    <a:pt x="99187" y="15366"/>
                  </a:lnTo>
                  <a:lnTo>
                    <a:pt x="50037" y="15366"/>
                  </a:lnTo>
                  <a:lnTo>
                    <a:pt x="50037" y="5460"/>
                  </a:lnTo>
                  <a:lnTo>
                    <a:pt x="103631" y="5460"/>
                  </a:lnTo>
                  <a:lnTo>
                    <a:pt x="106425" y="5460"/>
                  </a:lnTo>
                  <a:lnTo>
                    <a:pt x="108712" y="6476"/>
                  </a:lnTo>
                  <a:lnTo>
                    <a:pt x="110362" y="8381"/>
                  </a:lnTo>
                  <a:lnTo>
                    <a:pt x="112140" y="10159"/>
                  </a:lnTo>
                  <a:lnTo>
                    <a:pt x="112903" y="12318"/>
                  </a:lnTo>
                  <a:lnTo>
                    <a:pt x="112903" y="14604"/>
                  </a:lnTo>
                  <a:lnTo>
                    <a:pt x="112903" y="17271"/>
                  </a:lnTo>
                  <a:lnTo>
                    <a:pt x="148844" y="17271"/>
                  </a:lnTo>
                  <a:lnTo>
                    <a:pt x="148844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608200" y="3865498"/>
            <a:ext cx="1261745" cy="15506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15809" y="4139819"/>
            <a:ext cx="1896884" cy="15074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082670" y="4140200"/>
            <a:ext cx="379349" cy="14744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526282" y="4138676"/>
            <a:ext cx="1187831" cy="151892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630936" y="4657344"/>
            <a:ext cx="338455" cy="338455"/>
            <a:chOff x="630936" y="4657344"/>
            <a:chExt cx="338455" cy="338455"/>
          </a:xfrm>
        </p:grpSpPr>
        <p:sp>
          <p:nvSpPr>
            <p:cNvPr id="40" name="object 40"/>
            <p:cNvSpPr/>
            <p:nvPr/>
          </p:nvSpPr>
          <p:spPr>
            <a:xfrm>
              <a:off x="630936" y="465734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5" h="338454">
                  <a:moveTo>
                    <a:pt x="169164" y="0"/>
                  </a:moveTo>
                  <a:lnTo>
                    <a:pt x="124195" y="6039"/>
                  </a:lnTo>
                  <a:lnTo>
                    <a:pt x="83786" y="23085"/>
                  </a:lnTo>
                  <a:lnTo>
                    <a:pt x="49549" y="49529"/>
                  </a:lnTo>
                  <a:lnTo>
                    <a:pt x="23097" y="83763"/>
                  </a:lnTo>
                  <a:lnTo>
                    <a:pt x="6043" y="124177"/>
                  </a:lnTo>
                  <a:lnTo>
                    <a:pt x="0" y="169163"/>
                  </a:lnTo>
                  <a:lnTo>
                    <a:pt x="6043" y="214150"/>
                  </a:lnTo>
                  <a:lnTo>
                    <a:pt x="23097" y="254564"/>
                  </a:lnTo>
                  <a:lnTo>
                    <a:pt x="49549" y="288797"/>
                  </a:lnTo>
                  <a:lnTo>
                    <a:pt x="83786" y="315242"/>
                  </a:lnTo>
                  <a:lnTo>
                    <a:pt x="124195" y="332288"/>
                  </a:lnTo>
                  <a:lnTo>
                    <a:pt x="169164" y="338327"/>
                  </a:lnTo>
                  <a:lnTo>
                    <a:pt x="214132" y="332288"/>
                  </a:lnTo>
                  <a:lnTo>
                    <a:pt x="254541" y="315242"/>
                  </a:lnTo>
                  <a:lnTo>
                    <a:pt x="288778" y="288797"/>
                  </a:lnTo>
                  <a:lnTo>
                    <a:pt x="315230" y="254564"/>
                  </a:lnTo>
                  <a:lnTo>
                    <a:pt x="332284" y="214150"/>
                  </a:lnTo>
                  <a:lnTo>
                    <a:pt x="338327" y="169163"/>
                  </a:lnTo>
                  <a:lnTo>
                    <a:pt x="332284" y="124177"/>
                  </a:lnTo>
                  <a:lnTo>
                    <a:pt x="315230" y="83763"/>
                  </a:lnTo>
                  <a:lnTo>
                    <a:pt x="288778" y="49529"/>
                  </a:lnTo>
                  <a:lnTo>
                    <a:pt x="254541" y="23085"/>
                  </a:lnTo>
                  <a:lnTo>
                    <a:pt x="214132" y="6039"/>
                  </a:lnTo>
                  <a:lnTo>
                    <a:pt x="169164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7324" y="4718304"/>
              <a:ext cx="225551" cy="21793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097686" y="4635500"/>
            <a:ext cx="2501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80" dirty="0">
                <a:solidFill>
                  <a:srgbClr val="0985E6"/>
                </a:solidFill>
                <a:latin typeface="Arial Black"/>
                <a:cs typeface="Arial Black"/>
              </a:rPr>
              <a:t>PRODUCT</a:t>
            </a:r>
            <a:r>
              <a:rPr sz="1600" spc="-90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1600" spc="-175" dirty="0">
                <a:solidFill>
                  <a:srgbClr val="0985E6"/>
                </a:solidFill>
                <a:latin typeface="Arial Black"/>
                <a:cs typeface="Arial Black"/>
              </a:rPr>
              <a:t>DEVELOPMENT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15809" y="4986909"/>
            <a:ext cx="1870722" cy="15506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115809" y="5256148"/>
            <a:ext cx="1690890" cy="15621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15809" y="5541645"/>
            <a:ext cx="111099" cy="11777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274444" y="5530469"/>
            <a:ext cx="3238373" cy="156210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6096000" y="4055364"/>
            <a:ext cx="338455" cy="338455"/>
            <a:chOff x="6096000" y="4055364"/>
            <a:chExt cx="338455" cy="338455"/>
          </a:xfrm>
        </p:grpSpPr>
        <p:sp>
          <p:nvSpPr>
            <p:cNvPr id="48" name="object 48"/>
            <p:cNvSpPr/>
            <p:nvPr/>
          </p:nvSpPr>
          <p:spPr>
            <a:xfrm>
              <a:off x="6096000" y="4055364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4" h="338454">
                  <a:moveTo>
                    <a:pt x="169163" y="0"/>
                  </a:moveTo>
                  <a:lnTo>
                    <a:pt x="124177" y="6039"/>
                  </a:lnTo>
                  <a:lnTo>
                    <a:pt x="83763" y="23085"/>
                  </a:lnTo>
                  <a:lnTo>
                    <a:pt x="49530" y="49530"/>
                  </a:lnTo>
                  <a:lnTo>
                    <a:pt x="23085" y="83763"/>
                  </a:lnTo>
                  <a:lnTo>
                    <a:pt x="6039" y="124177"/>
                  </a:lnTo>
                  <a:lnTo>
                    <a:pt x="0" y="169163"/>
                  </a:lnTo>
                  <a:lnTo>
                    <a:pt x="6039" y="214150"/>
                  </a:lnTo>
                  <a:lnTo>
                    <a:pt x="23085" y="254564"/>
                  </a:lnTo>
                  <a:lnTo>
                    <a:pt x="49530" y="288798"/>
                  </a:lnTo>
                  <a:lnTo>
                    <a:pt x="83763" y="315242"/>
                  </a:lnTo>
                  <a:lnTo>
                    <a:pt x="124177" y="332288"/>
                  </a:lnTo>
                  <a:lnTo>
                    <a:pt x="169163" y="338328"/>
                  </a:lnTo>
                  <a:lnTo>
                    <a:pt x="214150" y="332288"/>
                  </a:lnTo>
                  <a:lnTo>
                    <a:pt x="254564" y="315242"/>
                  </a:lnTo>
                  <a:lnTo>
                    <a:pt x="288797" y="288798"/>
                  </a:lnTo>
                  <a:lnTo>
                    <a:pt x="315242" y="254564"/>
                  </a:lnTo>
                  <a:lnTo>
                    <a:pt x="332288" y="214150"/>
                  </a:lnTo>
                  <a:lnTo>
                    <a:pt x="338327" y="169163"/>
                  </a:lnTo>
                  <a:lnTo>
                    <a:pt x="332288" y="124177"/>
                  </a:lnTo>
                  <a:lnTo>
                    <a:pt x="315242" y="83763"/>
                  </a:lnTo>
                  <a:lnTo>
                    <a:pt x="288797" y="49530"/>
                  </a:lnTo>
                  <a:lnTo>
                    <a:pt x="254564" y="23085"/>
                  </a:lnTo>
                  <a:lnTo>
                    <a:pt x="214150" y="6039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58484" y="4117848"/>
              <a:ext cx="213360" cy="211836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552438" y="4032250"/>
            <a:ext cx="2498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20" dirty="0">
                <a:solidFill>
                  <a:srgbClr val="0985E6"/>
                </a:solidFill>
                <a:latin typeface="Arial Black"/>
                <a:cs typeface="Arial Black"/>
              </a:rPr>
              <a:t>BUSINESS</a:t>
            </a:r>
            <a:r>
              <a:rPr sz="1600" spc="-70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1600" spc="-175" dirty="0">
                <a:solidFill>
                  <a:srgbClr val="0985E6"/>
                </a:solidFill>
                <a:latin typeface="Arial Black"/>
                <a:cs typeface="Arial Black"/>
              </a:rPr>
              <a:t>DEVELOPMENT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51" name="object 5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569836" y="4378578"/>
            <a:ext cx="2986405" cy="15621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569836" y="4655184"/>
            <a:ext cx="747903" cy="15113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7386066" y="4656582"/>
            <a:ext cx="1343786" cy="152527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8794622" y="4718811"/>
            <a:ext cx="22225" cy="22225"/>
            <a:chOff x="8794622" y="4718811"/>
            <a:chExt cx="22225" cy="22225"/>
          </a:xfrm>
        </p:grpSpPr>
        <p:sp>
          <p:nvSpPr>
            <p:cNvPr id="55" name="object 55"/>
            <p:cNvSpPr/>
            <p:nvPr/>
          </p:nvSpPr>
          <p:spPr>
            <a:xfrm>
              <a:off x="8796146" y="472033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1810" y="0"/>
                  </a:moveTo>
                  <a:lnTo>
                    <a:pt x="9271" y="0"/>
                  </a:lnTo>
                  <a:lnTo>
                    <a:pt x="6730" y="0"/>
                  </a:lnTo>
                  <a:lnTo>
                    <a:pt x="4445" y="888"/>
                  </a:lnTo>
                  <a:lnTo>
                    <a:pt x="888" y="4699"/>
                  </a:lnTo>
                  <a:lnTo>
                    <a:pt x="0" y="6857"/>
                  </a:lnTo>
                  <a:lnTo>
                    <a:pt x="0" y="12064"/>
                  </a:lnTo>
                  <a:lnTo>
                    <a:pt x="888" y="14350"/>
                  </a:lnTo>
                  <a:lnTo>
                    <a:pt x="2667" y="16256"/>
                  </a:lnTo>
                  <a:lnTo>
                    <a:pt x="4445" y="18033"/>
                  </a:lnTo>
                  <a:lnTo>
                    <a:pt x="6730" y="19050"/>
                  </a:lnTo>
                  <a:lnTo>
                    <a:pt x="11810" y="19050"/>
                  </a:lnTo>
                  <a:lnTo>
                    <a:pt x="14097" y="18033"/>
                  </a:lnTo>
                  <a:lnTo>
                    <a:pt x="15875" y="16256"/>
                  </a:lnTo>
                  <a:lnTo>
                    <a:pt x="17652" y="14350"/>
                  </a:lnTo>
                  <a:lnTo>
                    <a:pt x="18669" y="12064"/>
                  </a:lnTo>
                  <a:lnTo>
                    <a:pt x="18669" y="6857"/>
                  </a:lnTo>
                  <a:lnTo>
                    <a:pt x="17652" y="4699"/>
                  </a:lnTo>
                  <a:lnTo>
                    <a:pt x="14097" y="888"/>
                  </a:lnTo>
                  <a:lnTo>
                    <a:pt x="1181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796146" y="4720335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9271" y="0"/>
                  </a:moveTo>
                  <a:lnTo>
                    <a:pt x="11810" y="0"/>
                  </a:lnTo>
                  <a:lnTo>
                    <a:pt x="14097" y="888"/>
                  </a:lnTo>
                  <a:lnTo>
                    <a:pt x="15875" y="2793"/>
                  </a:lnTo>
                  <a:lnTo>
                    <a:pt x="17652" y="4699"/>
                  </a:lnTo>
                  <a:lnTo>
                    <a:pt x="18669" y="6857"/>
                  </a:lnTo>
                  <a:lnTo>
                    <a:pt x="18669" y="9397"/>
                  </a:lnTo>
                  <a:lnTo>
                    <a:pt x="18669" y="12064"/>
                  </a:lnTo>
                  <a:lnTo>
                    <a:pt x="17652" y="14350"/>
                  </a:lnTo>
                  <a:lnTo>
                    <a:pt x="15875" y="16256"/>
                  </a:lnTo>
                  <a:lnTo>
                    <a:pt x="14097" y="18033"/>
                  </a:lnTo>
                  <a:lnTo>
                    <a:pt x="11810" y="19050"/>
                  </a:lnTo>
                  <a:lnTo>
                    <a:pt x="9271" y="19050"/>
                  </a:lnTo>
                  <a:lnTo>
                    <a:pt x="6730" y="19050"/>
                  </a:lnTo>
                  <a:lnTo>
                    <a:pt x="4445" y="18033"/>
                  </a:lnTo>
                  <a:lnTo>
                    <a:pt x="2667" y="16256"/>
                  </a:lnTo>
                  <a:lnTo>
                    <a:pt x="888" y="14350"/>
                  </a:lnTo>
                  <a:lnTo>
                    <a:pt x="0" y="12064"/>
                  </a:lnTo>
                  <a:lnTo>
                    <a:pt x="0" y="9397"/>
                  </a:lnTo>
                  <a:lnTo>
                    <a:pt x="0" y="6857"/>
                  </a:lnTo>
                  <a:lnTo>
                    <a:pt x="888" y="4699"/>
                  </a:lnTo>
                  <a:lnTo>
                    <a:pt x="2667" y="2793"/>
                  </a:lnTo>
                  <a:lnTo>
                    <a:pt x="4445" y="888"/>
                  </a:lnTo>
                  <a:lnTo>
                    <a:pt x="6730" y="0"/>
                  </a:lnTo>
                  <a:lnTo>
                    <a:pt x="9271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7" name="object 5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886443" y="4652645"/>
            <a:ext cx="599694" cy="156464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569836" y="4925186"/>
            <a:ext cx="1570863" cy="162306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209280" y="4932426"/>
            <a:ext cx="119507" cy="14770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393683" y="4932426"/>
            <a:ext cx="578104" cy="148209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9053703" y="4993132"/>
            <a:ext cx="22225" cy="22225"/>
            <a:chOff x="9053703" y="4993132"/>
            <a:chExt cx="22225" cy="22225"/>
          </a:xfrm>
        </p:grpSpPr>
        <p:sp>
          <p:nvSpPr>
            <p:cNvPr id="62" name="object 62"/>
            <p:cNvSpPr/>
            <p:nvPr/>
          </p:nvSpPr>
          <p:spPr>
            <a:xfrm>
              <a:off x="9055227" y="499465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11811" y="0"/>
                  </a:moveTo>
                  <a:lnTo>
                    <a:pt x="9271" y="0"/>
                  </a:lnTo>
                  <a:lnTo>
                    <a:pt x="6730" y="0"/>
                  </a:lnTo>
                  <a:lnTo>
                    <a:pt x="4445" y="889"/>
                  </a:lnTo>
                  <a:lnTo>
                    <a:pt x="889" y="4699"/>
                  </a:lnTo>
                  <a:lnTo>
                    <a:pt x="0" y="6858"/>
                  </a:lnTo>
                  <a:lnTo>
                    <a:pt x="0" y="12065"/>
                  </a:lnTo>
                  <a:lnTo>
                    <a:pt x="889" y="14351"/>
                  </a:lnTo>
                  <a:lnTo>
                    <a:pt x="2667" y="16256"/>
                  </a:lnTo>
                  <a:lnTo>
                    <a:pt x="4445" y="18034"/>
                  </a:lnTo>
                  <a:lnTo>
                    <a:pt x="6730" y="19050"/>
                  </a:lnTo>
                  <a:lnTo>
                    <a:pt x="11811" y="19050"/>
                  </a:lnTo>
                  <a:lnTo>
                    <a:pt x="14097" y="18034"/>
                  </a:lnTo>
                  <a:lnTo>
                    <a:pt x="15875" y="16256"/>
                  </a:lnTo>
                  <a:lnTo>
                    <a:pt x="17652" y="14351"/>
                  </a:lnTo>
                  <a:lnTo>
                    <a:pt x="18669" y="12065"/>
                  </a:lnTo>
                  <a:lnTo>
                    <a:pt x="18669" y="6858"/>
                  </a:lnTo>
                  <a:lnTo>
                    <a:pt x="17652" y="4699"/>
                  </a:lnTo>
                  <a:lnTo>
                    <a:pt x="14097" y="889"/>
                  </a:lnTo>
                  <a:lnTo>
                    <a:pt x="11811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055227" y="4994656"/>
              <a:ext cx="19050" cy="19050"/>
            </a:xfrm>
            <a:custGeom>
              <a:avLst/>
              <a:gdLst/>
              <a:ahLst/>
              <a:cxnLst/>
              <a:rect l="l" t="t" r="r" b="b"/>
              <a:pathLst>
                <a:path w="19050" h="19050">
                  <a:moveTo>
                    <a:pt x="9271" y="0"/>
                  </a:moveTo>
                  <a:lnTo>
                    <a:pt x="11811" y="0"/>
                  </a:lnTo>
                  <a:lnTo>
                    <a:pt x="14097" y="889"/>
                  </a:lnTo>
                  <a:lnTo>
                    <a:pt x="15875" y="2794"/>
                  </a:lnTo>
                  <a:lnTo>
                    <a:pt x="17652" y="4699"/>
                  </a:lnTo>
                  <a:lnTo>
                    <a:pt x="18669" y="6858"/>
                  </a:lnTo>
                  <a:lnTo>
                    <a:pt x="18669" y="9398"/>
                  </a:lnTo>
                  <a:lnTo>
                    <a:pt x="18669" y="12065"/>
                  </a:lnTo>
                  <a:lnTo>
                    <a:pt x="17652" y="14351"/>
                  </a:lnTo>
                  <a:lnTo>
                    <a:pt x="15875" y="16256"/>
                  </a:lnTo>
                  <a:lnTo>
                    <a:pt x="14097" y="18034"/>
                  </a:lnTo>
                  <a:lnTo>
                    <a:pt x="11811" y="19050"/>
                  </a:lnTo>
                  <a:lnTo>
                    <a:pt x="9271" y="19050"/>
                  </a:lnTo>
                  <a:lnTo>
                    <a:pt x="6730" y="19050"/>
                  </a:lnTo>
                  <a:lnTo>
                    <a:pt x="4445" y="18034"/>
                  </a:lnTo>
                  <a:lnTo>
                    <a:pt x="2667" y="16256"/>
                  </a:lnTo>
                  <a:lnTo>
                    <a:pt x="889" y="14351"/>
                  </a:lnTo>
                  <a:lnTo>
                    <a:pt x="0" y="12065"/>
                  </a:lnTo>
                  <a:lnTo>
                    <a:pt x="0" y="9398"/>
                  </a:lnTo>
                  <a:lnTo>
                    <a:pt x="0" y="6858"/>
                  </a:lnTo>
                  <a:lnTo>
                    <a:pt x="889" y="4699"/>
                  </a:lnTo>
                  <a:lnTo>
                    <a:pt x="2667" y="2794"/>
                  </a:lnTo>
                  <a:lnTo>
                    <a:pt x="4445" y="889"/>
                  </a:lnTo>
                  <a:lnTo>
                    <a:pt x="6730" y="0"/>
                  </a:lnTo>
                  <a:lnTo>
                    <a:pt x="9271" y="0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4" name="object 6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146413" y="4932426"/>
            <a:ext cx="922782" cy="148971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6096000" y="1613916"/>
            <a:ext cx="338455" cy="340360"/>
            <a:chOff x="6096000" y="1613916"/>
            <a:chExt cx="338455" cy="340360"/>
          </a:xfrm>
        </p:grpSpPr>
        <p:sp>
          <p:nvSpPr>
            <p:cNvPr id="66" name="object 66"/>
            <p:cNvSpPr/>
            <p:nvPr/>
          </p:nvSpPr>
          <p:spPr>
            <a:xfrm>
              <a:off x="6096000" y="1613916"/>
              <a:ext cx="338455" cy="340360"/>
            </a:xfrm>
            <a:custGeom>
              <a:avLst/>
              <a:gdLst/>
              <a:ahLst/>
              <a:cxnLst/>
              <a:rect l="l" t="t" r="r" b="b"/>
              <a:pathLst>
                <a:path w="338454" h="340360">
                  <a:moveTo>
                    <a:pt x="169163" y="0"/>
                  </a:moveTo>
                  <a:lnTo>
                    <a:pt x="124177" y="6069"/>
                  </a:lnTo>
                  <a:lnTo>
                    <a:pt x="83763" y="23198"/>
                  </a:lnTo>
                  <a:lnTo>
                    <a:pt x="49530" y="49768"/>
                  </a:lnTo>
                  <a:lnTo>
                    <a:pt x="23085" y="84158"/>
                  </a:lnTo>
                  <a:lnTo>
                    <a:pt x="6039" y="124751"/>
                  </a:lnTo>
                  <a:lnTo>
                    <a:pt x="0" y="169925"/>
                  </a:lnTo>
                  <a:lnTo>
                    <a:pt x="6039" y="215100"/>
                  </a:lnTo>
                  <a:lnTo>
                    <a:pt x="23085" y="255693"/>
                  </a:lnTo>
                  <a:lnTo>
                    <a:pt x="49530" y="290083"/>
                  </a:lnTo>
                  <a:lnTo>
                    <a:pt x="83763" y="316653"/>
                  </a:lnTo>
                  <a:lnTo>
                    <a:pt x="124177" y="333782"/>
                  </a:lnTo>
                  <a:lnTo>
                    <a:pt x="169163" y="339851"/>
                  </a:lnTo>
                  <a:lnTo>
                    <a:pt x="214150" y="333782"/>
                  </a:lnTo>
                  <a:lnTo>
                    <a:pt x="254564" y="316653"/>
                  </a:lnTo>
                  <a:lnTo>
                    <a:pt x="288797" y="290083"/>
                  </a:lnTo>
                  <a:lnTo>
                    <a:pt x="315242" y="255693"/>
                  </a:lnTo>
                  <a:lnTo>
                    <a:pt x="332288" y="215100"/>
                  </a:lnTo>
                  <a:lnTo>
                    <a:pt x="338327" y="169925"/>
                  </a:lnTo>
                  <a:lnTo>
                    <a:pt x="332288" y="124751"/>
                  </a:lnTo>
                  <a:lnTo>
                    <a:pt x="315242" y="84158"/>
                  </a:lnTo>
                  <a:lnTo>
                    <a:pt x="288797" y="49768"/>
                  </a:lnTo>
                  <a:lnTo>
                    <a:pt x="254564" y="23198"/>
                  </a:lnTo>
                  <a:lnTo>
                    <a:pt x="214150" y="6069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53911" y="1688592"/>
              <a:ext cx="222503" cy="190500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6552438" y="1591817"/>
            <a:ext cx="1202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90" dirty="0">
                <a:solidFill>
                  <a:srgbClr val="0985E6"/>
                </a:solidFill>
                <a:latin typeface="Arial Black"/>
                <a:cs typeface="Arial Black"/>
              </a:rPr>
              <a:t>MARKETING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69" name="object 6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569836" y="1943607"/>
            <a:ext cx="3443732" cy="15519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6569836" y="2215133"/>
            <a:ext cx="3321812" cy="161543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567931" y="2486914"/>
            <a:ext cx="2032889" cy="160527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6096000" y="2926079"/>
            <a:ext cx="338455" cy="338455"/>
            <a:chOff x="6096000" y="2926079"/>
            <a:chExt cx="338455" cy="338455"/>
          </a:xfrm>
        </p:grpSpPr>
        <p:sp>
          <p:nvSpPr>
            <p:cNvPr id="73" name="object 73"/>
            <p:cNvSpPr/>
            <p:nvPr/>
          </p:nvSpPr>
          <p:spPr>
            <a:xfrm>
              <a:off x="6096000" y="2926079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4" h="338454">
                  <a:moveTo>
                    <a:pt x="169163" y="0"/>
                  </a:moveTo>
                  <a:lnTo>
                    <a:pt x="124177" y="6039"/>
                  </a:lnTo>
                  <a:lnTo>
                    <a:pt x="83763" y="23085"/>
                  </a:lnTo>
                  <a:lnTo>
                    <a:pt x="49530" y="49530"/>
                  </a:lnTo>
                  <a:lnTo>
                    <a:pt x="23085" y="83763"/>
                  </a:lnTo>
                  <a:lnTo>
                    <a:pt x="6039" y="124177"/>
                  </a:lnTo>
                  <a:lnTo>
                    <a:pt x="0" y="169164"/>
                  </a:lnTo>
                  <a:lnTo>
                    <a:pt x="6039" y="214150"/>
                  </a:lnTo>
                  <a:lnTo>
                    <a:pt x="23085" y="254564"/>
                  </a:lnTo>
                  <a:lnTo>
                    <a:pt x="49530" y="288798"/>
                  </a:lnTo>
                  <a:lnTo>
                    <a:pt x="83763" y="315242"/>
                  </a:lnTo>
                  <a:lnTo>
                    <a:pt x="124177" y="332288"/>
                  </a:lnTo>
                  <a:lnTo>
                    <a:pt x="169163" y="338328"/>
                  </a:lnTo>
                  <a:lnTo>
                    <a:pt x="214150" y="332288"/>
                  </a:lnTo>
                  <a:lnTo>
                    <a:pt x="254564" y="315242"/>
                  </a:lnTo>
                  <a:lnTo>
                    <a:pt x="288797" y="288798"/>
                  </a:lnTo>
                  <a:lnTo>
                    <a:pt x="315242" y="254564"/>
                  </a:lnTo>
                  <a:lnTo>
                    <a:pt x="332288" y="214150"/>
                  </a:lnTo>
                  <a:lnTo>
                    <a:pt x="338327" y="169164"/>
                  </a:lnTo>
                  <a:lnTo>
                    <a:pt x="332288" y="124177"/>
                  </a:lnTo>
                  <a:lnTo>
                    <a:pt x="315242" y="83763"/>
                  </a:lnTo>
                  <a:lnTo>
                    <a:pt x="288797" y="49530"/>
                  </a:lnTo>
                  <a:lnTo>
                    <a:pt x="254564" y="23085"/>
                  </a:lnTo>
                  <a:lnTo>
                    <a:pt x="214150" y="6039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156960" y="2982467"/>
              <a:ext cx="220979" cy="224027"/>
            </a:xfrm>
            <a:prstGeom prst="rect">
              <a:avLst/>
            </a:prstGeom>
          </p:spPr>
        </p:pic>
      </p:grpSp>
      <p:sp>
        <p:nvSpPr>
          <p:cNvPr id="75" name="object 75"/>
          <p:cNvSpPr txBox="1"/>
          <p:nvPr/>
        </p:nvSpPr>
        <p:spPr>
          <a:xfrm>
            <a:off x="6552438" y="2902711"/>
            <a:ext cx="1901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20" dirty="0">
                <a:solidFill>
                  <a:srgbClr val="0985E6"/>
                </a:solidFill>
                <a:latin typeface="Arial Black"/>
                <a:cs typeface="Arial Black"/>
              </a:rPr>
              <a:t>MARKET</a:t>
            </a:r>
            <a:r>
              <a:rPr sz="1600" spc="-100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1600" spc="-225" dirty="0">
                <a:solidFill>
                  <a:srgbClr val="0985E6"/>
                </a:solidFill>
                <a:latin typeface="Arial Black"/>
                <a:cs typeface="Arial Black"/>
              </a:rPr>
              <a:t>RESEARCH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76" name="object 76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569836" y="3248786"/>
            <a:ext cx="2059305" cy="156972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6569836" y="3521583"/>
            <a:ext cx="2508631" cy="158241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9149842" y="3528948"/>
            <a:ext cx="411480" cy="148590"/>
            <a:chOff x="9149842" y="3528948"/>
            <a:chExt cx="411480" cy="148590"/>
          </a:xfrm>
        </p:grpSpPr>
        <p:sp>
          <p:nvSpPr>
            <p:cNvPr id="79" name="object 79"/>
            <p:cNvSpPr/>
            <p:nvPr/>
          </p:nvSpPr>
          <p:spPr>
            <a:xfrm>
              <a:off x="9151366" y="3530472"/>
              <a:ext cx="408305" cy="145415"/>
            </a:xfrm>
            <a:custGeom>
              <a:avLst/>
              <a:gdLst/>
              <a:ahLst/>
              <a:cxnLst/>
              <a:rect l="l" t="t" r="r" b="b"/>
              <a:pathLst>
                <a:path w="408304" h="145414">
                  <a:moveTo>
                    <a:pt x="408050" y="113156"/>
                  </a:moveTo>
                  <a:lnTo>
                    <a:pt x="271652" y="113156"/>
                  </a:lnTo>
                  <a:lnTo>
                    <a:pt x="271652" y="123189"/>
                  </a:lnTo>
                  <a:lnTo>
                    <a:pt x="406114" y="123189"/>
                  </a:lnTo>
                  <a:lnTo>
                    <a:pt x="407542" y="122046"/>
                  </a:lnTo>
                  <a:lnTo>
                    <a:pt x="407924" y="121284"/>
                  </a:lnTo>
                  <a:lnTo>
                    <a:pt x="408050" y="113156"/>
                  </a:lnTo>
                  <a:close/>
                </a:path>
                <a:path w="408304" h="145414">
                  <a:moveTo>
                    <a:pt x="266318" y="115315"/>
                  </a:moveTo>
                  <a:lnTo>
                    <a:pt x="129920" y="115315"/>
                  </a:lnTo>
                  <a:lnTo>
                    <a:pt x="129920" y="125349"/>
                  </a:lnTo>
                  <a:lnTo>
                    <a:pt x="263905" y="125349"/>
                  </a:lnTo>
                  <a:lnTo>
                    <a:pt x="264667" y="125094"/>
                  </a:lnTo>
                  <a:lnTo>
                    <a:pt x="265302" y="124713"/>
                  </a:lnTo>
                  <a:lnTo>
                    <a:pt x="265937" y="124206"/>
                  </a:lnTo>
                  <a:lnTo>
                    <a:pt x="266318" y="123443"/>
                  </a:lnTo>
                  <a:lnTo>
                    <a:pt x="266318" y="115315"/>
                  </a:lnTo>
                  <a:close/>
                </a:path>
                <a:path w="408304" h="145414">
                  <a:moveTo>
                    <a:pt x="204469" y="82295"/>
                  </a:moveTo>
                  <a:lnTo>
                    <a:pt x="192277" y="82295"/>
                  </a:lnTo>
                  <a:lnTo>
                    <a:pt x="192277" y="115315"/>
                  </a:lnTo>
                  <a:lnTo>
                    <a:pt x="204469" y="115315"/>
                  </a:lnTo>
                  <a:lnTo>
                    <a:pt x="204469" y="82295"/>
                  </a:lnTo>
                  <a:close/>
                </a:path>
                <a:path w="408304" h="145414">
                  <a:moveTo>
                    <a:pt x="256793" y="72389"/>
                  </a:moveTo>
                  <a:lnTo>
                    <a:pt x="139445" y="72389"/>
                  </a:lnTo>
                  <a:lnTo>
                    <a:pt x="139445" y="82295"/>
                  </a:lnTo>
                  <a:lnTo>
                    <a:pt x="256793" y="82295"/>
                  </a:lnTo>
                  <a:lnTo>
                    <a:pt x="256793" y="72389"/>
                  </a:lnTo>
                  <a:close/>
                </a:path>
                <a:path w="408304" h="145414">
                  <a:moveTo>
                    <a:pt x="174116" y="17652"/>
                  </a:moveTo>
                  <a:lnTo>
                    <a:pt x="162051" y="17652"/>
                  </a:lnTo>
                  <a:lnTo>
                    <a:pt x="162178" y="69596"/>
                  </a:lnTo>
                  <a:lnTo>
                    <a:pt x="162305" y="70485"/>
                  </a:lnTo>
                  <a:lnTo>
                    <a:pt x="162559" y="71374"/>
                  </a:lnTo>
                  <a:lnTo>
                    <a:pt x="162686" y="71881"/>
                  </a:lnTo>
                  <a:lnTo>
                    <a:pt x="162813" y="72389"/>
                  </a:lnTo>
                  <a:lnTo>
                    <a:pt x="174625" y="72389"/>
                  </a:lnTo>
                  <a:lnTo>
                    <a:pt x="174116" y="71881"/>
                  </a:lnTo>
                  <a:lnTo>
                    <a:pt x="174116" y="17652"/>
                  </a:lnTo>
                  <a:close/>
                </a:path>
                <a:path w="408304" h="145414">
                  <a:moveTo>
                    <a:pt x="233679" y="17652"/>
                  </a:moveTo>
                  <a:lnTo>
                    <a:pt x="221614" y="17652"/>
                  </a:lnTo>
                  <a:lnTo>
                    <a:pt x="221614" y="71881"/>
                  </a:lnTo>
                  <a:lnTo>
                    <a:pt x="221106" y="72389"/>
                  </a:lnTo>
                  <a:lnTo>
                    <a:pt x="232917" y="72389"/>
                  </a:lnTo>
                  <a:lnTo>
                    <a:pt x="233394" y="70485"/>
                  </a:lnTo>
                  <a:lnTo>
                    <a:pt x="233425" y="70357"/>
                  </a:lnTo>
                  <a:lnTo>
                    <a:pt x="233552" y="69468"/>
                  </a:lnTo>
                  <a:lnTo>
                    <a:pt x="233679" y="17652"/>
                  </a:lnTo>
                  <a:close/>
                </a:path>
                <a:path w="408304" h="145414">
                  <a:moveTo>
                    <a:pt x="253618" y="7619"/>
                  </a:moveTo>
                  <a:lnTo>
                    <a:pt x="142366" y="7619"/>
                  </a:lnTo>
                  <a:lnTo>
                    <a:pt x="142366" y="17652"/>
                  </a:lnTo>
                  <a:lnTo>
                    <a:pt x="253618" y="17652"/>
                  </a:lnTo>
                  <a:lnTo>
                    <a:pt x="253618" y="7619"/>
                  </a:lnTo>
                  <a:close/>
                </a:path>
                <a:path w="408304" h="145414">
                  <a:moveTo>
                    <a:pt x="389000" y="7365"/>
                  </a:moveTo>
                  <a:lnTo>
                    <a:pt x="296544" y="7365"/>
                  </a:lnTo>
                  <a:lnTo>
                    <a:pt x="294385" y="8254"/>
                  </a:lnTo>
                  <a:lnTo>
                    <a:pt x="292607" y="10032"/>
                  </a:lnTo>
                  <a:lnTo>
                    <a:pt x="290829" y="11684"/>
                  </a:lnTo>
                  <a:lnTo>
                    <a:pt x="289940" y="13969"/>
                  </a:lnTo>
                  <a:lnTo>
                    <a:pt x="289940" y="80644"/>
                  </a:lnTo>
                  <a:lnTo>
                    <a:pt x="290829" y="82803"/>
                  </a:lnTo>
                  <a:lnTo>
                    <a:pt x="292480" y="84581"/>
                  </a:lnTo>
                  <a:lnTo>
                    <a:pt x="294258" y="86359"/>
                  </a:lnTo>
                  <a:lnTo>
                    <a:pt x="296417" y="87249"/>
                  </a:lnTo>
                  <a:lnTo>
                    <a:pt x="390651" y="87249"/>
                  </a:lnTo>
                  <a:lnTo>
                    <a:pt x="390651" y="77088"/>
                  </a:lnTo>
                  <a:lnTo>
                    <a:pt x="302767" y="77088"/>
                  </a:lnTo>
                  <a:lnTo>
                    <a:pt x="302259" y="76581"/>
                  </a:lnTo>
                  <a:lnTo>
                    <a:pt x="302259" y="51435"/>
                  </a:lnTo>
                  <a:lnTo>
                    <a:pt x="386841" y="51435"/>
                  </a:lnTo>
                  <a:lnTo>
                    <a:pt x="386841" y="41655"/>
                  </a:lnTo>
                  <a:lnTo>
                    <a:pt x="302259" y="41655"/>
                  </a:lnTo>
                  <a:lnTo>
                    <a:pt x="302259" y="18161"/>
                  </a:lnTo>
                  <a:lnTo>
                    <a:pt x="302767" y="17652"/>
                  </a:lnTo>
                  <a:lnTo>
                    <a:pt x="389000" y="17652"/>
                  </a:lnTo>
                  <a:lnTo>
                    <a:pt x="389000" y="7365"/>
                  </a:lnTo>
                  <a:close/>
                </a:path>
                <a:path w="408304" h="145414">
                  <a:moveTo>
                    <a:pt x="64769" y="6603"/>
                  </a:moveTo>
                  <a:lnTo>
                    <a:pt x="0" y="6603"/>
                  </a:lnTo>
                  <a:lnTo>
                    <a:pt x="0" y="16763"/>
                  </a:lnTo>
                  <a:lnTo>
                    <a:pt x="53085" y="16763"/>
                  </a:lnTo>
                  <a:lnTo>
                    <a:pt x="53085" y="51053"/>
                  </a:lnTo>
                  <a:lnTo>
                    <a:pt x="52577" y="51562"/>
                  </a:lnTo>
                  <a:lnTo>
                    <a:pt x="0" y="51562"/>
                  </a:lnTo>
                  <a:lnTo>
                    <a:pt x="0" y="104139"/>
                  </a:lnTo>
                  <a:lnTo>
                    <a:pt x="836" y="106171"/>
                  </a:lnTo>
                  <a:lnTo>
                    <a:pt x="888" y="106299"/>
                  </a:lnTo>
                  <a:lnTo>
                    <a:pt x="2666" y="107950"/>
                  </a:lnTo>
                  <a:lnTo>
                    <a:pt x="4444" y="109727"/>
                  </a:lnTo>
                  <a:lnTo>
                    <a:pt x="6730" y="110616"/>
                  </a:lnTo>
                  <a:lnTo>
                    <a:pt x="18637" y="110616"/>
                  </a:lnTo>
                  <a:lnTo>
                    <a:pt x="35940" y="109981"/>
                  </a:lnTo>
                  <a:lnTo>
                    <a:pt x="40428" y="109727"/>
                  </a:lnTo>
                  <a:lnTo>
                    <a:pt x="39306" y="109727"/>
                  </a:lnTo>
                  <a:lnTo>
                    <a:pt x="49402" y="109346"/>
                  </a:lnTo>
                  <a:lnTo>
                    <a:pt x="56006" y="108965"/>
                  </a:lnTo>
                  <a:lnTo>
                    <a:pt x="68199" y="107950"/>
                  </a:lnTo>
                  <a:lnTo>
                    <a:pt x="79375" y="106806"/>
                  </a:lnTo>
                  <a:lnTo>
                    <a:pt x="83692" y="106171"/>
                  </a:lnTo>
                  <a:lnTo>
                    <a:pt x="83692" y="100583"/>
                  </a:lnTo>
                  <a:lnTo>
                    <a:pt x="12445" y="100583"/>
                  </a:lnTo>
                  <a:lnTo>
                    <a:pt x="12191" y="100329"/>
                  </a:lnTo>
                  <a:lnTo>
                    <a:pt x="11937" y="100329"/>
                  </a:lnTo>
                  <a:lnTo>
                    <a:pt x="11937" y="61722"/>
                  </a:lnTo>
                  <a:lnTo>
                    <a:pt x="58165" y="61722"/>
                  </a:lnTo>
                  <a:lnTo>
                    <a:pt x="60325" y="60832"/>
                  </a:lnTo>
                  <a:lnTo>
                    <a:pt x="62102" y="59054"/>
                  </a:lnTo>
                  <a:lnTo>
                    <a:pt x="63880" y="57403"/>
                  </a:lnTo>
                  <a:lnTo>
                    <a:pt x="64769" y="55117"/>
                  </a:lnTo>
                  <a:lnTo>
                    <a:pt x="64769" y="6603"/>
                  </a:lnTo>
                  <a:close/>
                </a:path>
                <a:path w="408304" h="145414">
                  <a:moveTo>
                    <a:pt x="83692" y="96265"/>
                  </a:moveTo>
                  <a:lnTo>
                    <a:pt x="79120" y="96900"/>
                  </a:lnTo>
                  <a:lnTo>
                    <a:pt x="73913" y="97408"/>
                  </a:lnTo>
                  <a:lnTo>
                    <a:pt x="68072" y="98043"/>
                  </a:lnTo>
                  <a:lnTo>
                    <a:pt x="56006" y="99059"/>
                  </a:lnTo>
                  <a:lnTo>
                    <a:pt x="35263" y="100329"/>
                  </a:lnTo>
                  <a:lnTo>
                    <a:pt x="30987" y="100329"/>
                  </a:lnTo>
                  <a:lnTo>
                    <a:pt x="24637" y="100583"/>
                  </a:lnTo>
                  <a:lnTo>
                    <a:pt x="83692" y="100583"/>
                  </a:lnTo>
                  <a:lnTo>
                    <a:pt x="83692" y="96265"/>
                  </a:lnTo>
                  <a:close/>
                </a:path>
                <a:path w="408304" h="145414">
                  <a:moveTo>
                    <a:pt x="107060" y="0"/>
                  </a:moveTo>
                  <a:lnTo>
                    <a:pt x="94995" y="0"/>
                  </a:lnTo>
                  <a:lnTo>
                    <a:pt x="94995" y="145160"/>
                  </a:lnTo>
                  <a:lnTo>
                    <a:pt x="104775" y="145160"/>
                  </a:lnTo>
                  <a:lnTo>
                    <a:pt x="105536" y="144906"/>
                  </a:lnTo>
                  <a:lnTo>
                    <a:pt x="106172" y="144271"/>
                  </a:lnTo>
                  <a:lnTo>
                    <a:pt x="106679" y="143637"/>
                  </a:lnTo>
                  <a:lnTo>
                    <a:pt x="107060" y="143001"/>
                  </a:lnTo>
                  <a:lnTo>
                    <a:pt x="107060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279763" y="3536314"/>
              <a:ext cx="281178" cy="12103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49842" y="3528948"/>
              <a:ext cx="110108" cy="148208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6096000" y="5402579"/>
            <a:ext cx="338455" cy="338455"/>
            <a:chOff x="6096000" y="5402579"/>
            <a:chExt cx="338455" cy="338455"/>
          </a:xfrm>
        </p:grpSpPr>
        <p:sp>
          <p:nvSpPr>
            <p:cNvPr id="83" name="object 83"/>
            <p:cNvSpPr/>
            <p:nvPr/>
          </p:nvSpPr>
          <p:spPr>
            <a:xfrm>
              <a:off x="6096000" y="5402579"/>
              <a:ext cx="338455" cy="338455"/>
            </a:xfrm>
            <a:custGeom>
              <a:avLst/>
              <a:gdLst/>
              <a:ahLst/>
              <a:cxnLst/>
              <a:rect l="l" t="t" r="r" b="b"/>
              <a:pathLst>
                <a:path w="338454" h="338454">
                  <a:moveTo>
                    <a:pt x="169163" y="0"/>
                  </a:moveTo>
                  <a:lnTo>
                    <a:pt x="124177" y="6039"/>
                  </a:lnTo>
                  <a:lnTo>
                    <a:pt x="83763" y="23085"/>
                  </a:lnTo>
                  <a:lnTo>
                    <a:pt x="49530" y="49530"/>
                  </a:lnTo>
                  <a:lnTo>
                    <a:pt x="23085" y="83763"/>
                  </a:lnTo>
                  <a:lnTo>
                    <a:pt x="6039" y="124177"/>
                  </a:lnTo>
                  <a:lnTo>
                    <a:pt x="0" y="169164"/>
                  </a:lnTo>
                  <a:lnTo>
                    <a:pt x="6039" y="214132"/>
                  </a:lnTo>
                  <a:lnTo>
                    <a:pt x="23085" y="254541"/>
                  </a:lnTo>
                  <a:lnTo>
                    <a:pt x="49530" y="288778"/>
                  </a:lnTo>
                  <a:lnTo>
                    <a:pt x="83763" y="315230"/>
                  </a:lnTo>
                  <a:lnTo>
                    <a:pt x="124177" y="332284"/>
                  </a:lnTo>
                  <a:lnTo>
                    <a:pt x="169163" y="338328"/>
                  </a:lnTo>
                  <a:lnTo>
                    <a:pt x="214150" y="332284"/>
                  </a:lnTo>
                  <a:lnTo>
                    <a:pt x="254564" y="315230"/>
                  </a:lnTo>
                  <a:lnTo>
                    <a:pt x="288797" y="288778"/>
                  </a:lnTo>
                  <a:lnTo>
                    <a:pt x="315242" y="254541"/>
                  </a:lnTo>
                  <a:lnTo>
                    <a:pt x="332288" y="214132"/>
                  </a:lnTo>
                  <a:lnTo>
                    <a:pt x="338327" y="169164"/>
                  </a:lnTo>
                  <a:lnTo>
                    <a:pt x="332288" y="124177"/>
                  </a:lnTo>
                  <a:lnTo>
                    <a:pt x="315242" y="83763"/>
                  </a:lnTo>
                  <a:lnTo>
                    <a:pt x="288797" y="49530"/>
                  </a:lnTo>
                  <a:lnTo>
                    <a:pt x="254564" y="23085"/>
                  </a:lnTo>
                  <a:lnTo>
                    <a:pt x="214150" y="6039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0985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156960" y="5463539"/>
              <a:ext cx="216408" cy="217931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6555740" y="5380735"/>
            <a:ext cx="20091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0" dirty="0">
                <a:solidFill>
                  <a:srgbClr val="0985E6"/>
                </a:solidFill>
                <a:latin typeface="Arial Black"/>
                <a:cs typeface="Arial Black"/>
              </a:rPr>
              <a:t>HUMAN</a:t>
            </a:r>
            <a:r>
              <a:rPr sz="1600" spc="-105" dirty="0">
                <a:solidFill>
                  <a:srgbClr val="0985E6"/>
                </a:solidFill>
                <a:latin typeface="Arial Black"/>
                <a:cs typeface="Arial Black"/>
              </a:rPr>
              <a:t> </a:t>
            </a:r>
            <a:r>
              <a:rPr sz="1600" spc="-220" dirty="0">
                <a:solidFill>
                  <a:srgbClr val="0985E6"/>
                </a:solidFill>
                <a:latin typeface="Arial Black"/>
                <a:cs typeface="Arial Black"/>
              </a:rPr>
              <a:t>RESOURCES</a:t>
            </a:r>
            <a:endParaRPr sz="1600">
              <a:latin typeface="Arial Black"/>
              <a:cs typeface="Arial Black"/>
            </a:endParaRPr>
          </a:p>
        </p:txBody>
      </p:sp>
      <p:pic>
        <p:nvPicPr>
          <p:cNvPr id="86" name="object 86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573011" y="5731903"/>
            <a:ext cx="1876298" cy="149047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573011" y="6002108"/>
            <a:ext cx="1540256" cy="1552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042" y="1005078"/>
            <a:ext cx="248158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b="0" spc="-75" dirty="0">
                <a:latin typeface="Malgun Gothic"/>
                <a:cs typeface="Malgun Gothic"/>
              </a:rPr>
              <a:t>고객사에서</a:t>
            </a:r>
            <a:r>
              <a:rPr sz="2400" b="0" spc="-125" dirty="0">
                <a:latin typeface="Malgun Gothic"/>
                <a:cs typeface="Malgun Gothic"/>
              </a:rPr>
              <a:t> </a:t>
            </a:r>
            <a:r>
              <a:rPr sz="2400" b="0" spc="-90" dirty="0">
                <a:latin typeface="Malgun Gothic"/>
                <a:cs typeface="Malgun Gothic"/>
              </a:rPr>
              <a:t>원하는 </a:t>
            </a:r>
            <a:r>
              <a:rPr sz="2400" b="0" spc="-10" dirty="0">
                <a:latin typeface="Malgun Gothic"/>
                <a:cs typeface="Malgun Gothic"/>
              </a:rPr>
              <a:t>질문항목을 </a:t>
            </a:r>
            <a:r>
              <a:rPr sz="2400" b="0" spc="-65" dirty="0">
                <a:latin typeface="Malgun Gothic"/>
                <a:cs typeface="Malgun Gothic"/>
              </a:rPr>
              <a:t>만들어</a:t>
            </a:r>
            <a:r>
              <a:rPr sz="2400" b="0" spc="-150" dirty="0">
                <a:latin typeface="Malgun Gothic"/>
                <a:cs typeface="Malgun Gothic"/>
              </a:rPr>
              <a:t> </a:t>
            </a:r>
            <a:r>
              <a:rPr sz="2400" b="0" spc="-20" dirty="0">
                <a:latin typeface="Malgun Gothic"/>
                <a:cs typeface="Malgun Gothic"/>
              </a:rPr>
              <a:t>보세요.</a:t>
            </a:r>
            <a:endParaRPr sz="24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8042" y="5229148"/>
            <a:ext cx="3251835" cy="103187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spc="-40" dirty="0">
                <a:latin typeface="Malgun Gothic"/>
                <a:cs typeface="Malgun Gothic"/>
              </a:rPr>
              <a:t>제품의</a:t>
            </a:r>
            <a:r>
              <a:rPr sz="1100" spc="-70" dirty="0">
                <a:latin typeface="Malgun Gothic"/>
                <a:cs typeface="Malgun Gothic"/>
              </a:rPr>
              <a:t> </a:t>
            </a:r>
            <a:r>
              <a:rPr sz="1100" spc="-10" dirty="0">
                <a:latin typeface="Malgun Gothic"/>
                <a:cs typeface="Malgun Gothic"/>
              </a:rPr>
              <a:t>품질,</a:t>
            </a:r>
            <a:r>
              <a:rPr sz="1100" spc="-60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사용자의</a:t>
            </a:r>
            <a:r>
              <a:rPr sz="1100" spc="-75" dirty="0">
                <a:latin typeface="Malgun Gothic"/>
                <a:cs typeface="Malgun Gothic"/>
              </a:rPr>
              <a:t> </a:t>
            </a:r>
            <a:r>
              <a:rPr sz="1100" spc="-25" dirty="0">
                <a:latin typeface="Malgun Gothic"/>
                <a:cs typeface="Malgun Gothic"/>
              </a:rPr>
              <a:t>경험,</a:t>
            </a:r>
            <a:endParaRPr sz="1100" dirty="0">
              <a:latin typeface="Malgun Gothic"/>
              <a:cs typeface="Malgun Gothic"/>
            </a:endParaRPr>
          </a:p>
          <a:p>
            <a:pPr marL="12700" marR="460375">
              <a:lnSpc>
                <a:spcPct val="150000"/>
              </a:lnSpc>
            </a:pPr>
            <a:r>
              <a:rPr sz="1100" spc="-40" dirty="0">
                <a:latin typeface="Malgun Gothic"/>
                <a:cs typeface="Malgun Gothic"/>
              </a:rPr>
              <a:t>베트남</a:t>
            </a:r>
            <a:r>
              <a:rPr sz="1100" spc="-60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소비자들에</a:t>
            </a:r>
            <a:r>
              <a:rPr sz="1100" spc="-85" dirty="0">
                <a:latin typeface="Malgun Gothic"/>
                <a:cs typeface="Malgun Gothic"/>
              </a:rPr>
              <a:t> </a:t>
            </a:r>
            <a:r>
              <a:rPr sz="1100" spc="-40" dirty="0">
                <a:latin typeface="Malgun Gothic"/>
                <a:cs typeface="Malgun Gothic"/>
              </a:rPr>
              <a:t>궁금했던</a:t>
            </a:r>
            <a:r>
              <a:rPr sz="1100" spc="-55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질문</a:t>
            </a:r>
            <a:r>
              <a:rPr sz="1100" spc="-60" dirty="0">
                <a:latin typeface="Malgun Gothic"/>
                <a:cs typeface="Malgun Gothic"/>
              </a:rPr>
              <a:t> </a:t>
            </a:r>
            <a:r>
              <a:rPr sz="1100" spc="-50" dirty="0">
                <a:latin typeface="Malgun Gothic"/>
                <a:cs typeface="Malgun Gothic"/>
              </a:rPr>
              <a:t>등 </a:t>
            </a:r>
            <a:r>
              <a:rPr sz="1100" spc="-45" dirty="0">
                <a:latin typeface="Malgun Gothic"/>
                <a:cs typeface="Malgun Gothic"/>
              </a:rPr>
              <a:t>시장적합성을</a:t>
            </a:r>
            <a:r>
              <a:rPr sz="1100" spc="-85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알기</a:t>
            </a:r>
            <a:r>
              <a:rPr sz="1100" spc="-60" dirty="0">
                <a:latin typeface="Malgun Gothic"/>
                <a:cs typeface="Malgun Gothic"/>
              </a:rPr>
              <a:t> </a:t>
            </a:r>
            <a:r>
              <a:rPr sz="1100" spc="-40" dirty="0">
                <a:latin typeface="Malgun Gothic"/>
                <a:cs typeface="Malgun Gothic"/>
              </a:rPr>
              <a:t>위한</a:t>
            </a:r>
            <a:r>
              <a:rPr sz="1100" spc="-50" dirty="0">
                <a:latin typeface="Malgun Gothic"/>
                <a:cs typeface="Malgun Gothic"/>
              </a:rPr>
              <a:t> </a:t>
            </a:r>
            <a:r>
              <a:rPr sz="1100" spc="-40" dirty="0">
                <a:latin typeface="Malgun Gothic"/>
                <a:cs typeface="Malgun Gothic"/>
              </a:rPr>
              <a:t>질문을</a:t>
            </a:r>
            <a:r>
              <a:rPr sz="1100" spc="-65" dirty="0">
                <a:latin typeface="Malgun Gothic"/>
                <a:cs typeface="Malgun Gothic"/>
              </a:rPr>
              <a:t> </a:t>
            </a:r>
            <a:r>
              <a:rPr sz="1100" spc="-20" dirty="0">
                <a:latin typeface="Malgun Gothic"/>
                <a:cs typeface="Malgun Gothic"/>
              </a:rPr>
              <a:t>만들어보세요.</a:t>
            </a:r>
            <a:endParaRPr sz="11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100" spc="-45" dirty="0">
                <a:latin typeface="Malgun Gothic"/>
                <a:cs typeface="Malgun Gothic"/>
              </a:rPr>
              <a:t>베트남어로</a:t>
            </a:r>
            <a:r>
              <a:rPr sz="1100" spc="-60" dirty="0">
                <a:latin typeface="Malgun Gothic"/>
                <a:cs typeface="Malgun Gothic"/>
              </a:rPr>
              <a:t> </a:t>
            </a:r>
            <a:r>
              <a:rPr sz="1100" spc="-40" dirty="0">
                <a:latin typeface="Malgun Gothic"/>
                <a:cs typeface="Malgun Gothic"/>
              </a:rPr>
              <a:t>번역하여 </a:t>
            </a:r>
            <a:r>
              <a:rPr sz="1100" spc="-30" dirty="0">
                <a:latin typeface="Malgun Gothic"/>
                <a:cs typeface="Malgun Gothic"/>
              </a:rPr>
              <a:t>인플루언서(KOC)에</a:t>
            </a:r>
            <a:r>
              <a:rPr sz="1100" spc="-40" dirty="0">
                <a:latin typeface="Malgun Gothic"/>
                <a:cs typeface="Malgun Gothic"/>
              </a:rPr>
              <a:t> </a:t>
            </a:r>
            <a:r>
              <a:rPr sz="1100" spc="-10" dirty="0">
                <a:latin typeface="Malgun Gothic"/>
                <a:cs typeface="Malgun Gothic"/>
              </a:rPr>
              <a:t>전달합니다.</a:t>
            </a:r>
            <a:endParaRPr sz="11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9060" cy="6858000"/>
          </a:xfrm>
          <a:custGeom>
            <a:avLst/>
            <a:gdLst/>
            <a:ahLst/>
            <a:cxnLst/>
            <a:rect l="l" t="t" r="r" b="b"/>
            <a:pathLst>
              <a:path w="99060" h="6858000">
                <a:moveTo>
                  <a:pt x="9906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" y="6858000"/>
                </a:lnTo>
                <a:lnTo>
                  <a:pt x="99060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892040" y="394715"/>
            <a:ext cx="6663055" cy="6198235"/>
            <a:chOff x="4892040" y="394715"/>
            <a:chExt cx="6663055" cy="6198235"/>
          </a:xfrm>
        </p:grpSpPr>
        <p:sp>
          <p:nvSpPr>
            <p:cNvPr id="6" name="object 6"/>
            <p:cNvSpPr/>
            <p:nvPr/>
          </p:nvSpPr>
          <p:spPr>
            <a:xfrm>
              <a:off x="4892040" y="440435"/>
              <a:ext cx="2923540" cy="5610225"/>
            </a:xfrm>
            <a:custGeom>
              <a:avLst/>
              <a:gdLst/>
              <a:ahLst/>
              <a:cxnLst/>
              <a:rect l="l" t="t" r="r" b="b"/>
              <a:pathLst>
                <a:path w="2923540" h="5610225">
                  <a:moveTo>
                    <a:pt x="2637155" y="0"/>
                  </a:moveTo>
                  <a:lnTo>
                    <a:pt x="285876" y="0"/>
                  </a:lnTo>
                  <a:lnTo>
                    <a:pt x="239512" y="3742"/>
                  </a:lnTo>
                  <a:lnTo>
                    <a:pt x="195527" y="14576"/>
                  </a:lnTo>
                  <a:lnTo>
                    <a:pt x="154510" y="31913"/>
                  </a:lnTo>
                  <a:lnTo>
                    <a:pt x="117052" y="55164"/>
                  </a:lnTo>
                  <a:lnTo>
                    <a:pt x="83740" y="83740"/>
                  </a:lnTo>
                  <a:lnTo>
                    <a:pt x="55164" y="117052"/>
                  </a:lnTo>
                  <a:lnTo>
                    <a:pt x="31913" y="154510"/>
                  </a:lnTo>
                  <a:lnTo>
                    <a:pt x="14576" y="195527"/>
                  </a:lnTo>
                  <a:lnTo>
                    <a:pt x="3742" y="239512"/>
                  </a:lnTo>
                  <a:lnTo>
                    <a:pt x="0" y="285876"/>
                  </a:lnTo>
                  <a:lnTo>
                    <a:pt x="0" y="5323916"/>
                  </a:lnTo>
                  <a:lnTo>
                    <a:pt x="3742" y="5370294"/>
                  </a:lnTo>
                  <a:lnTo>
                    <a:pt x="14576" y="5414290"/>
                  </a:lnTo>
                  <a:lnTo>
                    <a:pt x="31913" y="5455315"/>
                  </a:lnTo>
                  <a:lnTo>
                    <a:pt x="55164" y="5492780"/>
                  </a:lnTo>
                  <a:lnTo>
                    <a:pt x="83740" y="5526097"/>
                  </a:lnTo>
                  <a:lnTo>
                    <a:pt x="117052" y="5554676"/>
                  </a:lnTo>
                  <a:lnTo>
                    <a:pt x="154510" y="5577928"/>
                  </a:lnTo>
                  <a:lnTo>
                    <a:pt x="195527" y="5595267"/>
                  </a:lnTo>
                  <a:lnTo>
                    <a:pt x="239512" y="5606101"/>
                  </a:lnTo>
                  <a:lnTo>
                    <a:pt x="285876" y="5609844"/>
                  </a:lnTo>
                  <a:lnTo>
                    <a:pt x="2637155" y="5609844"/>
                  </a:lnTo>
                  <a:lnTo>
                    <a:pt x="2683519" y="5606101"/>
                  </a:lnTo>
                  <a:lnTo>
                    <a:pt x="2727504" y="5595267"/>
                  </a:lnTo>
                  <a:lnTo>
                    <a:pt x="2768521" y="5577928"/>
                  </a:lnTo>
                  <a:lnTo>
                    <a:pt x="2805979" y="5554676"/>
                  </a:lnTo>
                  <a:lnTo>
                    <a:pt x="2839291" y="5526097"/>
                  </a:lnTo>
                  <a:lnTo>
                    <a:pt x="2867867" y="5492780"/>
                  </a:lnTo>
                  <a:lnTo>
                    <a:pt x="2891118" y="5455315"/>
                  </a:lnTo>
                  <a:lnTo>
                    <a:pt x="2908455" y="5414290"/>
                  </a:lnTo>
                  <a:lnTo>
                    <a:pt x="2919289" y="5370294"/>
                  </a:lnTo>
                  <a:lnTo>
                    <a:pt x="2923032" y="5323916"/>
                  </a:lnTo>
                  <a:lnTo>
                    <a:pt x="2923032" y="285876"/>
                  </a:lnTo>
                  <a:lnTo>
                    <a:pt x="2919289" y="239512"/>
                  </a:lnTo>
                  <a:lnTo>
                    <a:pt x="2908455" y="195527"/>
                  </a:lnTo>
                  <a:lnTo>
                    <a:pt x="2891118" y="154510"/>
                  </a:lnTo>
                  <a:lnTo>
                    <a:pt x="2867867" y="117052"/>
                  </a:lnTo>
                  <a:lnTo>
                    <a:pt x="2839291" y="83740"/>
                  </a:lnTo>
                  <a:lnTo>
                    <a:pt x="2805979" y="55164"/>
                  </a:lnTo>
                  <a:lnTo>
                    <a:pt x="2768521" y="31913"/>
                  </a:lnTo>
                  <a:lnTo>
                    <a:pt x="2727504" y="14576"/>
                  </a:lnTo>
                  <a:lnTo>
                    <a:pt x="2683519" y="3742"/>
                  </a:lnTo>
                  <a:lnTo>
                    <a:pt x="2637155" y="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1392" y="842771"/>
              <a:ext cx="2624455" cy="4735195"/>
            </a:xfrm>
            <a:custGeom>
              <a:avLst/>
              <a:gdLst/>
              <a:ahLst/>
              <a:cxnLst/>
              <a:rect l="l" t="t" r="r" b="b"/>
              <a:pathLst>
                <a:path w="2624454" h="4735195">
                  <a:moveTo>
                    <a:pt x="2624327" y="0"/>
                  </a:moveTo>
                  <a:lnTo>
                    <a:pt x="0" y="0"/>
                  </a:lnTo>
                  <a:lnTo>
                    <a:pt x="0" y="4735068"/>
                  </a:lnTo>
                  <a:lnTo>
                    <a:pt x="2624327" y="4735068"/>
                  </a:lnTo>
                  <a:lnTo>
                    <a:pt x="2624327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83930" y="442721"/>
              <a:ext cx="2923540" cy="5608320"/>
            </a:xfrm>
            <a:custGeom>
              <a:avLst/>
              <a:gdLst/>
              <a:ahLst/>
              <a:cxnLst/>
              <a:rect l="l" t="t" r="r" b="b"/>
              <a:pathLst>
                <a:path w="2923540" h="5608320">
                  <a:moveTo>
                    <a:pt x="2637154" y="0"/>
                  </a:moveTo>
                  <a:lnTo>
                    <a:pt x="285876" y="0"/>
                  </a:lnTo>
                  <a:lnTo>
                    <a:pt x="239512" y="3742"/>
                  </a:lnTo>
                  <a:lnTo>
                    <a:pt x="195527" y="14576"/>
                  </a:lnTo>
                  <a:lnTo>
                    <a:pt x="154510" y="31913"/>
                  </a:lnTo>
                  <a:lnTo>
                    <a:pt x="117052" y="55164"/>
                  </a:lnTo>
                  <a:lnTo>
                    <a:pt x="83740" y="83740"/>
                  </a:lnTo>
                  <a:lnTo>
                    <a:pt x="55164" y="117052"/>
                  </a:lnTo>
                  <a:lnTo>
                    <a:pt x="31913" y="154510"/>
                  </a:lnTo>
                  <a:lnTo>
                    <a:pt x="14576" y="195527"/>
                  </a:lnTo>
                  <a:lnTo>
                    <a:pt x="3742" y="239512"/>
                  </a:lnTo>
                  <a:lnTo>
                    <a:pt x="0" y="285876"/>
                  </a:lnTo>
                  <a:lnTo>
                    <a:pt x="0" y="5322392"/>
                  </a:lnTo>
                  <a:lnTo>
                    <a:pt x="3742" y="5368770"/>
                  </a:lnTo>
                  <a:lnTo>
                    <a:pt x="14576" y="5412766"/>
                  </a:lnTo>
                  <a:lnTo>
                    <a:pt x="31913" y="5453791"/>
                  </a:lnTo>
                  <a:lnTo>
                    <a:pt x="55164" y="5491256"/>
                  </a:lnTo>
                  <a:lnTo>
                    <a:pt x="83740" y="5524573"/>
                  </a:lnTo>
                  <a:lnTo>
                    <a:pt x="117052" y="5553152"/>
                  </a:lnTo>
                  <a:lnTo>
                    <a:pt x="154510" y="5576404"/>
                  </a:lnTo>
                  <a:lnTo>
                    <a:pt x="195527" y="5593743"/>
                  </a:lnTo>
                  <a:lnTo>
                    <a:pt x="239512" y="5604577"/>
                  </a:lnTo>
                  <a:lnTo>
                    <a:pt x="285876" y="5608320"/>
                  </a:lnTo>
                  <a:lnTo>
                    <a:pt x="2637154" y="5608320"/>
                  </a:lnTo>
                  <a:lnTo>
                    <a:pt x="2683519" y="5604577"/>
                  </a:lnTo>
                  <a:lnTo>
                    <a:pt x="2727504" y="5593743"/>
                  </a:lnTo>
                  <a:lnTo>
                    <a:pt x="2768521" y="5576404"/>
                  </a:lnTo>
                  <a:lnTo>
                    <a:pt x="2805979" y="5553152"/>
                  </a:lnTo>
                  <a:lnTo>
                    <a:pt x="2839291" y="5524573"/>
                  </a:lnTo>
                  <a:lnTo>
                    <a:pt x="2867867" y="5491256"/>
                  </a:lnTo>
                  <a:lnTo>
                    <a:pt x="2891118" y="5453791"/>
                  </a:lnTo>
                  <a:lnTo>
                    <a:pt x="2908455" y="5412766"/>
                  </a:lnTo>
                  <a:lnTo>
                    <a:pt x="2919289" y="5368770"/>
                  </a:lnTo>
                  <a:lnTo>
                    <a:pt x="2923031" y="5322392"/>
                  </a:lnTo>
                  <a:lnTo>
                    <a:pt x="2923031" y="285876"/>
                  </a:lnTo>
                  <a:lnTo>
                    <a:pt x="2919289" y="239512"/>
                  </a:lnTo>
                  <a:lnTo>
                    <a:pt x="2908455" y="195527"/>
                  </a:lnTo>
                  <a:lnTo>
                    <a:pt x="2891118" y="154510"/>
                  </a:lnTo>
                  <a:lnTo>
                    <a:pt x="2867867" y="117052"/>
                  </a:lnTo>
                  <a:lnTo>
                    <a:pt x="2839291" y="83740"/>
                  </a:lnTo>
                  <a:lnTo>
                    <a:pt x="2805979" y="55164"/>
                  </a:lnTo>
                  <a:lnTo>
                    <a:pt x="2768521" y="31913"/>
                  </a:lnTo>
                  <a:lnTo>
                    <a:pt x="2727504" y="14576"/>
                  </a:lnTo>
                  <a:lnTo>
                    <a:pt x="2683519" y="3742"/>
                  </a:lnTo>
                  <a:lnTo>
                    <a:pt x="26371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83930" y="442721"/>
              <a:ext cx="2923540" cy="5608320"/>
            </a:xfrm>
            <a:custGeom>
              <a:avLst/>
              <a:gdLst/>
              <a:ahLst/>
              <a:cxnLst/>
              <a:rect l="l" t="t" r="r" b="b"/>
              <a:pathLst>
                <a:path w="2923540" h="5608320">
                  <a:moveTo>
                    <a:pt x="2923031" y="285876"/>
                  </a:moveTo>
                  <a:lnTo>
                    <a:pt x="2919289" y="239512"/>
                  </a:lnTo>
                  <a:lnTo>
                    <a:pt x="2908455" y="195527"/>
                  </a:lnTo>
                  <a:lnTo>
                    <a:pt x="2891118" y="154510"/>
                  </a:lnTo>
                  <a:lnTo>
                    <a:pt x="2867867" y="117052"/>
                  </a:lnTo>
                  <a:lnTo>
                    <a:pt x="2839291" y="83740"/>
                  </a:lnTo>
                  <a:lnTo>
                    <a:pt x="2805979" y="55164"/>
                  </a:lnTo>
                  <a:lnTo>
                    <a:pt x="2768521" y="31913"/>
                  </a:lnTo>
                  <a:lnTo>
                    <a:pt x="2727504" y="14576"/>
                  </a:lnTo>
                  <a:lnTo>
                    <a:pt x="2683519" y="3742"/>
                  </a:lnTo>
                  <a:lnTo>
                    <a:pt x="2637154" y="0"/>
                  </a:lnTo>
                  <a:lnTo>
                    <a:pt x="285876" y="0"/>
                  </a:lnTo>
                  <a:lnTo>
                    <a:pt x="239512" y="3742"/>
                  </a:lnTo>
                  <a:lnTo>
                    <a:pt x="195527" y="14576"/>
                  </a:lnTo>
                  <a:lnTo>
                    <a:pt x="154510" y="31913"/>
                  </a:lnTo>
                  <a:lnTo>
                    <a:pt x="117052" y="55164"/>
                  </a:lnTo>
                  <a:lnTo>
                    <a:pt x="83740" y="83740"/>
                  </a:lnTo>
                  <a:lnTo>
                    <a:pt x="55164" y="117052"/>
                  </a:lnTo>
                  <a:lnTo>
                    <a:pt x="31913" y="154510"/>
                  </a:lnTo>
                  <a:lnTo>
                    <a:pt x="14576" y="195527"/>
                  </a:lnTo>
                  <a:lnTo>
                    <a:pt x="3742" y="239512"/>
                  </a:lnTo>
                  <a:lnTo>
                    <a:pt x="0" y="285876"/>
                  </a:lnTo>
                  <a:lnTo>
                    <a:pt x="0" y="5322392"/>
                  </a:lnTo>
                  <a:lnTo>
                    <a:pt x="3742" y="5368770"/>
                  </a:lnTo>
                  <a:lnTo>
                    <a:pt x="14576" y="5412766"/>
                  </a:lnTo>
                  <a:lnTo>
                    <a:pt x="31913" y="5453791"/>
                  </a:lnTo>
                  <a:lnTo>
                    <a:pt x="55164" y="5491256"/>
                  </a:lnTo>
                  <a:lnTo>
                    <a:pt x="83740" y="5524573"/>
                  </a:lnTo>
                  <a:lnTo>
                    <a:pt x="117052" y="5553152"/>
                  </a:lnTo>
                  <a:lnTo>
                    <a:pt x="154510" y="5576404"/>
                  </a:lnTo>
                  <a:lnTo>
                    <a:pt x="195527" y="5593743"/>
                  </a:lnTo>
                  <a:lnTo>
                    <a:pt x="239512" y="5604577"/>
                  </a:lnTo>
                  <a:lnTo>
                    <a:pt x="285876" y="5608320"/>
                  </a:lnTo>
                  <a:lnTo>
                    <a:pt x="2637154" y="5608320"/>
                  </a:lnTo>
                  <a:lnTo>
                    <a:pt x="2683519" y="5604577"/>
                  </a:lnTo>
                  <a:lnTo>
                    <a:pt x="2727504" y="5593743"/>
                  </a:lnTo>
                  <a:lnTo>
                    <a:pt x="2768521" y="5576404"/>
                  </a:lnTo>
                  <a:lnTo>
                    <a:pt x="2805979" y="5553152"/>
                  </a:lnTo>
                  <a:lnTo>
                    <a:pt x="2839291" y="5524573"/>
                  </a:lnTo>
                  <a:lnTo>
                    <a:pt x="2867867" y="5491256"/>
                  </a:lnTo>
                  <a:lnTo>
                    <a:pt x="2891118" y="5453791"/>
                  </a:lnTo>
                  <a:lnTo>
                    <a:pt x="2908455" y="5412766"/>
                  </a:lnTo>
                  <a:lnTo>
                    <a:pt x="2919289" y="5368770"/>
                  </a:lnTo>
                  <a:lnTo>
                    <a:pt x="2923031" y="5322392"/>
                  </a:lnTo>
                  <a:lnTo>
                    <a:pt x="2923031" y="285876"/>
                  </a:lnTo>
                  <a:close/>
                </a:path>
              </a:pathLst>
            </a:custGeom>
            <a:ln w="96012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7884" y="1028699"/>
              <a:ext cx="2369819" cy="43586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7884" y="1030224"/>
              <a:ext cx="2369819" cy="13837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60536" y="1028699"/>
              <a:ext cx="2368295" cy="43586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08776" y="6050280"/>
              <a:ext cx="288290" cy="70485"/>
            </a:xfrm>
            <a:custGeom>
              <a:avLst/>
              <a:gdLst/>
              <a:ahLst/>
              <a:cxnLst/>
              <a:rect l="l" t="t" r="r" b="b"/>
              <a:pathLst>
                <a:path w="288289" h="70485">
                  <a:moveTo>
                    <a:pt x="0" y="70104"/>
                  </a:moveTo>
                  <a:lnTo>
                    <a:pt x="288036" y="70104"/>
                  </a:lnTo>
                  <a:lnTo>
                    <a:pt x="288036" y="0"/>
                  </a:lnTo>
                  <a:lnTo>
                    <a:pt x="0" y="0"/>
                  </a:lnTo>
                  <a:lnTo>
                    <a:pt x="0" y="70104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08776" y="6120383"/>
              <a:ext cx="288290" cy="260985"/>
            </a:xfrm>
            <a:custGeom>
              <a:avLst/>
              <a:gdLst/>
              <a:ahLst/>
              <a:cxnLst/>
              <a:rect l="l" t="t" r="r" b="b"/>
              <a:pathLst>
                <a:path w="288289" h="260985">
                  <a:moveTo>
                    <a:pt x="288036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288036" y="260603"/>
                  </a:lnTo>
                  <a:lnTo>
                    <a:pt x="28803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97168" y="6050280"/>
              <a:ext cx="3891279" cy="542925"/>
            </a:xfrm>
            <a:custGeom>
              <a:avLst/>
              <a:gdLst/>
              <a:ahLst/>
              <a:cxnLst/>
              <a:rect l="l" t="t" r="r" b="b"/>
              <a:pathLst>
                <a:path w="3891279" h="542925">
                  <a:moveTo>
                    <a:pt x="108191" y="327660"/>
                  </a:moveTo>
                  <a:lnTo>
                    <a:pt x="0" y="327660"/>
                  </a:lnTo>
                  <a:lnTo>
                    <a:pt x="0" y="542544"/>
                  </a:lnTo>
                  <a:lnTo>
                    <a:pt x="108191" y="542544"/>
                  </a:lnTo>
                  <a:lnTo>
                    <a:pt x="108191" y="327660"/>
                  </a:lnTo>
                  <a:close/>
                </a:path>
                <a:path w="3891279" h="542925">
                  <a:moveTo>
                    <a:pt x="3890759" y="0"/>
                  </a:moveTo>
                  <a:lnTo>
                    <a:pt x="3602736" y="0"/>
                  </a:lnTo>
                  <a:lnTo>
                    <a:pt x="3602736" y="70104"/>
                  </a:lnTo>
                  <a:lnTo>
                    <a:pt x="3890759" y="70104"/>
                  </a:lnTo>
                  <a:lnTo>
                    <a:pt x="389075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899904" y="6120383"/>
              <a:ext cx="288290" cy="260985"/>
            </a:xfrm>
            <a:custGeom>
              <a:avLst/>
              <a:gdLst/>
              <a:ahLst/>
              <a:cxnLst/>
              <a:rect l="l" t="t" r="r" b="b"/>
              <a:pathLst>
                <a:path w="288290" h="260985">
                  <a:moveTo>
                    <a:pt x="288035" y="0"/>
                  </a:moveTo>
                  <a:lnTo>
                    <a:pt x="0" y="0"/>
                  </a:lnTo>
                  <a:lnTo>
                    <a:pt x="0" y="260603"/>
                  </a:lnTo>
                  <a:lnTo>
                    <a:pt x="288035" y="260603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988296" y="6377939"/>
              <a:ext cx="108585" cy="215265"/>
            </a:xfrm>
            <a:custGeom>
              <a:avLst/>
              <a:gdLst/>
              <a:ahLst/>
              <a:cxnLst/>
              <a:rect l="l" t="t" r="r" b="b"/>
              <a:pathLst>
                <a:path w="108584" h="215265">
                  <a:moveTo>
                    <a:pt x="108203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108203" y="214884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5372" y="6483095"/>
              <a:ext cx="3583304" cy="108585"/>
            </a:xfrm>
            <a:custGeom>
              <a:avLst/>
              <a:gdLst/>
              <a:ahLst/>
              <a:cxnLst/>
              <a:rect l="l" t="t" r="r" b="b"/>
              <a:pathLst>
                <a:path w="3583304" h="108584">
                  <a:moveTo>
                    <a:pt x="3582924" y="0"/>
                  </a:moveTo>
                  <a:lnTo>
                    <a:pt x="0" y="0"/>
                  </a:lnTo>
                  <a:lnTo>
                    <a:pt x="0" y="108203"/>
                  </a:lnTo>
                  <a:lnTo>
                    <a:pt x="3582924" y="108203"/>
                  </a:lnTo>
                  <a:lnTo>
                    <a:pt x="358292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07326" y="6245453"/>
            <a:ext cx="1674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5" dirty="0">
                <a:latin typeface="Malgun Gothic"/>
                <a:cs typeface="Malgun Gothic"/>
              </a:rPr>
              <a:t>한국어</a:t>
            </a:r>
            <a:r>
              <a:rPr sz="1000" spc="-20" dirty="0">
                <a:latin typeface="Malgun Gothic"/>
                <a:cs typeface="Malgun Gothic"/>
              </a:rPr>
              <a:t> </a:t>
            </a:r>
            <a:r>
              <a:rPr sz="1000" spc="-45" dirty="0">
                <a:latin typeface="Malgun Gothic"/>
                <a:cs typeface="Malgun Gothic"/>
              </a:rPr>
              <a:t>설문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dirty="0">
                <a:latin typeface="Malgun Gothic"/>
                <a:cs typeface="Malgun Gothic"/>
              </a:rPr>
              <a:t>-</a:t>
            </a:r>
            <a:r>
              <a:rPr sz="1000" spc="-105" dirty="0">
                <a:latin typeface="Malgun Gothic"/>
                <a:cs typeface="Malgun Gothic"/>
              </a:rPr>
              <a:t>&gt;</a:t>
            </a:r>
            <a:r>
              <a:rPr sz="1000" spc="-30" dirty="0">
                <a:latin typeface="Malgun Gothic"/>
                <a:cs typeface="Malgun Gothic"/>
              </a:rPr>
              <a:t> </a:t>
            </a:r>
            <a:r>
              <a:rPr sz="1000" spc="-40" dirty="0">
                <a:latin typeface="Malgun Gothic"/>
                <a:cs typeface="Malgun Gothic"/>
              </a:rPr>
              <a:t>베트남어</a:t>
            </a:r>
            <a:r>
              <a:rPr sz="1000" spc="-20" dirty="0">
                <a:latin typeface="Malgun Gothic"/>
                <a:cs typeface="Malgun Gothic"/>
              </a:rPr>
              <a:t> </a:t>
            </a:r>
            <a:r>
              <a:rPr sz="1000" spc="-25" dirty="0">
                <a:latin typeface="Malgun Gothic"/>
                <a:cs typeface="Malgun Gothic"/>
              </a:rPr>
              <a:t>설문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80"/>
              </a:spcBef>
            </a:pPr>
            <a:fld id="{81D60167-4931-47E6-BA6A-407CBD079E47}" type="slidenum">
              <a:rPr spc="-50" dirty="0"/>
              <a:t>41</a:t>
            </a:fld>
            <a:endParaRPr spc="-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CA5C1D-8B2F-487B-8A9C-988A29A9176A}"/>
              </a:ext>
            </a:extLst>
          </p:cNvPr>
          <p:cNvSpPr txBox="1"/>
          <p:nvPr/>
        </p:nvSpPr>
        <p:spPr>
          <a:xfrm>
            <a:off x="800107" y="2886329"/>
            <a:ext cx="396264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이런 질문들을 물어볼 수 있어요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/>
              <a:t>제품 추천 의향</a:t>
            </a:r>
            <a:r>
              <a:rPr lang="ko-KR" altLang="en-US" sz="1200" dirty="0"/>
              <a:t> </a:t>
            </a:r>
            <a:r>
              <a:rPr lang="en-US" altLang="ko-KR" sz="1200" dirty="0"/>
              <a:t>— "</a:t>
            </a:r>
            <a:r>
              <a:rPr lang="ko-KR" altLang="en-US" sz="1200" dirty="0"/>
              <a:t>이 제품을 친구에게도 추천하고 </a:t>
            </a:r>
            <a:r>
              <a:rPr lang="ko-KR" altLang="en-US" sz="1200" dirty="0" err="1"/>
              <a:t>싶은가요</a:t>
            </a:r>
            <a:r>
              <a:rPr lang="en-US" altLang="ko-KR" sz="1200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/>
              <a:t>판매 참여 의향</a:t>
            </a:r>
            <a:r>
              <a:rPr lang="ko-KR" altLang="en-US" sz="1200" dirty="0"/>
              <a:t> </a:t>
            </a:r>
            <a:r>
              <a:rPr lang="en-US" altLang="ko-KR" sz="1200" dirty="0"/>
              <a:t>— "</a:t>
            </a:r>
            <a:r>
              <a:rPr lang="ko-KR" altLang="en-US" sz="1200" dirty="0"/>
              <a:t>직접 이 제품을 판매해보고 </a:t>
            </a:r>
            <a:r>
              <a:rPr lang="ko-KR" altLang="en-US" sz="1200" dirty="0" err="1"/>
              <a:t>싶은가요</a:t>
            </a:r>
            <a:r>
              <a:rPr lang="en-US" altLang="ko-KR" sz="1200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/>
              <a:t>성분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효능 만족도</a:t>
            </a:r>
            <a:r>
              <a:rPr lang="ko-KR" altLang="en-US" sz="1200" dirty="0"/>
              <a:t> </a:t>
            </a:r>
            <a:r>
              <a:rPr lang="en-US" altLang="ko-KR" sz="1200" dirty="0"/>
              <a:t>— "</a:t>
            </a:r>
            <a:r>
              <a:rPr lang="ko-KR" altLang="en-US" sz="1200" dirty="0"/>
              <a:t>미백</a:t>
            </a:r>
            <a:r>
              <a:rPr lang="en-US" altLang="ko-KR" sz="1200" dirty="0"/>
              <a:t>·</a:t>
            </a:r>
            <a:r>
              <a:rPr lang="ko-KR" altLang="en-US" sz="1200" dirty="0"/>
              <a:t>보습 등 핵심 기능에 대한 체감 효과는 </a:t>
            </a:r>
            <a:r>
              <a:rPr lang="ko-KR" altLang="en-US" sz="1200" dirty="0" err="1"/>
              <a:t>어떤가요</a:t>
            </a:r>
            <a:r>
              <a:rPr lang="en-US" altLang="ko-KR" sz="1200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/>
              <a:t>피부 트러블 여부</a:t>
            </a:r>
            <a:r>
              <a:rPr lang="ko-KR" altLang="en-US" sz="1200" dirty="0"/>
              <a:t> </a:t>
            </a:r>
            <a:r>
              <a:rPr lang="en-US" altLang="ko-KR" sz="1200" dirty="0"/>
              <a:t>— "</a:t>
            </a:r>
            <a:r>
              <a:rPr lang="ko-KR" altLang="en-US" sz="1200" dirty="0"/>
              <a:t>사용 후 자극이나 트러블이 있었나요</a:t>
            </a:r>
            <a:r>
              <a:rPr lang="en-US" altLang="ko-KR" sz="1200" dirty="0"/>
              <a:t>?"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/>
              <a:t>전반적인 사용 경험</a:t>
            </a:r>
            <a:r>
              <a:rPr lang="ko-KR" altLang="en-US" sz="1200" dirty="0"/>
              <a:t> </a:t>
            </a:r>
            <a:r>
              <a:rPr lang="en-US" altLang="ko-KR" sz="1200" dirty="0"/>
              <a:t>— "</a:t>
            </a:r>
            <a:r>
              <a:rPr lang="ko-KR" altLang="en-US" sz="1200" dirty="0"/>
              <a:t>제품 사용 후 보습 효과에 대해 어떻게 생각하시나요</a:t>
            </a:r>
            <a:r>
              <a:rPr lang="en-US" altLang="ko-KR" sz="1200" dirty="0"/>
              <a:t>?"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042" y="1187958"/>
            <a:ext cx="187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50" dirty="0">
                <a:latin typeface="Malgun Gothic"/>
                <a:cs typeface="Malgun Gothic"/>
              </a:rPr>
              <a:t>비엣서베이는,</a:t>
            </a:r>
            <a:endParaRPr sz="2400" dirty="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8042" y="2102611"/>
            <a:ext cx="345947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spc="-65" dirty="0">
                <a:latin typeface="Malgun Gothic"/>
                <a:cs typeface="Malgun Gothic"/>
              </a:rPr>
              <a:t>베트남</a:t>
            </a:r>
            <a:r>
              <a:rPr sz="2400" spc="-130" dirty="0">
                <a:latin typeface="Malgun Gothic"/>
                <a:cs typeface="Malgun Gothic"/>
              </a:rPr>
              <a:t> </a:t>
            </a:r>
            <a:r>
              <a:rPr sz="2400" spc="-75" dirty="0">
                <a:latin typeface="Malgun Gothic"/>
                <a:cs typeface="Malgun Gothic"/>
              </a:rPr>
              <a:t>인플루언서</a:t>
            </a:r>
            <a:r>
              <a:rPr sz="2400" spc="-140" dirty="0">
                <a:latin typeface="Malgun Gothic"/>
                <a:cs typeface="Malgun Gothic"/>
              </a:rPr>
              <a:t> </a:t>
            </a:r>
            <a:r>
              <a:rPr sz="2400" spc="-95" dirty="0">
                <a:latin typeface="Malgun Gothic"/>
                <a:cs typeface="Malgun Gothic"/>
              </a:rPr>
              <a:t>홍보도 </a:t>
            </a:r>
            <a:r>
              <a:rPr sz="2400" spc="-10" dirty="0">
                <a:latin typeface="Malgun Gothic"/>
                <a:cs typeface="Malgun Gothic"/>
              </a:rPr>
              <a:t>가능합니다.</a:t>
            </a:r>
            <a:endParaRPr sz="2400" dirty="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656" y="3185898"/>
            <a:ext cx="4330320" cy="3196388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spc="-10" dirty="0" err="1">
                <a:latin typeface="Malgun Gothic"/>
                <a:cs typeface="Malgun Gothic"/>
              </a:rPr>
              <a:t>설문조사에서</a:t>
            </a:r>
            <a:r>
              <a:rPr lang="en-US" sz="1100" spc="-10" dirty="0">
                <a:latin typeface="Malgun Gothic"/>
                <a:cs typeface="Malgun Gothic"/>
              </a:rPr>
              <a:t> </a:t>
            </a:r>
            <a:r>
              <a:rPr sz="1100" spc="-45" dirty="0" err="1">
                <a:latin typeface="Malgun Gothic"/>
                <a:cs typeface="Malgun Gothic"/>
              </a:rPr>
              <a:t>긍정적인</a:t>
            </a:r>
            <a:r>
              <a:rPr sz="1100" spc="-65" dirty="0">
                <a:latin typeface="Malgun Gothic"/>
                <a:cs typeface="Malgun Gothic"/>
              </a:rPr>
              <a:t> </a:t>
            </a:r>
            <a:r>
              <a:rPr sz="1100" spc="-40" dirty="0">
                <a:latin typeface="Malgun Gothic"/>
                <a:cs typeface="Malgun Gothic"/>
              </a:rPr>
              <a:t>반응을</a:t>
            </a:r>
            <a:r>
              <a:rPr sz="1100" spc="-50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보인</a:t>
            </a:r>
            <a:r>
              <a:rPr sz="1100" spc="-55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인플루언서를</a:t>
            </a:r>
            <a:r>
              <a:rPr sz="1100" spc="-70" dirty="0">
                <a:latin typeface="Malgun Gothic"/>
                <a:cs typeface="Malgun Gothic"/>
              </a:rPr>
              <a:t> </a:t>
            </a:r>
            <a:r>
              <a:rPr sz="1100" spc="-20" dirty="0">
                <a:latin typeface="Malgun Gothic"/>
                <a:cs typeface="Malgun Gothic"/>
              </a:rPr>
              <a:t>대상으로 </a:t>
            </a:r>
            <a:r>
              <a:rPr sz="1100" spc="-45" dirty="0">
                <a:latin typeface="Malgun Gothic"/>
                <a:cs typeface="Malgun Gothic"/>
              </a:rPr>
              <a:t>실제</a:t>
            </a:r>
            <a:r>
              <a:rPr sz="1100" spc="-35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SNS</a:t>
            </a:r>
            <a:r>
              <a:rPr sz="1100" spc="-40" dirty="0">
                <a:latin typeface="Malgun Gothic"/>
                <a:cs typeface="Malgun Gothic"/>
              </a:rPr>
              <a:t> 홍보</a:t>
            </a:r>
            <a:r>
              <a:rPr sz="1100" spc="-25" dirty="0">
                <a:latin typeface="Malgun Gothic"/>
                <a:cs typeface="Malgun Gothic"/>
              </a:rPr>
              <a:t> </a:t>
            </a:r>
            <a:r>
              <a:rPr sz="1100" spc="-45" dirty="0">
                <a:latin typeface="Malgun Gothic"/>
                <a:cs typeface="Malgun Gothic"/>
              </a:rPr>
              <a:t>콘텐츠를 </a:t>
            </a:r>
            <a:r>
              <a:rPr sz="1100" spc="-10" dirty="0" err="1">
                <a:latin typeface="Malgun Gothic"/>
                <a:cs typeface="Malgun Gothic"/>
              </a:rPr>
              <a:t>제작합니다</a:t>
            </a:r>
            <a:r>
              <a:rPr sz="1100" spc="-10" dirty="0">
                <a:latin typeface="Malgun Gothic"/>
                <a:cs typeface="Malgun Gothic"/>
              </a:rPr>
              <a:t>.</a:t>
            </a:r>
            <a:endParaRPr lang="en-US" sz="1100" spc="-10" dirty="0">
              <a:latin typeface="Malgun Gothic"/>
              <a:cs typeface="Malgun Gothic"/>
            </a:endParaRPr>
          </a:p>
          <a:p>
            <a:pPr marL="12700" marR="5080">
              <a:lnSpc>
                <a:spcPct val="150000"/>
              </a:lnSpc>
            </a:pPr>
            <a:endParaRPr lang="en-US" sz="1100" spc="-10" dirty="0">
              <a:latin typeface="Malgun Gothic"/>
              <a:cs typeface="Malgun Gothic"/>
            </a:endParaRPr>
          </a:p>
          <a:p>
            <a:pPr marL="12700" marR="5080">
              <a:lnSpc>
                <a:spcPct val="150000"/>
              </a:lnSpc>
            </a:pPr>
            <a:r>
              <a:rPr lang="ko-KR" altLang="en-US" sz="1100" dirty="0">
                <a:latin typeface="Malgun Gothic"/>
                <a:cs typeface="Malgun Gothic"/>
              </a:rPr>
              <a:t>이런 점이 다릅니다</a:t>
            </a:r>
            <a:endParaRPr lang="en-US" altLang="ko-KR" sz="1100" dirty="0">
              <a:latin typeface="Malgun Gothic"/>
              <a:cs typeface="Malgun Gothic"/>
            </a:endParaRPr>
          </a:p>
          <a:p>
            <a:pPr marL="241300" marR="508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Malgun Gothic"/>
                <a:cs typeface="Malgun Gothic"/>
              </a:rPr>
              <a:t>검증된 </a:t>
            </a:r>
            <a:r>
              <a:rPr lang="ko-KR" altLang="en-US" sz="1100" dirty="0" err="1">
                <a:latin typeface="Malgun Gothic"/>
                <a:cs typeface="Malgun Gothic"/>
              </a:rPr>
              <a:t>인플루언서만</a:t>
            </a:r>
            <a:r>
              <a:rPr lang="ko-KR" altLang="en-US" sz="1100" dirty="0">
                <a:latin typeface="Malgun Gothic"/>
                <a:cs typeface="Malgun Gothic"/>
              </a:rPr>
              <a:t> 선별 </a:t>
            </a:r>
            <a:r>
              <a:rPr lang="en-US" altLang="ko-KR" sz="1100" dirty="0">
                <a:latin typeface="Malgun Gothic"/>
                <a:cs typeface="Malgun Gothic"/>
              </a:rPr>
              <a:t>— </a:t>
            </a:r>
            <a:r>
              <a:rPr lang="ko-KR" altLang="en-US" sz="1100" dirty="0">
                <a:latin typeface="Malgun Gothic"/>
                <a:cs typeface="Malgun Gothic"/>
              </a:rPr>
              <a:t>단순 </a:t>
            </a:r>
            <a:r>
              <a:rPr lang="ko-KR" altLang="en-US" sz="1100" dirty="0" err="1">
                <a:latin typeface="Malgun Gothic"/>
                <a:cs typeface="Malgun Gothic"/>
              </a:rPr>
              <a:t>팔로워</a:t>
            </a:r>
            <a:r>
              <a:rPr lang="ko-KR" altLang="en-US" sz="1100" dirty="0">
                <a:latin typeface="Malgun Gothic"/>
                <a:cs typeface="Malgun Gothic"/>
              </a:rPr>
              <a:t> 수가 아닌</a:t>
            </a:r>
            <a:r>
              <a:rPr lang="en-US" altLang="ko-KR" sz="1100" dirty="0">
                <a:latin typeface="Malgun Gothic"/>
                <a:cs typeface="Malgun Gothic"/>
              </a:rPr>
              <a:t>, </a:t>
            </a:r>
            <a:r>
              <a:rPr lang="ko-KR" altLang="en-US" sz="1100" dirty="0">
                <a:latin typeface="Malgun Gothic"/>
                <a:cs typeface="Malgun Gothic"/>
              </a:rPr>
              <a:t>우리 제품에 실제로 긍정적인 반응을 보인 </a:t>
            </a:r>
            <a:r>
              <a:rPr lang="ko-KR" altLang="en-US" sz="1100" dirty="0" err="1">
                <a:latin typeface="Malgun Gothic"/>
                <a:cs typeface="Malgun Gothic"/>
              </a:rPr>
              <a:t>인플루언서와</a:t>
            </a:r>
            <a:r>
              <a:rPr lang="ko-KR" altLang="en-US" sz="1100" dirty="0">
                <a:latin typeface="Malgun Gothic"/>
                <a:cs typeface="Malgun Gothic"/>
              </a:rPr>
              <a:t> 협업합니다</a:t>
            </a:r>
            <a:endParaRPr lang="en-US" altLang="ko-KR" sz="1100" dirty="0">
              <a:latin typeface="Malgun Gothic"/>
              <a:cs typeface="Malgun Gothic"/>
            </a:endParaRPr>
          </a:p>
          <a:p>
            <a:pPr marL="241300" marR="508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Malgun Gothic"/>
                <a:cs typeface="Malgun Gothic"/>
              </a:rPr>
              <a:t>진정성 있는 콘텐츠 </a:t>
            </a:r>
            <a:r>
              <a:rPr lang="en-US" altLang="ko-KR" sz="1100" dirty="0">
                <a:latin typeface="Malgun Gothic"/>
                <a:cs typeface="Malgun Gothic"/>
              </a:rPr>
              <a:t>— </a:t>
            </a:r>
            <a:r>
              <a:rPr lang="ko-KR" altLang="en-US" sz="1100" dirty="0">
                <a:latin typeface="Malgun Gothic"/>
                <a:cs typeface="Malgun Gothic"/>
              </a:rPr>
              <a:t>설문에서 이미 제품을 경험하고 만족한 </a:t>
            </a:r>
            <a:r>
              <a:rPr lang="ko-KR" altLang="en-US" sz="1100" dirty="0" err="1">
                <a:latin typeface="Malgun Gothic"/>
                <a:cs typeface="Malgun Gothic"/>
              </a:rPr>
              <a:t>인플루언서가</a:t>
            </a:r>
            <a:r>
              <a:rPr lang="ko-KR" altLang="en-US" sz="1100" dirty="0">
                <a:latin typeface="Malgun Gothic"/>
                <a:cs typeface="Malgun Gothic"/>
              </a:rPr>
              <a:t> 제작하므로 광고가 아닌 진짜 후기처럼 </a:t>
            </a:r>
            <a:r>
              <a:rPr lang="ko-KR" altLang="en-US" sz="1100" dirty="0" err="1">
                <a:latin typeface="Malgun Gothic"/>
                <a:cs typeface="Malgun Gothic"/>
              </a:rPr>
              <a:t>느껴집니다베트남</a:t>
            </a:r>
            <a:endParaRPr lang="en-US" altLang="ko-KR" sz="1100" dirty="0">
              <a:latin typeface="Malgun Gothic"/>
              <a:cs typeface="Malgun Gothic"/>
            </a:endParaRPr>
          </a:p>
          <a:p>
            <a:pPr marL="241300" marR="5080" indent="-228600">
              <a:lnSpc>
                <a:spcPct val="150000"/>
              </a:lnSpc>
              <a:buAutoNum type="arabicPeriod"/>
            </a:pPr>
            <a:r>
              <a:rPr lang="ko-KR" altLang="en-US" sz="1100" dirty="0">
                <a:latin typeface="Malgun Gothic"/>
                <a:cs typeface="Malgun Gothic"/>
              </a:rPr>
              <a:t>현지 최적화 </a:t>
            </a:r>
            <a:r>
              <a:rPr lang="en-US" altLang="ko-KR" sz="1100" dirty="0">
                <a:latin typeface="Malgun Gothic"/>
                <a:cs typeface="Malgun Gothic"/>
              </a:rPr>
              <a:t>— </a:t>
            </a:r>
            <a:r>
              <a:rPr lang="ko-KR" altLang="en-US" sz="1100" dirty="0">
                <a:latin typeface="Malgun Gothic"/>
                <a:cs typeface="Malgun Gothic"/>
              </a:rPr>
              <a:t>베트남 소비자의 정서와 트렌드에 맞는 </a:t>
            </a:r>
            <a:r>
              <a:rPr lang="en-US" altLang="ko-KR" sz="1100" dirty="0">
                <a:latin typeface="Malgun Gothic"/>
                <a:cs typeface="Malgun Gothic"/>
              </a:rPr>
              <a:t>SNS </a:t>
            </a:r>
            <a:r>
              <a:rPr lang="ko-KR" altLang="en-US" sz="1100" dirty="0">
                <a:latin typeface="Malgun Gothic"/>
                <a:cs typeface="Malgun Gothic"/>
              </a:rPr>
              <a:t>콘텐츠를 현지 감각으로 </a:t>
            </a:r>
            <a:r>
              <a:rPr lang="ko-KR" altLang="en-US" sz="1100" dirty="0" err="1">
                <a:latin typeface="Malgun Gothic"/>
                <a:cs typeface="Malgun Gothic"/>
              </a:rPr>
              <a:t>제작합니다조사</a:t>
            </a:r>
            <a:r>
              <a:rPr lang="ko-KR" altLang="en-US" sz="1100" dirty="0">
                <a:latin typeface="Malgun Gothic"/>
                <a:cs typeface="Malgun Gothic"/>
              </a:rPr>
              <a:t> → 홍보 원스톱 </a:t>
            </a:r>
            <a:r>
              <a:rPr lang="en-US" altLang="ko-KR" sz="1100" dirty="0">
                <a:latin typeface="Malgun Gothic"/>
                <a:cs typeface="Malgun Gothic"/>
              </a:rPr>
              <a:t>— </a:t>
            </a:r>
            <a:r>
              <a:rPr lang="ko-KR" altLang="en-US" sz="1100" dirty="0">
                <a:latin typeface="Malgun Gothic"/>
                <a:cs typeface="Malgun Gothic"/>
              </a:rPr>
              <a:t>시장조사부터 </a:t>
            </a:r>
            <a:r>
              <a:rPr lang="ko-KR" altLang="en-US" sz="1100" dirty="0" err="1">
                <a:latin typeface="Malgun Gothic"/>
                <a:cs typeface="Malgun Gothic"/>
              </a:rPr>
              <a:t>인플루언서</a:t>
            </a:r>
            <a:r>
              <a:rPr lang="ko-KR" altLang="en-US" sz="1100" dirty="0">
                <a:latin typeface="Malgun Gothic"/>
                <a:cs typeface="Malgun Gothic"/>
              </a:rPr>
              <a:t> 마케팅까지 하나의 플랫폼에서 연결됩니다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52871" y="1534667"/>
            <a:ext cx="5901055" cy="4229100"/>
            <a:chOff x="5452871" y="1534667"/>
            <a:chExt cx="5901055" cy="4229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2871" y="1534667"/>
              <a:ext cx="1860803" cy="37779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9" y="1598675"/>
              <a:ext cx="1682495" cy="35996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97829" y="1579625"/>
              <a:ext cx="1720850" cy="3637915"/>
            </a:xfrm>
            <a:custGeom>
              <a:avLst/>
              <a:gdLst/>
              <a:ahLst/>
              <a:cxnLst/>
              <a:rect l="l" t="t" r="r" b="b"/>
              <a:pathLst>
                <a:path w="1720850" h="3637915">
                  <a:moveTo>
                    <a:pt x="0" y="3637788"/>
                  </a:moveTo>
                  <a:lnTo>
                    <a:pt x="1720596" y="3637788"/>
                  </a:lnTo>
                  <a:lnTo>
                    <a:pt x="1720596" y="0"/>
                  </a:lnTo>
                  <a:lnTo>
                    <a:pt x="0" y="0"/>
                  </a:lnTo>
                  <a:lnTo>
                    <a:pt x="0" y="36377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3051" y="1985771"/>
              <a:ext cx="1798320" cy="37779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7059" y="2049779"/>
              <a:ext cx="1620011" cy="35996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38009" y="2030729"/>
              <a:ext cx="1658620" cy="3637915"/>
            </a:xfrm>
            <a:custGeom>
              <a:avLst/>
              <a:gdLst/>
              <a:ahLst/>
              <a:cxnLst/>
              <a:rect l="l" t="t" r="r" b="b"/>
              <a:pathLst>
                <a:path w="1658620" h="3637915">
                  <a:moveTo>
                    <a:pt x="0" y="3637788"/>
                  </a:moveTo>
                  <a:lnTo>
                    <a:pt x="1658111" y="3637788"/>
                  </a:lnTo>
                  <a:lnTo>
                    <a:pt x="1658111" y="0"/>
                  </a:lnTo>
                  <a:lnTo>
                    <a:pt x="0" y="0"/>
                  </a:lnTo>
                  <a:lnTo>
                    <a:pt x="0" y="36377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79307" y="1534667"/>
              <a:ext cx="1859279" cy="37779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43315" y="1598675"/>
              <a:ext cx="1680972" cy="35996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24265" y="1579625"/>
              <a:ext cx="1719580" cy="3637915"/>
            </a:xfrm>
            <a:custGeom>
              <a:avLst/>
              <a:gdLst/>
              <a:ahLst/>
              <a:cxnLst/>
              <a:rect l="l" t="t" r="r" b="b"/>
              <a:pathLst>
                <a:path w="1719579" h="3637915">
                  <a:moveTo>
                    <a:pt x="0" y="3637788"/>
                  </a:moveTo>
                  <a:lnTo>
                    <a:pt x="1719072" y="3637788"/>
                  </a:lnTo>
                  <a:lnTo>
                    <a:pt x="1719072" y="0"/>
                  </a:lnTo>
                  <a:lnTo>
                    <a:pt x="0" y="0"/>
                  </a:lnTo>
                  <a:lnTo>
                    <a:pt x="0" y="36377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5479" y="1985771"/>
              <a:ext cx="1798320" cy="37779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19487" y="2049779"/>
              <a:ext cx="1620011" cy="35996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600437" y="2030729"/>
              <a:ext cx="1658620" cy="3637915"/>
            </a:xfrm>
            <a:custGeom>
              <a:avLst/>
              <a:gdLst/>
              <a:ahLst/>
              <a:cxnLst/>
              <a:rect l="l" t="t" r="r" b="b"/>
              <a:pathLst>
                <a:path w="1658620" h="3637915">
                  <a:moveTo>
                    <a:pt x="0" y="3637788"/>
                  </a:moveTo>
                  <a:lnTo>
                    <a:pt x="1658111" y="3637788"/>
                  </a:lnTo>
                  <a:lnTo>
                    <a:pt x="1658111" y="0"/>
                  </a:lnTo>
                  <a:lnTo>
                    <a:pt x="0" y="0"/>
                  </a:lnTo>
                  <a:lnTo>
                    <a:pt x="0" y="3637788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0" y="0"/>
            <a:ext cx="99060" cy="6858000"/>
          </a:xfrm>
          <a:custGeom>
            <a:avLst/>
            <a:gdLst/>
            <a:ahLst/>
            <a:cxnLst/>
            <a:rect l="l" t="t" r="r" b="b"/>
            <a:pathLst>
              <a:path w="99060" h="6858000">
                <a:moveTo>
                  <a:pt x="9906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" y="6858000"/>
                </a:lnTo>
                <a:lnTo>
                  <a:pt x="99060" y="0"/>
                </a:lnTo>
                <a:close/>
              </a:path>
            </a:pathLst>
          </a:custGeom>
          <a:solidFill>
            <a:srgbClr val="4EA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095" y="-6096"/>
            <a:ext cx="109855" cy="6870700"/>
            <a:chOff x="-6095" y="-6096"/>
            <a:chExt cx="109855" cy="68707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7790" cy="6858000"/>
            </a:xfrm>
            <a:custGeom>
              <a:avLst/>
              <a:gdLst/>
              <a:ahLst/>
              <a:cxnLst/>
              <a:rect l="l" t="t" r="r" b="b"/>
              <a:pathLst>
                <a:path w="97790" h="6858000">
                  <a:moveTo>
                    <a:pt x="97536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7536" y="6858000"/>
                  </a:lnTo>
                  <a:lnTo>
                    <a:pt x="97536" y="0"/>
                  </a:lnTo>
                  <a:close/>
                </a:path>
              </a:pathLst>
            </a:custGeom>
            <a:solidFill>
              <a:srgbClr val="397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7790" cy="6858000"/>
            </a:xfrm>
            <a:custGeom>
              <a:avLst/>
              <a:gdLst/>
              <a:ahLst/>
              <a:cxnLst/>
              <a:rect l="l" t="t" r="r" b="b"/>
              <a:pathLst>
                <a:path w="97790" h="6858000">
                  <a:moveTo>
                    <a:pt x="0" y="6858000"/>
                  </a:moveTo>
                  <a:lnTo>
                    <a:pt x="97536" y="6858000"/>
                  </a:lnTo>
                  <a:lnTo>
                    <a:pt x="9753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12192">
              <a:solidFill>
                <a:srgbClr val="397C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44500" y="325882"/>
            <a:ext cx="187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5" dirty="0">
                <a:solidFill>
                  <a:srgbClr val="397C44"/>
                </a:solidFill>
                <a:latin typeface="Malgun Gothic"/>
                <a:cs typeface="Malgun Gothic"/>
              </a:rPr>
              <a:t>비엣서베이는,</a:t>
            </a:r>
            <a:endParaRPr sz="2400" dirty="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500" y="783793"/>
            <a:ext cx="6090285" cy="554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105" dirty="0">
                <a:solidFill>
                  <a:srgbClr val="1A1A1A"/>
                </a:solidFill>
                <a:latin typeface="Malgun Gothic"/>
                <a:cs typeface="Malgun Gothic"/>
              </a:rPr>
              <a:t>베트남</a:t>
            </a:r>
            <a:r>
              <a:rPr sz="3450" spc="-195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3450" spc="-95" dirty="0">
                <a:solidFill>
                  <a:srgbClr val="1A1A1A"/>
                </a:solidFill>
                <a:latin typeface="Malgun Gothic"/>
                <a:cs typeface="Malgun Gothic"/>
              </a:rPr>
              <a:t>현지</a:t>
            </a:r>
            <a:r>
              <a:rPr sz="3450" spc="-200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3450" spc="-105" dirty="0">
                <a:solidFill>
                  <a:srgbClr val="1A1A1A"/>
                </a:solidFill>
                <a:latin typeface="Malgun Gothic"/>
                <a:cs typeface="Malgun Gothic"/>
              </a:rPr>
              <a:t>판매도</a:t>
            </a:r>
            <a:r>
              <a:rPr sz="3450" spc="-195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3450" spc="-35" dirty="0">
                <a:solidFill>
                  <a:srgbClr val="1A1A1A"/>
                </a:solidFill>
                <a:latin typeface="Malgun Gothic"/>
                <a:cs typeface="Malgun Gothic"/>
              </a:rPr>
              <a:t>가능합니다.</a:t>
            </a:r>
            <a:endParaRPr sz="3450" dirty="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9409" y="1578610"/>
            <a:ext cx="3548379" cy="1292860"/>
            <a:chOff x="359409" y="1578610"/>
            <a:chExt cx="3548379" cy="1292860"/>
          </a:xfrm>
        </p:grpSpPr>
        <p:sp>
          <p:nvSpPr>
            <p:cNvPr id="9" name="object 9"/>
            <p:cNvSpPr/>
            <p:nvPr/>
          </p:nvSpPr>
          <p:spPr>
            <a:xfrm>
              <a:off x="365759" y="1584960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3535679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3535679" y="128016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1A2D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5759" y="1584960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0" y="1280160"/>
                  </a:moveTo>
                  <a:lnTo>
                    <a:pt x="3535679" y="128016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ln w="12192">
              <a:solidFill>
                <a:srgbClr val="1A2D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0453" y="1906599"/>
            <a:ext cx="107950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045" marR="5080" indent="-106680">
              <a:lnSpc>
                <a:spcPct val="152900"/>
              </a:lnSpc>
              <a:spcBef>
                <a:spcPts val="95"/>
              </a:spcBef>
            </a:pPr>
            <a:r>
              <a:rPr sz="1700" b="1" spc="-35" dirty="0">
                <a:solidFill>
                  <a:srgbClr val="FFFFFF"/>
                </a:solidFill>
                <a:latin typeface="Malgun Gothic"/>
                <a:cs typeface="Malgun Gothic"/>
              </a:rPr>
              <a:t>비엣서베이 </a:t>
            </a:r>
            <a:r>
              <a:rPr sz="17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설문조사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24427" y="2027046"/>
            <a:ext cx="32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397C44"/>
                </a:solidFill>
                <a:latin typeface="Malgun Gothic"/>
                <a:cs typeface="Malgun Gothic"/>
              </a:rPr>
              <a:t>→</a:t>
            </a:r>
            <a:endParaRPr sz="24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60850" y="1578610"/>
            <a:ext cx="3548379" cy="1292860"/>
            <a:chOff x="4260850" y="1578610"/>
            <a:chExt cx="3548379" cy="1292860"/>
          </a:xfrm>
        </p:grpSpPr>
        <p:sp>
          <p:nvSpPr>
            <p:cNvPr id="14" name="object 14"/>
            <p:cNvSpPr/>
            <p:nvPr/>
          </p:nvSpPr>
          <p:spPr>
            <a:xfrm>
              <a:off x="4267200" y="1584960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3535679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3535679" y="128016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1A2D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7200" y="1584960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0" y="1280160"/>
                  </a:moveTo>
                  <a:lnTo>
                    <a:pt x="3535679" y="128016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ln w="12192">
              <a:solidFill>
                <a:srgbClr val="1A2D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130419" y="2254122"/>
            <a:ext cx="182435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700" b="1" spc="-30" dirty="0">
                <a:solidFill>
                  <a:srgbClr val="FFFFFF"/>
                </a:solidFill>
                <a:latin typeface="Malgun Gothic"/>
                <a:cs typeface="Malgun Gothic"/>
              </a:rPr>
              <a:t>인허가</a:t>
            </a:r>
            <a:r>
              <a:rPr sz="1700" b="1" spc="-1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00" b="1" spc="-285"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z="170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00" b="1" dirty="0">
                <a:solidFill>
                  <a:srgbClr val="FFFFFF"/>
                </a:solidFill>
                <a:latin typeface="Malgun Gothic"/>
                <a:cs typeface="Malgun Gothic"/>
              </a:rPr>
              <a:t>배송</a:t>
            </a:r>
            <a:r>
              <a:rPr sz="1700" b="1" spc="-1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대행</a:t>
            </a:r>
            <a:endParaRPr sz="1700" dirty="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26502" y="2027046"/>
            <a:ext cx="321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397C44"/>
                </a:solidFill>
                <a:latin typeface="Malgun Gothic"/>
                <a:cs typeface="Malgun Gothic"/>
              </a:rPr>
              <a:t>→</a:t>
            </a:r>
            <a:endParaRPr sz="24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9663" y="3346703"/>
            <a:ext cx="3548379" cy="2021205"/>
            <a:chOff x="359663" y="3346703"/>
            <a:chExt cx="3548379" cy="2021205"/>
          </a:xfrm>
        </p:grpSpPr>
        <p:sp>
          <p:nvSpPr>
            <p:cNvPr id="19" name="object 19"/>
            <p:cNvSpPr/>
            <p:nvPr/>
          </p:nvSpPr>
          <p:spPr>
            <a:xfrm>
              <a:off x="36575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3535679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3535679" y="201168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575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0" y="2011680"/>
                  </a:moveTo>
                  <a:lnTo>
                    <a:pt x="3535679" y="201168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2011680"/>
                  </a:lnTo>
                  <a:close/>
                </a:path>
              </a:pathLst>
            </a:custGeom>
            <a:ln w="6096">
              <a:solidFill>
                <a:srgbClr val="DFDF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575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3535679" y="0"/>
                  </a:moveTo>
                  <a:lnTo>
                    <a:pt x="0" y="0"/>
                  </a:lnTo>
                  <a:lnTo>
                    <a:pt x="0" y="48767"/>
                  </a:lnTo>
                  <a:lnTo>
                    <a:pt x="3535679" y="48767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397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75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0" y="48767"/>
                  </a:moveTo>
                  <a:lnTo>
                    <a:pt x="3535679" y="48767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48767"/>
                  </a:lnTo>
                  <a:close/>
                </a:path>
              </a:pathLst>
            </a:custGeom>
            <a:ln w="12192">
              <a:solidFill>
                <a:srgbClr val="397C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8162543" y="1578863"/>
            <a:ext cx="3548379" cy="1292860"/>
            <a:chOff x="8162543" y="1578863"/>
            <a:chExt cx="3548379" cy="1292860"/>
          </a:xfrm>
        </p:grpSpPr>
        <p:sp>
          <p:nvSpPr>
            <p:cNvPr id="24" name="object 24"/>
            <p:cNvSpPr/>
            <p:nvPr/>
          </p:nvSpPr>
          <p:spPr>
            <a:xfrm>
              <a:off x="8168639" y="1584959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3535679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3535679" y="128016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1A2D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68639" y="1584959"/>
              <a:ext cx="3535679" cy="1280160"/>
            </a:xfrm>
            <a:custGeom>
              <a:avLst/>
              <a:gdLst/>
              <a:ahLst/>
              <a:cxnLst/>
              <a:rect l="l" t="t" r="r" b="b"/>
              <a:pathLst>
                <a:path w="3535679" h="1280160">
                  <a:moveTo>
                    <a:pt x="0" y="1280160"/>
                  </a:moveTo>
                  <a:lnTo>
                    <a:pt x="3535679" y="128016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ln w="12192">
              <a:solidFill>
                <a:srgbClr val="1A2D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84463" y="1644395"/>
              <a:ext cx="745490" cy="281940"/>
            </a:xfrm>
            <a:custGeom>
              <a:avLst/>
              <a:gdLst/>
              <a:ahLst/>
              <a:cxnLst/>
              <a:rect l="l" t="t" r="r" b="b"/>
              <a:pathLst>
                <a:path w="745490" h="281939">
                  <a:moveTo>
                    <a:pt x="698245" y="0"/>
                  </a:moveTo>
                  <a:lnTo>
                    <a:pt x="46989" y="0"/>
                  </a:lnTo>
                  <a:lnTo>
                    <a:pt x="28717" y="3698"/>
                  </a:lnTo>
                  <a:lnTo>
                    <a:pt x="13779" y="13779"/>
                  </a:lnTo>
                  <a:lnTo>
                    <a:pt x="3698" y="28717"/>
                  </a:lnTo>
                  <a:lnTo>
                    <a:pt x="0" y="46989"/>
                  </a:lnTo>
                  <a:lnTo>
                    <a:pt x="0" y="234950"/>
                  </a:lnTo>
                  <a:lnTo>
                    <a:pt x="3698" y="253222"/>
                  </a:lnTo>
                  <a:lnTo>
                    <a:pt x="13779" y="268160"/>
                  </a:lnTo>
                  <a:lnTo>
                    <a:pt x="28717" y="278241"/>
                  </a:lnTo>
                  <a:lnTo>
                    <a:pt x="46989" y="281939"/>
                  </a:lnTo>
                  <a:lnTo>
                    <a:pt x="698245" y="281939"/>
                  </a:lnTo>
                  <a:lnTo>
                    <a:pt x="716518" y="278241"/>
                  </a:lnTo>
                  <a:lnTo>
                    <a:pt x="731456" y="268160"/>
                  </a:lnTo>
                  <a:lnTo>
                    <a:pt x="741537" y="253222"/>
                  </a:lnTo>
                  <a:lnTo>
                    <a:pt x="745235" y="234950"/>
                  </a:lnTo>
                  <a:lnTo>
                    <a:pt x="745235" y="46989"/>
                  </a:lnTo>
                  <a:lnTo>
                    <a:pt x="741537" y="28717"/>
                  </a:lnTo>
                  <a:lnTo>
                    <a:pt x="731456" y="13779"/>
                  </a:lnTo>
                  <a:lnTo>
                    <a:pt x="716518" y="3698"/>
                  </a:lnTo>
                  <a:lnTo>
                    <a:pt x="6982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27380" y="3487927"/>
            <a:ext cx="1781810" cy="760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 dirty="0">
                <a:solidFill>
                  <a:srgbClr val="5DBE79"/>
                </a:solidFill>
                <a:latin typeface="Malgun Gothic"/>
                <a:cs typeface="Malgun Gothic"/>
              </a:rPr>
              <a:t>01</a:t>
            </a:r>
            <a:endParaRPr sz="17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b="1" spc="-75" dirty="0">
                <a:solidFill>
                  <a:srgbClr val="1A1A1A"/>
                </a:solidFill>
                <a:latin typeface="Malgun Gothic"/>
                <a:cs typeface="Malgun Gothic"/>
              </a:rPr>
              <a:t>샘플</a:t>
            </a:r>
            <a:r>
              <a:rPr sz="1600" b="1" spc="-70" dirty="0">
                <a:solidFill>
                  <a:srgbClr val="1A1A1A"/>
                </a:solidFill>
                <a:latin typeface="Malgun Gothic"/>
                <a:cs typeface="Malgun Gothic"/>
              </a:rPr>
              <a:t> 없이 </a:t>
            </a:r>
            <a:r>
              <a:rPr sz="1600" b="1" spc="-75" dirty="0">
                <a:solidFill>
                  <a:srgbClr val="1A1A1A"/>
                </a:solidFill>
                <a:latin typeface="Malgun Gothic"/>
                <a:cs typeface="Malgun Gothic"/>
              </a:rPr>
              <a:t>판매</a:t>
            </a:r>
            <a:r>
              <a:rPr sz="1600" b="1" spc="-70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1A1A1A"/>
                </a:solidFill>
                <a:latin typeface="Malgun Gothic"/>
                <a:cs typeface="Malgun Gothic"/>
              </a:rPr>
              <a:t>가능</a:t>
            </a:r>
            <a:endParaRPr sz="1600" dirty="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7380" y="4383698"/>
            <a:ext cx="1868170" cy="5969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5,600명</a:t>
            </a:r>
            <a:r>
              <a:rPr sz="1300" spc="30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KOC</a:t>
            </a:r>
            <a:r>
              <a:rPr sz="1300" spc="10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Malgun Gothic"/>
                <a:cs typeface="Malgun Gothic"/>
              </a:rPr>
              <a:t>네트워크로</a:t>
            </a:r>
            <a:endParaRPr sz="13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즉시</a:t>
            </a:r>
            <a:r>
              <a:rPr sz="1300" spc="-100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판매</a:t>
            </a:r>
            <a:r>
              <a:rPr sz="1300" spc="-9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66666"/>
                </a:solidFill>
                <a:latin typeface="Malgun Gothic"/>
                <a:cs typeface="Malgun Gothic"/>
              </a:rPr>
              <a:t>연결</a:t>
            </a:r>
            <a:endParaRPr sz="1300" dirty="0">
              <a:latin typeface="Malgun Gothic"/>
              <a:cs typeface="Malgun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261103" y="3346703"/>
            <a:ext cx="3548379" cy="2021205"/>
            <a:chOff x="4261103" y="3346703"/>
            <a:chExt cx="3548379" cy="2021205"/>
          </a:xfrm>
        </p:grpSpPr>
        <p:sp>
          <p:nvSpPr>
            <p:cNvPr id="30" name="object 30"/>
            <p:cNvSpPr/>
            <p:nvPr/>
          </p:nvSpPr>
          <p:spPr>
            <a:xfrm>
              <a:off x="426719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3535679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3535679" y="201168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6719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0" y="2011680"/>
                  </a:moveTo>
                  <a:lnTo>
                    <a:pt x="3535679" y="201168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2011680"/>
                  </a:lnTo>
                  <a:close/>
                </a:path>
              </a:pathLst>
            </a:custGeom>
            <a:ln w="6096">
              <a:solidFill>
                <a:srgbClr val="DFDF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6719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3535679" y="0"/>
                  </a:moveTo>
                  <a:lnTo>
                    <a:pt x="0" y="0"/>
                  </a:lnTo>
                  <a:lnTo>
                    <a:pt x="0" y="48767"/>
                  </a:lnTo>
                  <a:lnTo>
                    <a:pt x="3535679" y="48767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397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6719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0" y="48767"/>
                  </a:moveTo>
                  <a:lnTo>
                    <a:pt x="3535679" y="48767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48767"/>
                  </a:lnTo>
                  <a:close/>
                </a:path>
              </a:pathLst>
            </a:custGeom>
            <a:ln w="12192">
              <a:solidFill>
                <a:srgbClr val="397C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529454" y="3487927"/>
            <a:ext cx="1840864" cy="760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 dirty="0">
                <a:solidFill>
                  <a:srgbClr val="5DBE79"/>
                </a:solidFill>
                <a:latin typeface="Malgun Gothic"/>
                <a:cs typeface="Malgun Gothic"/>
              </a:rPr>
              <a:t>02</a:t>
            </a:r>
            <a:endParaRPr sz="17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b="1" spc="-70" dirty="0">
                <a:solidFill>
                  <a:srgbClr val="1A1A1A"/>
                </a:solidFill>
                <a:latin typeface="Malgun Gothic"/>
                <a:cs typeface="Malgun Gothic"/>
              </a:rPr>
              <a:t>홍보비 </a:t>
            </a:r>
            <a:r>
              <a:rPr sz="1600" b="1" dirty="0">
                <a:solidFill>
                  <a:srgbClr val="1A1A1A"/>
                </a:solidFill>
                <a:latin typeface="Malgun Gothic"/>
                <a:cs typeface="Malgun Gothic"/>
              </a:rPr>
              <a:t>·</a:t>
            </a:r>
            <a:r>
              <a:rPr sz="1600" b="1" spc="-65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1600" b="1" spc="-70" dirty="0">
                <a:solidFill>
                  <a:srgbClr val="1A1A1A"/>
                </a:solidFill>
                <a:latin typeface="Malgun Gothic"/>
                <a:cs typeface="Malgun Gothic"/>
              </a:rPr>
              <a:t>입점비</a:t>
            </a:r>
            <a:r>
              <a:rPr sz="1600" b="1" spc="-65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1A1A1A"/>
                </a:solidFill>
                <a:latin typeface="Malgun Gothic"/>
                <a:cs typeface="Malgun Gothic"/>
              </a:rPr>
              <a:t>무료</a:t>
            </a:r>
            <a:endParaRPr sz="1600" dirty="0">
              <a:latin typeface="Malgun Gothic"/>
              <a:cs typeface="Malgun Gothic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29454" y="4383698"/>
            <a:ext cx="1273810" cy="5969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판매</a:t>
            </a:r>
            <a:r>
              <a:rPr sz="1300" spc="-10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발생</a:t>
            </a:r>
            <a:r>
              <a:rPr sz="1300" spc="-100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50" dirty="0">
                <a:solidFill>
                  <a:srgbClr val="666666"/>
                </a:solidFill>
                <a:latin typeface="Malgun Gothic"/>
                <a:cs typeface="Malgun Gothic"/>
              </a:rPr>
              <a:t>시</a:t>
            </a:r>
            <a:endParaRPr sz="13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300" spc="-10" dirty="0">
                <a:solidFill>
                  <a:srgbClr val="666666"/>
                </a:solidFill>
                <a:latin typeface="Malgun Gothic"/>
                <a:cs typeface="Malgun Gothic"/>
              </a:rPr>
              <a:t>공급가</a:t>
            </a:r>
            <a:r>
              <a:rPr sz="1300" spc="-114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기준</a:t>
            </a:r>
            <a:r>
              <a:rPr sz="1300" spc="-8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66666"/>
                </a:solidFill>
                <a:latin typeface="Malgun Gothic"/>
                <a:cs typeface="Malgun Gothic"/>
              </a:rPr>
              <a:t>정산</a:t>
            </a:r>
            <a:endParaRPr sz="1300" dirty="0">
              <a:latin typeface="Malgun Gothic"/>
              <a:cs typeface="Malgun Gothic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162543" y="3346703"/>
            <a:ext cx="3548379" cy="2021205"/>
            <a:chOff x="8162543" y="3346703"/>
            <a:chExt cx="3548379" cy="2021205"/>
          </a:xfrm>
        </p:grpSpPr>
        <p:sp>
          <p:nvSpPr>
            <p:cNvPr id="37" name="object 37"/>
            <p:cNvSpPr/>
            <p:nvPr/>
          </p:nvSpPr>
          <p:spPr>
            <a:xfrm>
              <a:off x="816863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3535679" y="0"/>
                  </a:moveTo>
                  <a:lnTo>
                    <a:pt x="0" y="0"/>
                  </a:lnTo>
                  <a:lnTo>
                    <a:pt x="0" y="2011680"/>
                  </a:lnTo>
                  <a:lnTo>
                    <a:pt x="3535679" y="2011680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68639" y="3352799"/>
              <a:ext cx="3535679" cy="2011680"/>
            </a:xfrm>
            <a:custGeom>
              <a:avLst/>
              <a:gdLst/>
              <a:ahLst/>
              <a:cxnLst/>
              <a:rect l="l" t="t" r="r" b="b"/>
              <a:pathLst>
                <a:path w="3535679" h="2011679">
                  <a:moveTo>
                    <a:pt x="0" y="2011680"/>
                  </a:moveTo>
                  <a:lnTo>
                    <a:pt x="3535679" y="2011680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2011680"/>
                  </a:lnTo>
                  <a:close/>
                </a:path>
              </a:pathLst>
            </a:custGeom>
            <a:ln w="6096">
              <a:solidFill>
                <a:srgbClr val="DFDF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16863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3535679" y="0"/>
                  </a:moveTo>
                  <a:lnTo>
                    <a:pt x="0" y="0"/>
                  </a:lnTo>
                  <a:lnTo>
                    <a:pt x="0" y="48767"/>
                  </a:lnTo>
                  <a:lnTo>
                    <a:pt x="3535679" y="48767"/>
                  </a:lnTo>
                  <a:lnTo>
                    <a:pt x="3535679" y="0"/>
                  </a:lnTo>
                  <a:close/>
                </a:path>
              </a:pathLst>
            </a:custGeom>
            <a:solidFill>
              <a:srgbClr val="397C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168639" y="3352799"/>
              <a:ext cx="3535679" cy="48895"/>
            </a:xfrm>
            <a:custGeom>
              <a:avLst/>
              <a:gdLst/>
              <a:ahLst/>
              <a:cxnLst/>
              <a:rect l="l" t="t" r="r" b="b"/>
              <a:pathLst>
                <a:path w="3535679" h="48895">
                  <a:moveTo>
                    <a:pt x="0" y="48767"/>
                  </a:moveTo>
                  <a:lnTo>
                    <a:pt x="3535679" y="48767"/>
                  </a:lnTo>
                  <a:lnTo>
                    <a:pt x="3535679" y="0"/>
                  </a:lnTo>
                  <a:lnTo>
                    <a:pt x="0" y="0"/>
                  </a:lnTo>
                  <a:lnTo>
                    <a:pt x="0" y="48767"/>
                  </a:lnTo>
                  <a:close/>
                </a:path>
              </a:pathLst>
            </a:custGeom>
            <a:ln w="12192">
              <a:solidFill>
                <a:srgbClr val="397C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31148" y="3487927"/>
            <a:ext cx="1332230" cy="7607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 dirty="0">
                <a:solidFill>
                  <a:srgbClr val="5DBE79"/>
                </a:solidFill>
                <a:latin typeface="Malgun Gothic"/>
                <a:cs typeface="Malgun Gothic"/>
              </a:rPr>
              <a:t>03</a:t>
            </a:r>
            <a:endParaRPr sz="17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1600" b="1" dirty="0">
                <a:solidFill>
                  <a:srgbClr val="1A1A1A"/>
                </a:solidFill>
                <a:latin typeface="Malgun Gothic"/>
                <a:cs typeface="Malgun Gothic"/>
              </a:rPr>
              <a:t>SNS</a:t>
            </a:r>
            <a:r>
              <a:rPr sz="1600" b="1" spc="-70" dirty="0">
                <a:solidFill>
                  <a:srgbClr val="1A1A1A"/>
                </a:solidFill>
                <a:latin typeface="Malgun Gothic"/>
                <a:cs typeface="Malgun Gothic"/>
              </a:rPr>
              <a:t> 링크</a:t>
            </a:r>
            <a:r>
              <a:rPr sz="1600" b="1" spc="-60" dirty="0">
                <a:solidFill>
                  <a:srgbClr val="1A1A1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1A1A1A"/>
                </a:solidFill>
                <a:latin typeface="Malgun Gothic"/>
                <a:cs typeface="Malgun Gothic"/>
              </a:rPr>
              <a:t>판매</a:t>
            </a:r>
            <a:endParaRPr sz="1600" dirty="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31148" y="4383698"/>
            <a:ext cx="1967864" cy="5969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00" spc="-10" dirty="0">
                <a:solidFill>
                  <a:srgbClr val="666666"/>
                </a:solidFill>
                <a:latin typeface="Malgun Gothic"/>
                <a:cs typeface="Malgun Gothic"/>
              </a:rPr>
              <a:t>유튜브</a:t>
            </a:r>
            <a:r>
              <a:rPr sz="1300" spc="-9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100" dirty="0">
                <a:solidFill>
                  <a:srgbClr val="666666"/>
                </a:solidFill>
                <a:latin typeface="Malgun Gothic"/>
                <a:cs typeface="Malgun Gothic"/>
              </a:rPr>
              <a:t>·</a:t>
            </a:r>
            <a:r>
              <a:rPr sz="1300" spc="-6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틱톡</a:t>
            </a:r>
            <a:r>
              <a:rPr sz="1300" spc="-8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100" dirty="0">
                <a:solidFill>
                  <a:srgbClr val="666666"/>
                </a:solidFill>
                <a:latin typeface="Malgun Gothic"/>
                <a:cs typeface="Malgun Gothic"/>
              </a:rPr>
              <a:t>·</a:t>
            </a:r>
            <a:r>
              <a:rPr sz="1300" spc="-7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Malgun Gothic"/>
                <a:cs typeface="Malgun Gothic"/>
              </a:rPr>
              <a:t>인스타그램</a:t>
            </a:r>
            <a:endParaRPr sz="13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300" spc="-10" dirty="0">
                <a:solidFill>
                  <a:srgbClr val="666666"/>
                </a:solidFill>
                <a:latin typeface="Malgun Gothic"/>
                <a:cs typeface="Malgun Gothic"/>
              </a:rPr>
              <a:t>다채널</a:t>
            </a:r>
            <a:r>
              <a:rPr sz="1300" spc="-114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dirty="0">
                <a:solidFill>
                  <a:srgbClr val="666666"/>
                </a:solidFill>
                <a:latin typeface="Malgun Gothic"/>
                <a:cs typeface="Malgun Gothic"/>
              </a:rPr>
              <a:t>동시</a:t>
            </a:r>
            <a:r>
              <a:rPr sz="1300" spc="-85" dirty="0">
                <a:solidFill>
                  <a:srgbClr val="666666"/>
                </a:solidFill>
                <a:latin typeface="Malgun Gothic"/>
                <a:cs typeface="Malgun Gothic"/>
              </a:rPr>
              <a:t> </a:t>
            </a:r>
            <a:r>
              <a:rPr sz="1300" spc="-25" dirty="0">
                <a:solidFill>
                  <a:srgbClr val="666666"/>
                </a:solidFill>
                <a:latin typeface="Malgun Gothic"/>
                <a:cs typeface="Malgun Gothic"/>
              </a:rPr>
              <a:t>노출</a:t>
            </a:r>
            <a:endParaRPr sz="1300" dirty="0">
              <a:latin typeface="Malgun Gothic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59663" y="5541264"/>
            <a:ext cx="5862955" cy="1012190"/>
            <a:chOff x="359663" y="5541264"/>
            <a:chExt cx="5862955" cy="1012190"/>
          </a:xfrm>
        </p:grpSpPr>
        <p:sp>
          <p:nvSpPr>
            <p:cNvPr id="44" name="object 44"/>
            <p:cNvSpPr/>
            <p:nvPr/>
          </p:nvSpPr>
          <p:spPr>
            <a:xfrm>
              <a:off x="438911" y="5547360"/>
              <a:ext cx="5779135" cy="1000125"/>
            </a:xfrm>
            <a:custGeom>
              <a:avLst/>
              <a:gdLst/>
              <a:ahLst/>
              <a:cxnLst/>
              <a:rect l="l" t="t" r="r" b="b"/>
              <a:pathLst>
                <a:path w="5779135" h="1000125">
                  <a:moveTo>
                    <a:pt x="0" y="999743"/>
                  </a:moveTo>
                  <a:lnTo>
                    <a:pt x="5779008" y="999743"/>
                  </a:lnTo>
                  <a:lnTo>
                    <a:pt x="5779008" y="0"/>
                  </a:lnTo>
                  <a:lnTo>
                    <a:pt x="0" y="0"/>
                  </a:lnTo>
                  <a:lnTo>
                    <a:pt x="0" y="999743"/>
                  </a:lnTo>
                  <a:close/>
                </a:path>
              </a:pathLst>
            </a:custGeom>
            <a:solidFill>
              <a:srgbClr val="FFF8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5759" y="5547360"/>
              <a:ext cx="5852160" cy="1000125"/>
            </a:xfrm>
            <a:custGeom>
              <a:avLst/>
              <a:gdLst/>
              <a:ahLst/>
              <a:cxnLst/>
              <a:rect l="l" t="t" r="r" b="b"/>
              <a:pathLst>
                <a:path w="5852160" h="1000125">
                  <a:moveTo>
                    <a:pt x="0" y="999743"/>
                  </a:moveTo>
                  <a:lnTo>
                    <a:pt x="5852160" y="999743"/>
                  </a:lnTo>
                  <a:lnTo>
                    <a:pt x="5852160" y="0"/>
                  </a:lnTo>
                  <a:lnTo>
                    <a:pt x="0" y="0"/>
                  </a:lnTo>
                  <a:lnTo>
                    <a:pt x="0" y="999743"/>
                  </a:lnTo>
                  <a:close/>
                </a:path>
              </a:pathLst>
            </a:custGeom>
            <a:ln w="9143">
              <a:solidFill>
                <a:srgbClr val="FFD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5759" y="5547360"/>
              <a:ext cx="73660" cy="1000125"/>
            </a:xfrm>
            <a:custGeom>
              <a:avLst/>
              <a:gdLst/>
              <a:ahLst/>
              <a:cxnLst/>
              <a:rect l="l" t="t" r="r" b="b"/>
              <a:pathLst>
                <a:path w="73659" h="1000125">
                  <a:moveTo>
                    <a:pt x="73152" y="0"/>
                  </a:moveTo>
                  <a:lnTo>
                    <a:pt x="0" y="0"/>
                  </a:lnTo>
                  <a:lnTo>
                    <a:pt x="0" y="999743"/>
                  </a:lnTo>
                  <a:lnTo>
                    <a:pt x="73152" y="999743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5759" y="5547360"/>
              <a:ext cx="73660" cy="1000125"/>
            </a:xfrm>
            <a:custGeom>
              <a:avLst/>
              <a:gdLst/>
              <a:ahLst/>
              <a:cxnLst/>
              <a:rect l="l" t="t" r="r" b="b"/>
              <a:pathLst>
                <a:path w="73659" h="1000125">
                  <a:moveTo>
                    <a:pt x="0" y="999743"/>
                  </a:moveTo>
                  <a:lnTo>
                    <a:pt x="73152" y="999743"/>
                  </a:lnTo>
                  <a:lnTo>
                    <a:pt x="73152" y="0"/>
                  </a:lnTo>
                  <a:lnTo>
                    <a:pt x="0" y="0"/>
                  </a:lnTo>
                  <a:lnTo>
                    <a:pt x="0" y="999743"/>
                  </a:lnTo>
                  <a:close/>
                </a:path>
              </a:pathLst>
            </a:custGeom>
            <a:ln w="12192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27380" y="5654446"/>
            <a:ext cx="5256530" cy="7226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50" b="1" dirty="0">
                <a:solidFill>
                  <a:srgbClr val="B45209"/>
                </a:solidFill>
                <a:latin typeface="Malgun Gothic"/>
                <a:cs typeface="Malgun Gothic"/>
              </a:rPr>
              <a:t>CATCHSELL</a:t>
            </a:r>
            <a:r>
              <a:rPr sz="1450" b="1" spc="-80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dirty="0">
                <a:solidFill>
                  <a:srgbClr val="B45209"/>
                </a:solidFill>
                <a:latin typeface="Malgun Gothic"/>
                <a:cs typeface="Malgun Gothic"/>
              </a:rPr>
              <a:t>베트남</a:t>
            </a:r>
            <a:r>
              <a:rPr sz="1450" b="1" spc="350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dirty="0">
                <a:solidFill>
                  <a:srgbClr val="B45209"/>
                </a:solidFill>
                <a:latin typeface="Malgun Gothic"/>
                <a:cs typeface="Malgun Gothic"/>
              </a:rPr>
              <a:t>|</a:t>
            </a:r>
            <a:r>
              <a:rPr sz="1450" b="1" spc="330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spc="-25" dirty="0">
                <a:solidFill>
                  <a:srgbClr val="B45209"/>
                </a:solidFill>
                <a:latin typeface="Malgun Gothic"/>
                <a:cs typeface="Malgun Gothic"/>
              </a:rPr>
              <a:t>2026년</a:t>
            </a:r>
            <a:r>
              <a:rPr sz="1450" b="1" spc="-55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spc="-20" dirty="0">
                <a:solidFill>
                  <a:srgbClr val="B45209"/>
                </a:solidFill>
                <a:latin typeface="Malgun Gothic"/>
                <a:cs typeface="Malgun Gothic"/>
              </a:rPr>
              <a:t>9월</a:t>
            </a:r>
            <a:r>
              <a:rPr sz="1450" b="1" spc="-75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spc="-20" dirty="0">
                <a:solidFill>
                  <a:srgbClr val="B45209"/>
                </a:solidFill>
                <a:latin typeface="Malgun Gothic"/>
                <a:cs typeface="Malgun Gothic"/>
              </a:rPr>
              <a:t>오픈</a:t>
            </a:r>
            <a:r>
              <a:rPr sz="1450" b="1" spc="-75" dirty="0">
                <a:solidFill>
                  <a:srgbClr val="B45209"/>
                </a:solidFill>
                <a:latin typeface="Malgun Gothic"/>
                <a:cs typeface="Malgun Gothic"/>
              </a:rPr>
              <a:t> </a:t>
            </a:r>
            <a:r>
              <a:rPr sz="1450" b="1" spc="-25" dirty="0">
                <a:solidFill>
                  <a:srgbClr val="B45209"/>
                </a:solidFill>
                <a:latin typeface="Malgun Gothic"/>
                <a:cs typeface="Malgun Gothic"/>
              </a:rPr>
              <a:t>예정</a:t>
            </a:r>
            <a:endParaRPr sz="1450" dirty="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850"/>
              </a:spcBef>
            </a:pP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설문조사</a:t>
            </a:r>
            <a:r>
              <a:rPr sz="1200" spc="-5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78350E"/>
                </a:solidFill>
                <a:latin typeface="Malgun Gothic"/>
                <a:cs typeface="Malgun Gothic"/>
              </a:rPr>
              <a:t>후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78350E"/>
                </a:solidFill>
                <a:latin typeface="Malgun Gothic"/>
                <a:cs typeface="Malgun Gothic"/>
              </a:rPr>
              <a:t>긍정</a:t>
            </a:r>
            <a:r>
              <a:rPr sz="1200" spc="-5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반응이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5" dirty="0">
                <a:solidFill>
                  <a:srgbClr val="78350E"/>
                </a:solidFill>
                <a:latin typeface="Malgun Gothic"/>
                <a:cs typeface="Malgun Gothic"/>
              </a:rPr>
              <a:t>확인된</a:t>
            </a:r>
            <a:r>
              <a:rPr sz="1200" spc="-7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제품은</a:t>
            </a:r>
            <a:r>
              <a:rPr sz="1200" spc="-5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인허가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대행을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78350E"/>
                </a:solidFill>
                <a:latin typeface="Malgun Gothic"/>
                <a:cs typeface="Malgun Gothic"/>
              </a:rPr>
              <a:t>거쳐</a:t>
            </a:r>
            <a:r>
              <a:rPr sz="1200" spc="-5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78350E"/>
                </a:solidFill>
                <a:latin typeface="Malgun Gothic"/>
                <a:cs typeface="Malgun Gothic"/>
              </a:rPr>
              <a:t>캐치셀로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45" dirty="0">
                <a:solidFill>
                  <a:srgbClr val="78350E"/>
                </a:solidFill>
                <a:latin typeface="Malgun Gothic"/>
                <a:cs typeface="Malgun Gothic"/>
              </a:rPr>
              <a:t>베트남</a:t>
            </a:r>
            <a:r>
              <a:rPr sz="1200" spc="-7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85" dirty="0">
                <a:solidFill>
                  <a:srgbClr val="78350E"/>
                </a:solidFill>
                <a:latin typeface="Malgun Gothic"/>
                <a:cs typeface="Malgun Gothic"/>
              </a:rPr>
              <a:t>현 </a:t>
            </a:r>
            <a:r>
              <a:rPr sz="1200" spc="-40" dirty="0">
                <a:solidFill>
                  <a:srgbClr val="78350E"/>
                </a:solidFill>
                <a:latin typeface="Malgun Gothic"/>
                <a:cs typeface="Malgun Gothic"/>
              </a:rPr>
              <a:t>지에서</a:t>
            </a:r>
            <a:r>
              <a:rPr sz="1200" spc="-6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78350E"/>
                </a:solidFill>
                <a:latin typeface="Malgun Gothic"/>
                <a:cs typeface="Malgun Gothic"/>
              </a:rPr>
              <a:t>바로</a:t>
            </a:r>
            <a:r>
              <a:rPr sz="1200" spc="-60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35" dirty="0">
                <a:solidFill>
                  <a:srgbClr val="78350E"/>
                </a:solidFill>
                <a:latin typeface="Malgun Gothic"/>
                <a:cs typeface="Malgun Gothic"/>
              </a:rPr>
              <a:t>판매</a:t>
            </a:r>
            <a:r>
              <a:rPr sz="1200" spc="-65" dirty="0">
                <a:solidFill>
                  <a:srgbClr val="78350E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78350E"/>
                </a:solidFill>
                <a:latin typeface="Malgun Gothic"/>
                <a:cs typeface="Malgun Gothic"/>
              </a:rPr>
              <a:t>가능합니다.</a:t>
            </a:r>
            <a:endParaRPr sz="1200" dirty="0">
              <a:latin typeface="Malgun Gothic"/>
              <a:cs typeface="Malgun Gothic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552943" y="5541264"/>
            <a:ext cx="4157979" cy="1012190"/>
            <a:chOff x="7552943" y="5541264"/>
            <a:chExt cx="4157979" cy="1012190"/>
          </a:xfrm>
        </p:grpSpPr>
        <p:sp>
          <p:nvSpPr>
            <p:cNvPr id="50" name="object 50"/>
            <p:cNvSpPr/>
            <p:nvPr/>
          </p:nvSpPr>
          <p:spPr>
            <a:xfrm>
              <a:off x="7559039" y="5547360"/>
              <a:ext cx="4145279" cy="1000125"/>
            </a:xfrm>
            <a:custGeom>
              <a:avLst/>
              <a:gdLst/>
              <a:ahLst/>
              <a:cxnLst/>
              <a:rect l="l" t="t" r="r" b="b"/>
              <a:pathLst>
                <a:path w="4145279" h="1000125">
                  <a:moveTo>
                    <a:pt x="4145279" y="0"/>
                  </a:moveTo>
                  <a:lnTo>
                    <a:pt x="0" y="0"/>
                  </a:lnTo>
                  <a:lnTo>
                    <a:pt x="0" y="999743"/>
                  </a:lnTo>
                  <a:lnTo>
                    <a:pt x="4145279" y="999743"/>
                  </a:lnTo>
                  <a:lnTo>
                    <a:pt x="414527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59039" y="5547360"/>
              <a:ext cx="4145279" cy="1000125"/>
            </a:xfrm>
            <a:custGeom>
              <a:avLst/>
              <a:gdLst/>
              <a:ahLst/>
              <a:cxnLst/>
              <a:rect l="l" t="t" r="r" b="b"/>
              <a:pathLst>
                <a:path w="4145279" h="1000125">
                  <a:moveTo>
                    <a:pt x="0" y="999743"/>
                  </a:moveTo>
                  <a:lnTo>
                    <a:pt x="4145279" y="999743"/>
                  </a:lnTo>
                  <a:lnTo>
                    <a:pt x="4145279" y="0"/>
                  </a:lnTo>
                  <a:lnTo>
                    <a:pt x="0" y="0"/>
                  </a:lnTo>
                  <a:lnTo>
                    <a:pt x="0" y="999743"/>
                  </a:lnTo>
                  <a:close/>
                </a:path>
              </a:pathLst>
            </a:custGeom>
            <a:ln w="12192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466835" y="5615569"/>
            <a:ext cx="2259965" cy="83058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2900" b="1" spc="-30" dirty="0">
                <a:solidFill>
                  <a:srgbClr val="FFFFFF"/>
                </a:solidFill>
                <a:latin typeface="Malgun Gothic"/>
                <a:cs typeface="Malgun Gothic"/>
              </a:rPr>
              <a:t>CATCH</a:t>
            </a:r>
            <a:r>
              <a:rPr sz="29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900" b="1" spc="200" dirty="0">
                <a:solidFill>
                  <a:srgbClr val="FF6B00"/>
                </a:solidFill>
                <a:latin typeface="Malgun Gothic"/>
                <a:cs typeface="Malgun Gothic"/>
              </a:rPr>
              <a:t>SELL</a:t>
            </a:r>
            <a:endParaRPr sz="2900" dirty="0">
              <a:latin typeface="Malgun Gothic"/>
              <a:cs typeface="Malgun Gothic"/>
            </a:endParaRPr>
          </a:p>
          <a:p>
            <a:pPr marL="290830">
              <a:lnSpc>
                <a:spcPct val="100000"/>
              </a:lnSpc>
              <a:spcBef>
                <a:spcPts val="434"/>
              </a:spcBef>
            </a:pPr>
            <a:r>
              <a:rPr sz="1050" spc="-10" dirty="0">
                <a:solidFill>
                  <a:srgbClr val="878787"/>
                </a:solidFill>
                <a:latin typeface="Malgun Gothic"/>
                <a:cs typeface="Malgun Gothic"/>
              </a:rPr>
              <a:t>베트남</a:t>
            </a:r>
            <a:r>
              <a:rPr sz="1050" spc="-4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878787"/>
                </a:solidFill>
                <a:latin typeface="Malgun Gothic"/>
                <a:cs typeface="Malgun Gothic"/>
              </a:rPr>
              <a:t>SNS</a:t>
            </a:r>
            <a:r>
              <a:rPr sz="1050" spc="-3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878787"/>
                </a:solidFill>
                <a:latin typeface="Malgun Gothic"/>
                <a:cs typeface="Malgun Gothic"/>
              </a:rPr>
              <a:t>링크</a:t>
            </a:r>
            <a:r>
              <a:rPr sz="1050" spc="-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050" dirty="0">
                <a:solidFill>
                  <a:srgbClr val="878787"/>
                </a:solidFill>
                <a:latin typeface="Malgun Gothic"/>
                <a:cs typeface="Malgun Gothic"/>
              </a:rPr>
              <a:t>판매</a:t>
            </a:r>
            <a:r>
              <a:rPr sz="1050" spc="-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050" spc="-25" dirty="0">
                <a:solidFill>
                  <a:srgbClr val="878787"/>
                </a:solidFill>
                <a:latin typeface="Malgun Gothic"/>
                <a:cs typeface="Malgun Gothic"/>
              </a:rPr>
              <a:t>플랫폼</a:t>
            </a:r>
            <a:endParaRPr sz="1050" dirty="0">
              <a:latin typeface="Malgun Gothic"/>
              <a:cs typeface="Malgun 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75487" y="1644395"/>
            <a:ext cx="746760" cy="281940"/>
          </a:xfrm>
          <a:custGeom>
            <a:avLst/>
            <a:gdLst/>
            <a:ahLst/>
            <a:cxnLst/>
            <a:rect l="l" t="t" r="r" b="b"/>
            <a:pathLst>
              <a:path w="746760" h="281939">
                <a:moveTo>
                  <a:pt x="699770" y="0"/>
                </a:moveTo>
                <a:lnTo>
                  <a:pt x="46990" y="0"/>
                </a:lnTo>
                <a:lnTo>
                  <a:pt x="28701" y="3698"/>
                </a:lnTo>
                <a:lnTo>
                  <a:pt x="13765" y="13779"/>
                </a:lnTo>
                <a:lnTo>
                  <a:pt x="3693" y="28717"/>
                </a:lnTo>
                <a:lnTo>
                  <a:pt x="0" y="46989"/>
                </a:lnTo>
                <a:lnTo>
                  <a:pt x="0" y="234950"/>
                </a:lnTo>
                <a:lnTo>
                  <a:pt x="3693" y="253222"/>
                </a:lnTo>
                <a:lnTo>
                  <a:pt x="13765" y="268160"/>
                </a:lnTo>
                <a:lnTo>
                  <a:pt x="28701" y="278241"/>
                </a:lnTo>
                <a:lnTo>
                  <a:pt x="46990" y="281939"/>
                </a:lnTo>
                <a:lnTo>
                  <a:pt x="699770" y="281939"/>
                </a:lnTo>
                <a:lnTo>
                  <a:pt x="718058" y="278241"/>
                </a:lnTo>
                <a:lnTo>
                  <a:pt x="732994" y="268160"/>
                </a:lnTo>
                <a:lnTo>
                  <a:pt x="743066" y="253222"/>
                </a:lnTo>
                <a:lnTo>
                  <a:pt x="746760" y="234950"/>
                </a:lnTo>
                <a:lnTo>
                  <a:pt x="746760" y="46989"/>
                </a:lnTo>
                <a:lnTo>
                  <a:pt x="743066" y="28717"/>
                </a:lnTo>
                <a:lnTo>
                  <a:pt x="732994" y="13779"/>
                </a:lnTo>
                <a:lnTo>
                  <a:pt x="718058" y="3698"/>
                </a:lnTo>
                <a:lnTo>
                  <a:pt x="6997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659282" y="1702384"/>
            <a:ext cx="3930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Malgun Gothic"/>
                <a:cs typeface="Malgun Gothic"/>
              </a:rPr>
              <a:t>STEP</a:t>
            </a:r>
            <a:r>
              <a:rPr sz="900" spc="-50" dirty="0">
                <a:latin typeface="Malgun Gothic"/>
                <a:cs typeface="Malgun Gothic"/>
              </a:rPr>
              <a:t> </a:t>
            </a:r>
            <a:r>
              <a:rPr sz="900" spc="-60" dirty="0">
                <a:latin typeface="Malgun Gothic"/>
                <a:cs typeface="Malgun Gothic"/>
              </a:rPr>
              <a:t>1</a:t>
            </a:r>
            <a:endParaRPr sz="900" dirty="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31341" y="1677365"/>
            <a:ext cx="831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45" dirty="0">
                <a:solidFill>
                  <a:srgbClr val="FFFFFF"/>
                </a:solidFill>
                <a:latin typeface="Malgun Gothic"/>
                <a:cs typeface="Malgun Gothic"/>
              </a:rPr>
              <a:t>시장</a:t>
            </a:r>
            <a:r>
              <a:rPr sz="10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00" b="1" spc="-35" dirty="0">
                <a:solidFill>
                  <a:srgbClr val="FFFFFF"/>
                </a:solidFill>
                <a:latin typeface="Malgun Gothic"/>
                <a:cs typeface="Malgun Gothic"/>
              </a:rPr>
              <a:t>반응 </a:t>
            </a:r>
            <a:r>
              <a:rPr sz="10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확인</a:t>
            </a:r>
            <a:endParaRPr sz="1000" dirty="0">
              <a:latin typeface="Malgun Gothic"/>
              <a:cs typeface="Malgun Gothic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76928" y="1644395"/>
            <a:ext cx="746760" cy="281940"/>
          </a:xfrm>
          <a:custGeom>
            <a:avLst/>
            <a:gdLst/>
            <a:ahLst/>
            <a:cxnLst/>
            <a:rect l="l" t="t" r="r" b="b"/>
            <a:pathLst>
              <a:path w="746760" h="281939">
                <a:moveTo>
                  <a:pt x="699770" y="0"/>
                </a:moveTo>
                <a:lnTo>
                  <a:pt x="46989" y="0"/>
                </a:lnTo>
                <a:lnTo>
                  <a:pt x="28717" y="3698"/>
                </a:lnTo>
                <a:lnTo>
                  <a:pt x="13779" y="13779"/>
                </a:lnTo>
                <a:lnTo>
                  <a:pt x="3698" y="28717"/>
                </a:lnTo>
                <a:lnTo>
                  <a:pt x="0" y="46989"/>
                </a:lnTo>
                <a:lnTo>
                  <a:pt x="0" y="234950"/>
                </a:lnTo>
                <a:lnTo>
                  <a:pt x="3698" y="253222"/>
                </a:lnTo>
                <a:lnTo>
                  <a:pt x="13779" y="268160"/>
                </a:lnTo>
                <a:lnTo>
                  <a:pt x="28717" y="278241"/>
                </a:lnTo>
                <a:lnTo>
                  <a:pt x="46989" y="281939"/>
                </a:lnTo>
                <a:lnTo>
                  <a:pt x="699770" y="281939"/>
                </a:lnTo>
                <a:lnTo>
                  <a:pt x="718042" y="278241"/>
                </a:lnTo>
                <a:lnTo>
                  <a:pt x="732980" y="268160"/>
                </a:lnTo>
                <a:lnTo>
                  <a:pt x="743061" y="253222"/>
                </a:lnTo>
                <a:lnTo>
                  <a:pt x="746760" y="234950"/>
                </a:lnTo>
                <a:lnTo>
                  <a:pt x="746760" y="46989"/>
                </a:lnTo>
                <a:lnTo>
                  <a:pt x="743061" y="28717"/>
                </a:lnTo>
                <a:lnTo>
                  <a:pt x="732980" y="13779"/>
                </a:lnTo>
                <a:lnTo>
                  <a:pt x="718042" y="3698"/>
                </a:lnTo>
                <a:lnTo>
                  <a:pt x="6997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561078" y="1702384"/>
            <a:ext cx="3930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Malgun Gothic"/>
                <a:cs typeface="Malgun Gothic"/>
              </a:rPr>
              <a:t>STEP</a:t>
            </a:r>
            <a:r>
              <a:rPr sz="900" spc="-50" dirty="0">
                <a:latin typeface="Malgun Gothic"/>
                <a:cs typeface="Malgun Gothic"/>
              </a:rPr>
              <a:t> </a:t>
            </a:r>
            <a:r>
              <a:rPr sz="900" spc="-60" dirty="0">
                <a:latin typeface="Malgun Gothic"/>
                <a:cs typeface="Malgun Gothic"/>
              </a:rPr>
              <a:t>2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233415" y="1677365"/>
            <a:ext cx="1040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-40" dirty="0">
                <a:solidFill>
                  <a:srgbClr val="FFFFFF"/>
                </a:solidFill>
                <a:latin typeface="Malgun Gothic"/>
                <a:cs typeface="Malgun Gothic"/>
              </a:rPr>
              <a:t>위드소프트 </a:t>
            </a:r>
            <a:r>
              <a:rPr sz="10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베트남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468614" y="1702384"/>
            <a:ext cx="3930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spc="70" dirty="0">
                <a:latin typeface="Malgun Gothic"/>
                <a:cs typeface="Malgun Gothic"/>
              </a:rPr>
              <a:t>STEP</a:t>
            </a:r>
            <a:r>
              <a:rPr sz="900" spc="-50" dirty="0">
                <a:latin typeface="Malgun Gothic"/>
                <a:cs typeface="Malgun Gothic"/>
              </a:rPr>
              <a:t> </a:t>
            </a:r>
            <a:r>
              <a:rPr sz="900" spc="-60" dirty="0">
                <a:latin typeface="Malgun Gothic"/>
                <a:cs typeface="Malgun Gothic"/>
              </a:rPr>
              <a:t>3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40697" y="1677365"/>
            <a:ext cx="831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FFFFFF"/>
                </a:solidFill>
                <a:latin typeface="Malgun Gothic"/>
                <a:cs typeface="Malgun Gothic"/>
              </a:rPr>
              <a:t>SNS</a:t>
            </a:r>
            <a:r>
              <a:rPr sz="1000" b="1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00" b="1" spc="-35" dirty="0">
                <a:solidFill>
                  <a:srgbClr val="FFFFFF"/>
                </a:solidFill>
                <a:latin typeface="Malgun Gothic"/>
                <a:cs typeface="Malgun Gothic"/>
              </a:rPr>
              <a:t>링크</a:t>
            </a:r>
            <a:r>
              <a:rPr sz="10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000" b="1" spc="-35" dirty="0">
                <a:solidFill>
                  <a:srgbClr val="FFFFFF"/>
                </a:solidFill>
                <a:latin typeface="Malgun Gothic"/>
                <a:cs typeface="Malgun Gothic"/>
              </a:rPr>
              <a:t>판매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911717" y="2254122"/>
            <a:ext cx="2063114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700" b="1" spc="-35" dirty="0">
                <a:solidFill>
                  <a:srgbClr val="FFFFFF"/>
                </a:solidFill>
                <a:latin typeface="Malgun Gothic"/>
                <a:cs typeface="Malgun Gothic"/>
              </a:rPr>
              <a:t>캐치셀로</a:t>
            </a:r>
            <a:r>
              <a:rPr sz="1700" b="1" spc="-1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00" b="1" spc="-20" dirty="0">
                <a:solidFill>
                  <a:srgbClr val="FFFFFF"/>
                </a:solidFill>
                <a:latin typeface="Malgun Gothic"/>
                <a:cs typeface="Malgun Gothic"/>
              </a:rPr>
              <a:t>베트남</a:t>
            </a:r>
            <a:r>
              <a:rPr sz="1700" b="1" spc="-1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판매</a:t>
            </a:r>
            <a:endParaRPr sz="17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3030455"/>
            <a:ext cx="12191144" cy="3827157"/>
            <a:chOff x="0" y="4997444"/>
            <a:chExt cx="20104100" cy="6311265"/>
          </a:xfrm>
        </p:grpSpPr>
        <p:sp>
          <p:nvSpPr>
            <p:cNvPr id="3" name="object 3"/>
            <p:cNvSpPr/>
            <p:nvPr/>
          </p:nvSpPr>
          <p:spPr>
            <a:xfrm>
              <a:off x="0" y="4997444"/>
              <a:ext cx="20104100" cy="6311265"/>
            </a:xfrm>
            <a:custGeom>
              <a:avLst/>
              <a:gdLst/>
              <a:ahLst/>
              <a:cxnLst/>
              <a:rect l="l" t="t" r="r" b="b"/>
              <a:pathLst>
                <a:path w="20104100" h="6311265">
                  <a:moveTo>
                    <a:pt x="0" y="0"/>
                  </a:moveTo>
                  <a:lnTo>
                    <a:pt x="20104100" y="0"/>
                  </a:lnTo>
                  <a:lnTo>
                    <a:pt x="20104100" y="6311111"/>
                  </a:lnTo>
                  <a:lnTo>
                    <a:pt x="0" y="6311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5D5">
                <a:alpha val="464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32262" y="7225355"/>
              <a:ext cx="452120" cy="0"/>
            </a:xfrm>
            <a:custGeom>
              <a:avLst/>
              <a:gdLst/>
              <a:ahLst/>
              <a:cxnLst/>
              <a:rect l="l" t="t" r="r" b="b"/>
              <a:pathLst>
                <a:path w="452119">
                  <a:moveTo>
                    <a:pt x="0" y="0"/>
                  </a:moveTo>
                  <a:lnTo>
                    <a:pt x="441376" y="0"/>
                  </a:lnTo>
                  <a:lnTo>
                    <a:pt x="451847" y="0"/>
                  </a:lnTo>
                </a:path>
              </a:pathLst>
            </a:custGeom>
            <a:ln w="20941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73630" y="717509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0"/>
                  </a:moveTo>
                  <a:lnTo>
                    <a:pt x="0" y="100520"/>
                  </a:lnTo>
                  <a:lnTo>
                    <a:pt x="100520" y="50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4651" y="1496533"/>
            <a:ext cx="3741672" cy="1015515"/>
          </a:xfrm>
          <a:prstGeom prst="rect">
            <a:avLst/>
          </a:prstGeom>
        </p:spPr>
        <p:txBody>
          <a:bodyPr vert="horz" wrap="square" lIns="0" tIns="34271" rIns="0" bIns="0" rtlCol="0">
            <a:spAutoFit/>
          </a:bodyPr>
          <a:lstStyle/>
          <a:p>
            <a:pPr marL="51984">
              <a:spcBef>
                <a:spcPts val="270"/>
              </a:spcBef>
            </a:pPr>
            <a:r>
              <a:rPr sz="2395" spc="-409" dirty="0">
                <a:solidFill>
                  <a:srgbClr val="929292"/>
                </a:solidFill>
                <a:latin typeface="Dotum"/>
                <a:cs typeface="Dotum"/>
              </a:rPr>
              <a:t>하나의</a:t>
            </a:r>
            <a:r>
              <a:rPr sz="2395" spc="-315" dirty="0">
                <a:solidFill>
                  <a:srgbClr val="929292"/>
                </a:solidFill>
                <a:latin typeface="Dotum"/>
                <a:cs typeface="Dotum"/>
              </a:rPr>
              <a:t> </a:t>
            </a:r>
            <a:r>
              <a:rPr sz="2395" spc="-367" dirty="0">
                <a:solidFill>
                  <a:srgbClr val="929292"/>
                </a:solidFill>
                <a:latin typeface="Dotum"/>
                <a:cs typeface="Dotum"/>
              </a:rPr>
              <a:t>동의창,</a:t>
            </a:r>
            <a:r>
              <a:rPr sz="2395" spc="-315" dirty="0">
                <a:solidFill>
                  <a:srgbClr val="929292"/>
                </a:solidFill>
                <a:latin typeface="Dotum"/>
                <a:cs typeface="Dotum"/>
              </a:rPr>
              <a:t> </a:t>
            </a:r>
            <a:r>
              <a:rPr sz="2395" spc="-409" dirty="0">
                <a:solidFill>
                  <a:srgbClr val="929292"/>
                </a:solidFill>
                <a:latin typeface="Dotum"/>
                <a:cs typeface="Dotum"/>
              </a:rPr>
              <a:t>한</a:t>
            </a:r>
            <a:r>
              <a:rPr sz="2395" spc="-315" dirty="0">
                <a:solidFill>
                  <a:srgbClr val="929292"/>
                </a:solidFill>
                <a:latin typeface="Dotum"/>
                <a:cs typeface="Dotum"/>
              </a:rPr>
              <a:t> </a:t>
            </a:r>
            <a:r>
              <a:rPr sz="2395" spc="-409" dirty="0">
                <a:solidFill>
                  <a:srgbClr val="929292"/>
                </a:solidFill>
                <a:latin typeface="Dotum"/>
                <a:cs typeface="Dotum"/>
              </a:rPr>
              <a:t>번의</a:t>
            </a:r>
            <a:r>
              <a:rPr sz="2395" spc="-315" dirty="0">
                <a:solidFill>
                  <a:srgbClr val="929292"/>
                </a:solidFill>
                <a:latin typeface="Dotum"/>
                <a:cs typeface="Dotum"/>
              </a:rPr>
              <a:t> </a:t>
            </a:r>
            <a:r>
              <a:rPr sz="2395" spc="-421" dirty="0">
                <a:solidFill>
                  <a:srgbClr val="929292"/>
                </a:solidFill>
                <a:latin typeface="Dotum"/>
                <a:cs typeface="Dotum"/>
              </a:rPr>
              <a:t>클릭으로</a:t>
            </a:r>
            <a:endParaRPr sz="2395" dirty="0">
              <a:latin typeface="Dotum"/>
              <a:cs typeface="Dotum"/>
            </a:endParaRPr>
          </a:p>
          <a:p>
            <a:pPr marL="7701">
              <a:spcBef>
                <a:spcPts val="340"/>
              </a:spcBef>
            </a:pPr>
            <a:r>
              <a:rPr sz="3729" spc="-503" dirty="0">
                <a:latin typeface="Dotum"/>
                <a:cs typeface="Dotum"/>
              </a:rPr>
              <a:t>1초만에</a:t>
            </a:r>
            <a:r>
              <a:rPr sz="3729" spc="-494" dirty="0">
                <a:latin typeface="Dotum"/>
                <a:cs typeface="Dotum"/>
              </a:rPr>
              <a:t> </a:t>
            </a:r>
            <a:r>
              <a:rPr sz="3729" spc="-597" dirty="0">
                <a:latin typeface="Dotum"/>
                <a:cs typeface="Dotum"/>
              </a:rPr>
              <a:t>내</a:t>
            </a:r>
            <a:r>
              <a:rPr sz="3729" spc="-494" dirty="0">
                <a:latin typeface="Dotum"/>
                <a:cs typeface="Dotum"/>
              </a:rPr>
              <a:t> </a:t>
            </a:r>
            <a:r>
              <a:rPr sz="3729" spc="-597" dirty="0">
                <a:latin typeface="Dotum"/>
                <a:cs typeface="Dotum"/>
              </a:rPr>
              <a:t>회원</a:t>
            </a:r>
            <a:r>
              <a:rPr sz="3729" spc="-494" dirty="0">
                <a:latin typeface="Dotum"/>
                <a:cs typeface="Dotum"/>
              </a:rPr>
              <a:t> </a:t>
            </a:r>
            <a:r>
              <a:rPr sz="3729" spc="-612" dirty="0">
                <a:latin typeface="Dotum"/>
                <a:cs typeface="Dotum"/>
              </a:rPr>
              <a:t>확보</a:t>
            </a:r>
            <a:endParaRPr sz="3729" dirty="0">
              <a:latin typeface="Dotum"/>
              <a:cs typeface="Dotum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1833" y="509160"/>
            <a:ext cx="1770912" cy="133617"/>
          </a:xfrm>
          <a:custGeom>
            <a:avLst/>
            <a:gdLst/>
            <a:ahLst/>
            <a:cxnLst/>
            <a:rect l="l" t="t" r="r" b="b"/>
            <a:pathLst>
              <a:path w="2920365" h="220344">
                <a:moveTo>
                  <a:pt x="0" y="0"/>
                </a:moveTo>
                <a:lnTo>
                  <a:pt x="2919940" y="0"/>
                </a:lnTo>
                <a:lnTo>
                  <a:pt x="2919940" y="219888"/>
                </a:lnTo>
                <a:lnTo>
                  <a:pt x="0" y="219888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3854" y="233581"/>
            <a:ext cx="2742434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>
              <a:spcBef>
                <a:spcPts val="58"/>
              </a:spcBef>
            </a:pPr>
            <a:r>
              <a:rPr lang="ko-KR" altLang="en-US" sz="2001" spc="-343" dirty="0" err="1">
                <a:latin typeface="Dotum"/>
                <a:cs typeface="Dotum"/>
              </a:rPr>
              <a:t>카카오싱크</a:t>
            </a:r>
            <a:r>
              <a:rPr lang="ko-KR" altLang="en-US" sz="2001" spc="-343" dirty="0">
                <a:latin typeface="Dotum"/>
                <a:cs typeface="Dotum"/>
              </a:rPr>
              <a:t> </a:t>
            </a:r>
            <a:r>
              <a:rPr sz="2001" spc="-343" dirty="0" err="1">
                <a:latin typeface="Dotum"/>
                <a:cs typeface="Dotum"/>
              </a:rPr>
              <a:t>원클릭</a:t>
            </a:r>
            <a:r>
              <a:rPr sz="2001" spc="-263" dirty="0">
                <a:latin typeface="Dotum"/>
                <a:cs typeface="Dotum"/>
              </a:rPr>
              <a:t> </a:t>
            </a:r>
            <a:r>
              <a:rPr sz="2001" spc="-355" dirty="0">
                <a:latin typeface="Dotum"/>
                <a:cs typeface="Dotum"/>
              </a:rPr>
              <a:t>간편가입</a:t>
            </a:r>
            <a:endParaRPr sz="2001" dirty="0">
              <a:latin typeface="Dotum"/>
              <a:cs typeface="Dotu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350" y="3174695"/>
            <a:ext cx="6194534" cy="1612433"/>
          </a:xfrm>
          <a:prstGeom prst="rect">
            <a:avLst/>
          </a:prstGeom>
        </p:spPr>
        <p:txBody>
          <a:bodyPr vert="horz" wrap="square" lIns="0" tIns="114749" rIns="0" bIns="0" rtlCol="0">
            <a:spAutoFit/>
          </a:bodyPr>
          <a:lstStyle/>
          <a:p>
            <a:pPr marL="7701">
              <a:spcBef>
                <a:spcPts val="904"/>
              </a:spcBef>
            </a:pPr>
            <a:r>
              <a:rPr sz="1546" spc="-263" dirty="0">
                <a:latin typeface="Malgun Gothic"/>
                <a:cs typeface="Malgun Gothic"/>
              </a:rPr>
              <a:t>방문고객은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많은데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Dotum"/>
                <a:cs typeface="Dotum"/>
              </a:rPr>
              <a:t>내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회원</a:t>
            </a:r>
            <a:r>
              <a:rPr sz="1546" spc="-263" dirty="0">
                <a:latin typeface="Malgun Gothic"/>
                <a:cs typeface="Malgun Gothic"/>
              </a:rPr>
              <a:t>으로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만들기</a:t>
            </a:r>
            <a:r>
              <a:rPr sz="1546" spc="-236" dirty="0">
                <a:latin typeface="Malgun Gothic"/>
                <a:cs typeface="Malgun Gothic"/>
              </a:rPr>
              <a:t> </a:t>
            </a:r>
            <a:r>
              <a:rPr sz="1546" spc="-203" dirty="0">
                <a:latin typeface="Malgun Gothic"/>
                <a:cs typeface="Malgun Gothic"/>
              </a:rPr>
              <a:t>어려우셨죠?</a:t>
            </a:r>
            <a:endParaRPr sz="1546" dirty="0">
              <a:latin typeface="Malgun Gothic"/>
              <a:cs typeface="Malgun Gothic"/>
            </a:endParaRPr>
          </a:p>
          <a:p>
            <a:pPr marL="7701" marR="3081">
              <a:lnSpc>
                <a:spcPct val="142800"/>
              </a:lnSpc>
              <a:spcBef>
                <a:spcPts val="49"/>
              </a:spcBef>
            </a:pPr>
            <a:r>
              <a:rPr sz="1546" spc="-263" dirty="0">
                <a:latin typeface="Malgun Gothic"/>
                <a:cs typeface="Malgun Gothic"/>
              </a:rPr>
              <a:t>기존의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소셜로그인과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달리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회원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가입에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필수적인</a:t>
            </a:r>
            <a:r>
              <a:rPr sz="1546" spc="-236" dirty="0">
                <a:latin typeface="Malgun Gothic"/>
                <a:cs typeface="Malgun Gothic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고객</a:t>
            </a:r>
            <a:r>
              <a:rPr sz="1546" u="heavy" spc="-206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정보를</a:t>
            </a:r>
            <a:r>
              <a:rPr sz="1546" u="heavy" spc="-206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제공</a:t>
            </a:r>
            <a:r>
              <a:rPr sz="1546" spc="-263" dirty="0">
                <a:latin typeface="Malgun Gothic"/>
                <a:cs typeface="Malgun Gothic"/>
              </a:rPr>
              <a:t>할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뿐만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00" dirty="0">
                <a:latin typeface="Malgun Gothic"/>
                <a:cs typeface="Malgun Gothic"/>
              </a:rPr>
              <a:t>아니라, </a:t>
            </a:r>
            <a:r>
              <a:rPr sz="1546" spc="-263" dirty="0">
                <a:latin typeface="Malgun Gothic"/>
                <a:cs typeface="Malgun Gothic"/>
              </a:rPr>
              <a:t>여러분의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서비스</a:t>
            </a:r>
            <a:r>
              <a:rPr sz="1546" u="heavy" spc="-206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이용</a:t>
            </a:r>
            <a:r>
              <a:rPr sz="1546" u="heavy" spc="-206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 </a:t>
            </a:r>
            <a:r>
              <a:rPr sz="1546" u="heavy" spc="-263" dirty="0">
                <a:uFill>
                  <a:solidFill>
                    <a:srgbClr val="FED400"/>
                  </a:solidFill>
                </a:uFill>
                <a:latin typeface="Dotum"/>
                <a:cs typeface="Dotum"/>
              </a:rPr>
              <a:t>약관</a:t>
            </a:r>
            <a:r>
              <a:rPr sz="1546" spc="-263" dirty="0">
                <a:latin typeface="Malgun Gothic"/>
                <a:cs typeface="Malgun Gothic"/>
              </a:rPr>
              <a:t>과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플러스친구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추가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Malgun Gothic"/>
                <a:cs typeface="Malgun Gothic"/>
              </a:rPr>
              <a:t>항목까지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63" dirty="0">
                <a:latin typeface="Dotum"/>
                <a:cs typeface="Dotum"/>
              </a:rPr>
              <a:t>하나의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동의창</a:t>
            </a:r>
            <a:r>
              <a:rPr sz="1546" spc="-263" dirty="0">
                <a:latin typeface="Malgun Gothic"/>
                <a:cs typeface="Malgun Gothic"/>
              </a:rPr>
              <a:t>에</a:t>
            </a:r>
            <a:r>
              <a:rPr sz="1546" spc="-233" dirty="0">
                <a:latin typeface="Malgun Gothic"/>
                <a:cs typeface="Malgun Gothic"/>
              </a:rPr>
              <a:t> </a:t>
            </a:r>
            <a:r>
              <a:rPr sz="1546" spc="-209" dirty="0">
                <a:latin typeface="Malgun Gothic"/>
                <a:cs typeface="Malgun Gothic"/>
              </a:rPr>
              <a:t>담았습니다.</a:t>
            </a:r>
            <a:endParaRPr sz="1546" dirty="0">
              <a:latin typeface="Malgun Gothic"/>
              <a:cs typeface="Malgun Gothic"/>
            </a:endParaRPr>
          </a:p>
          <a:p>
            <a:pPr>
              <a:spcBef>
                <a:spcPts val="822"/>
              </a:spcBef>
            </a:pPr>
            <a:endParaRPr sz="1546" dirty="0">
              <a:latin typeface="Malgun Gothic"/>
              <a:cs typeface="Malgun Gothic"/>
            </a:endParaRPr>
          </a:p>
          <a:p>
            <a:pPr marL="7701"/>
            <a:r>
              <a:rPr sz="1546" spc="-263" dirty="0">
                <a:latin typeface="Dotum"/>
                <a:cs typeface="Dotum"/>
              </a:rPr>
              <a:t>단</a:t>
            </a:r>
            <a:r>
              <a:rPr sz="1546" spc="-212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한</a:t>
            </a:r>
            <a:r>
              <a:rPr sz="1546" spc="-209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번의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클릭으로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고객은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내</a:t>
            </a:r>
            <a:r>
              <a:rPr sz="1546" spc="-209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서비스의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63" dirty="0">
                <a:latin typeface="Dotum"/>
                <a:cs typeface="Dotum"/>
              </a:rPr>
              <a:t>회원이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236" dirty="0">
                <a:latin typeface="Dotum"/>
                <a:cs typeface="Dotum"/>
              </a:rPr>
              <a:t>됩니다.</a:t>
            </a:r>
            <a:endParaRPr sz="1546" dirty="0">
              <a:latin typeface="Dotum"/>
              <a:cs typeface="Dotu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10839" y="144688"/>
            <a:ext cx="93186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30" dirty="0">
                <a:latin typeface="Arial"/>
                <a:cs typeface="Arial"/>
              </a:rPr>
              <a:t>6</a:t>
            </a:r>
            <a:endParaRPr sz="1092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010" y="0"/>
            <a:ext cx="11830562" cy="685751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67993"/>
            <a:ext cx="12191144" cy="5789831"/>
          </a:xfrm>
          <a:custGeom>
            <a:avLst/>
            <a:gdLst/>
            <a:ahLst/>
            <a:cxnLst/>
            <a:rect l="l" t="t" r="r" b="b"/>
            <a:pathLst>
              <a:path w="20104100" h="9547860">
                <a:moveTo>
                  <a:pt x="0" y="0"/>
                </a:moveTo>
                <a:lnTo>
                  <a:pt x="20104100" y="0"/>
                </a:lnTo>
                <a:lnTo>
                  <a:pt x="20104100" y="9547355"/>
                </a:lnTo>
                <a:lnTo>
                  <a:pt x="0" y="9547355"/>
                </a:lnTo>
                <a:lnTo>
                  <a:pt x="0" y="0"/>
                </a:lnTo>
                <a:close/>
              </a:path>
            </a:pathLst>
          </a:custGeom>
          <a:solidFill>
            <a:srgbClr val="D6D5D5">
              <a:alpha val="4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2703" y="567378"/>
            <a:ext cx="7777919" cy="736445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2365" spc="-285" dirty="0"/>
              <a:t>"오프라인</a:t>
            </a:r>
            <a:r>
              <a:rPr sz="2365" spc="-418" dirty="0"/>
              <a:t> </a:t>
            </a:r>
            <a:r>
              <a:rPr sz="2365" spc="-382" dirty="0"/>
              <a:t>매장에</a:t>
            </a:r>
            <a:r>
              <a:rPr sz="2365" spc="-415" dirty="0"/>
              <a:t> </a:t>
            </a:r>
            <a:r>
              <a:rPr sz="2365" spc="-382" dirty="0"/>
              <a:t>방문하는</a:t>
            </a:r>
            <a:r>
              <a:rPr sz="2365" spc="-415" dirty="0"/>
              <a:t> </a:t>
            </a:r>
            <a:r>
              <a:rPr sz="2365" spc="-382" dirty="0"/>
              <a:t>고객들을</a:t>
            </a:r>
            <a:r>
              <a:rPr sz="2365" spc="-415" dirty="0"/>
              <a:t> </a:t>
            </a:r>
            <a:r>
              <a:rPr sz="2365" spc="-382" dirty="0"/>
              <a:t>온라인</a:t>
            </a:r>
            <a:r>
              <a:rPr sz="2365" spc="-415" dirty="0"/>
              <a:t> </a:t>
            </a:r>
            <a:r>
              <a:rPr sz="2365" spc="-382" dirty="0"/>
              <a:t>회원으로</a:t>
            </a:r>
            <a:r>
              <a:rPr sz="2365" spc="-418" dirty="0"/>
              <a:t> </a:t>
            </a:r>
            <a:r>
              <a:rPr sz="2365" spc="-382" dirty="0"/>
              <a:t>만들고</a:t>
            </a:r>
            <a:r>
              <a:rPr sz="2365" spc="-415" dirty="0"/>
              <a:t> </a:t>
            </a:r>
            <a:r>
              <a:rPr sz="2365" spc="-248" dirty="0"/>
              <a:t>싶🕔요."</a:t>
            </a:r>
            <a:endParaRPr sz="2365"/>
          </a:p>
        </p:txBody>
      </p:sp>
      <p:sp>
        <p:nvSpPr>
          <p:cNvPr id="4" name="object 4"/>
          <p:cNvSpPr txBox="1"/>
          <p:nvPr/>
        </p:nvSpPr>
        <p:spPr>
          <a:xfrm>
            <a:off x="3008765" y="5761504"/>
            <a:ext cx="6892271" cy="638868"/>
          </a:xfrm>
          <a:prstGeom prst="rect">
            <a:avLst/>
          </a:prstGeom>
        </p:spPr>
        <p:txBody>
          <a:bodyPr vert="horz" wrap="square" lIns="0" tIns="105893" rIns="0" bIns="0" rtlCol="0">
            <a:spAutoFit/>
          </a:bodyPr>
          <a:lstStyle/>
          <a:p>
            <a:pPr algn="ctr">
              <a:spcBef>
                <a:spcPts val="834"/>
              </a:spcBef>
            </a:pPr>
            <a:r>
              <a:rPr sz="1395" spc="-224" dirty="0">
                <a:latin typeface="Malgun Gothic"/>
                <a:cs typeface="Malgun Gothic"/>
              </a:rPr>
              <a:t>고객들을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위한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00" dirty="0">
                <a:latin typeface="Dotum"/>
                <a:cs typeface="Dotum"/>
              </a:rPr>
              <a:t>혜택(멤버십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포인트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12" dirty="0">
                <a:latin typeface="Dotum"/>
                <a:cs typeface="Dotum"/>
              </a:rPr>
              <a:t>적립,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할인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쿠폰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167" dirty="0">
                <a:latin typeface="Dotum"/>
                <a:cs typeface="Dotum"/>
              </a:rPr>
              <a:t>등)</a:t>
            </a:r>
            <a:r>
              <a:rPr sz="1395" spc="-167" dirty="0">
                <a:latin typeface="Malgun Gothic"/>
                <a:cs typeface="Malgun Gothic"/>
              </a:rPr>
              <a:t>을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40" dirty="0">
                <a:latin typeface="Malgun Gothic"/>
                <a:cs typeface="Malgun Gothic"/>
              </a:rPr>
              <a:t>마련하여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매장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곳곳에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54" dirty="0">
                <a:latin typeface="Dotum"/>
                <a:cs typeface="Dotum"/>
              </a:rPr>
              <a:t>QR코드를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설치</a:t>
            </a:r>
            <a:r>
              <a:rPr sz="1395" spc="-224" dirty="0">
                <a:latin typeface="Malgun Gothic"/>
                <a:cs typeface="Malgun Gothic"/>
              </a:rPr>
              <a:t>해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보세요.</a:t>
            </a:r>
            <a:endParaRPr sz="1395">
              <a:latin typeface="Malgun Gothic"/>
              <a:cs typeface="Malgun Gothic"/>
            </a:endParaRPr>
          </a:p>
          <a:p>
            <a:pPr marR="6931" algn="ctr">
              <a:spcBef>
                <a:spcPts val="776"/>
              </a:spcBef>
            </a:pPr>
            <a:r>
              <a:rPr sz="1395" spc="-130" dirty="0">
                <a:latin typeface="Malgun Gothic"/>
                <a:cs typeface="Malgun Gothic"/>
              </a:rPr>
              <a:t>QR코드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스캔을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통해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고객들은</a:t>
            </a:r>
            <a:r>
              <a:rPr sz="1395" spc="-203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손쉽게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40" dirty="0">
                <a:latin typeface="Malgun Gothic"/>
                <a:cs typeface="Malgun Gothic"/>
              </a:rPr>
              <a:t>여러분들의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멤버십</a:t>
            </a:r>
            <a:r>
              <a:rPr sz="1395" spc="-179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회원</a:t>
            </a:r>
            <a:r>
              <a:rPr sz="1395" spc="-224" dirty="0">
                <a:latin typeface="Malgun Gothic"/>
                <a:cs typeface="Malgun Gothic"/>
              </a:rPr>
              <a:t>이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됩니다.</a:t>
            </a:r>
            <a:endParaRPr sz="1395">
              <a:latin typeface="Malgun Gothic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213" y="163737"/>
            <a:ext cx="2077544" cy="246051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</a:t>
            </a:r>
            <a:r>
              <a:rPr sz="1546" spc="-263" dirty="0" err="1">
                <a:latin typeface="Dotum"/>
                <a:cs typeface="Dotum"/>
              </a:rPr>
              <a:t>활용하기</a:t>
            </a:r>
            <a:r>
              <a:rPr sz="1546" spc="-206" dirty="0">
                <a:latin typeface="Dotum"/>
                <a:cs typeface="Dotum"/>
              </a:rPr>
              <a:t> </a:t>
            </a:r>
            <a:r>
              <a:rPr sz="1546" spc="-15" dirty="0">
                <a:latin typeface="Dotum"/>
                <a:cs typeface="Dotum"/>
              </a:rPr>
              <a:t>#1</a:t>
            </a:r>
            <a:endParaRPr sz="1546" dirty="0">
              <a:latin typeface="Dotum"/>
              <a:cs typeface="Dotum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573" y="1274244"/>
            <a:ext cx="10675379" cy="43090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13</a:t>
            </a:r>
            <a:endParaRPr sz="109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67993"/>
            <a:ext cx="12191144" cy="5789831"/>
          </a:xfrm>
          <a:custGeom>
            <a:avLst/>
            <a:gdLst/>
            <a:ahLst/>
            <a:cxnLst/>
            <a:rect l="l" t="t" r="r" b="b"/>
            <a:pathLst>
              <a:path w="20104100" h="9547860">
                <a:moveTo>
                  <a:pt x="0" y="0"/>
                </a:moveTo>
                <a:lnTo>
                  <a:pt x="20104100" y="0"/>
                </a:lnTo>
                <a:lnTo>
                  <a:pt x="20104100" y="9547355"/>
                </a:lnTo>
                <a:lnTo>
                  <a:pt x="0" y="9547355"/>
                </a:lnTo>
                <a:lnTo>
                  <a:pt x="0" y="0"/>
                </a:lnTo>
                <a:close/>
              </a:path>
            </a:pathLst>
          </a:custGeom>
          <a:solidFill>
            <a:srgbClr val="D6D5D5">
              <a:alpha val="4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04030" y="570108"/>
            <a:ext cx="5688559" cy="40013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547" spc="-285" dirty="0">
                <a:latin typeface="Dotum"/>
                <a:cs typeface="Dotum"/>
              </a:rPr>
              <a:t>"</a:t>
            </a:r>
            <a:r>
              <a:rPr sz="2547" spc="-285" dirty="0" err="1">
                <a:latin typeface="Dotum"/>
                <a:cs typeface="Dotum"/>
              </a:rPr>
              <a:t>온라인</a:t>
            </a:r>
            <a:r>
              <a:rPr sz="2547" spc="-343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스토</a:t>
            </a:r>
            <a:r>
              <a:rPr lang="ko-KR" altLang="en-US" sz="2547" spc="-434" dirty="0">
                <a:latin typeface="Dotum"/>
                <a:cs typeface="Dotum"/>
              </a:rPr>
              <a:t>어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매출을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더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많이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늘리고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278" dirty="0">
                <a:latin typeface="Dotum"/>
                <a:cs typeface="Dotum"/>
              </a:rPr>
              <a:t>싶</a:t>
            </a:r>
            <a:r>
              <a:rPr lang="ko-KR" altLang="en-US" sz="2547" spc="-278" dirty="0">
                <a:latin typeface="Dotum"/>
                <a:cs typeface="Dotum"/>
              </a:rPr>
              <a:t>어</a:t>
            </a:r>
            <a:r>
              <a:rPr sz="2547" spc="-278" dirty="0">
                <a:latin typeface="Dotum"/>
                <a:cs typeface="Dotum"/>
              </a:rPr>
              <a:t>요."</a:t>
            </a:r>
            <a:endParaRPr sz="2547" dirty="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213" y="163736"/>
            <a:ext cx="2493414" cy="2466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</a:t>
            </a:r>
            <a:r>
              <a:rPr spc="-263" dirty="0" err="1"/>
              <a:t>활용하기</a:t>
            </a:r>
            <a:r>
              <a:rPr spc="-206" dirty="0"/>
              <a:t> </a:t>
            </a:r>
            <a:r>
              <a:rPr spc="61" dirty="0"/>
              <a:t>#2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2902" y="5767853"/>
            <a:ext cx="6526074" cy="59338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598004" marR="3081" indent="-590688">
              <a:lnSpc>
                <a:spcPct val="146400"/>
              </a:lnSpc>
              <a:spcBef>
                <a:spcPts val="58"/>
              </a:spcBef>
            </a:pPr>
            <a:r>
              <a:rPr sz="1395" spc="-224" dirty="0">
                <a:latin typeface="Malgun Gothic"/>
                <a:cs typeface="Malgun Gothic"/>
              </a:rPr>
              <a:t>고객들은</a:t>
            </a:r>
            <a:r>
              <a:rPr sz="1395" spc="-215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카카오톡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내에서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40" dirty="0">
                <a:latin typeface="Malgun Gothic"/>
                <a:cs typeface="Malgun Gothic"/>
              </a:rPr>
              <a:t>여러분의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온라인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스토어에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방문해도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자동으로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로그인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상태</a:t>
            </a:r>
            <a:r>
              <a:rPr sz="1395" spc="-224" dirty="0">
                <a:latin typeface="Malgun Gothic"/>
                <a:cs typeface="Malgun Gothic"/>
              </a:rPr>
              <a:t>가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88" dirty="0">
                <a:latin typeface="Malgun Gothic"/>
                <a:cs typeface="Malgun Gothic"/>
              </a:rPr>
              <a:t>유지됩니다. </a:t>
            </a:r>
            <a:r>
              <a:rPr sz="1395" spc="-224" dirty="0">
                <a:latin typeface="Malgun Gothic"/>
                <a:cs typeface="Malgun Gothic"/>
              </a:rPr>
              <a:t>고객들이</a:t>
            </a:r>
            <a:r>
              <a:rPr sz="1395" spc="-215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번거롭게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회원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정보를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입력할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필요가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없어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구매전환율을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높일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수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있어요.</a:t>
            </a:r>
            <a:endParaRPr sz="1395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694" y="1333967"/>
            <a:ext cx="10673601" cy="43160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14</a:t>
            </a:r>
            <a:endParaRPr sz="109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67993"/>
            <a:ext cx="12191144" cy="5789831"/>
          </a:xfrm>
          <a:custGeom>
            <a:avLst/>
            <a:gdLst/>
            <a:ahLst/>
            <a:cxnLst/>
            <a:rect l="l" t="t" r="r" b="b"/>
            <a:pathLst>
              <a:path w="20104100" h="9547860">
                <a:moveTo>
                  <a:pt x="0" y="0"/>
                </a:moveTo>
                <a:lnTo>
                  <a:pt x="20104100" y="0"/>
                </a:lnTo>
                <a:lnTo>
                  <a:pt x="20104100" y="9547355"/>
                </a:lnTo>
                <a:lnTo>
                  <a:pt x="0" y="9547355"/>
                </a:lnTo>
                <a:lnTo>
                  <a:pt x="0" y="0"/>
                </a:lnTo>
                <a:close/>
              </a:path>
            </a:pathLst>
          </a:custGeom>
          <a:solidFill>
            <a:srgbClr val="D6D5D5">
              <a:alpha val="4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21442" y="570108"/>
            <a:ext cx="7464477" cy="40013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547" spc="-278" dirty="0">
                <a:latin typeface="Dotum"/>
                <a:cs typeface="Dotum"/>
              </a:rPr>
              <a:t>“온/오프라인</a:t>
            </a:r>
            <a:r>
              <a:rPr sz="2547" spc="-343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프로모션에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고객들의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참</a:t>
            </a:r>
            <a:r>
              <a:rPr lang="ko-KR" altLang="en-US" sz="2547" spc="-434" dirty="0">
                <a:latin typeface="Dotum"/>
                <a:cs typeface="Dotum"/>
              </a:rPr>
              <a:t>여를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더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높이고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278" dirty="0">
                <a:latin typeface="Dotum"/>
                <a:cs typeface="Dotum"/>
              </a:rPr>
              <a:t>싶</a:t>
            </a:r>
            <a:r>
              <a:rPr lang="ko-KR" altLang="en-US" sz="2547" spc="-278" dirty="0">
                <a:latin typeface="Dotum"/>
                <a:cs typeface="Dotum"/>
              </a:rPr>
              <a:t>어</a:t>
            </a:r>
            <a:r>
              <a:rPr sz="2547" spc="-278" dirty="0">
                <a:latin typeface="Dotum"/>
                <a:cs typeface="Dotum"/>
              </a:rPr>
              <a:t>요."</a:t>
            </a:r>
            <a:endParaRPr sz="2547" dirty="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213" y="163736"/>
            <a:ext cx="2308583" cy="2466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</a:t>
            </a:r>
            <a:r>
              <a:rPr spc="-263" dirty="0" err="1"/>
              <a:t>활용하기</a:t>
            </a:r>
            <a:r>
              <a:rPr spc="-206" dirty="0"/>
              <a:t> </a:t>
            </a:r>
            <a:r>
              <a:rPr spc="58" dirty="0"/>
              <a:t>#3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856375" y="5767853"/>
            <a:ext cx="7196857" cy="638868"/>
          </a:xfrm>
          <a:prstGeom prst="rect">
            <a:avLst/>
          </a:prstGeom>
        </p:spPr>
        <p:txBody>
          <a:bodyPr vert="horz" wrap="square" lIns="0" tIns="105893" rIns="0" bIns="0" rtlCol="0">
            <a:spAutoFit/>
          </a:bodyPr>
          <a:lstStyle/>
          <a:p>
            <a:pPr marR="2310" algn="ctr">
              <a:spcBef>
                <a:spcPts val="834"/>
              </a:spcBef>
            </a:pPr>
            <a:r>
              <a:rPr sz="1395" spc="-191" dirty="0">
                <a:latin typeface="Malgun Gothic"/>
                <a:cs typeface="Malgun Gothic"/>
              </a:rPr>
              <a:t>온/오프라인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프로모션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진행도</a:t>
            </a:r>
            <a:r>
              <a:rPr sz="1395" spc="-203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카카오싱크와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함께하면</a:t>
            </a:r>
            <a:r>
              <a:rPr sz="1395" spc="-203" dirty="0">
                <a:latin typeface="Malgun Gothic"/>
                <a:cs typeface="Malgun Gothic"/>
              </a:rPr>
              <a:t> </a:t>
            </a:r>
            <a:r>
              <a:rPr sz="1395" spc="-188" dirty="0">
                <a:latin typeface="Malgun Gothic"/>
                <a:cs typeface="Malgun Gothic"/>
              </a:rPr>
              <a:t>쉬워집니다.</a:t>
            </a:r>
            <a:endParaRPr sz="1395" dirty="0">
              <a:latin typeface="Malgun Gothic"/>
              <a:cs typeface="Malgun Gothic"/>
            </a:endParaRPr>
          </a:p>
          <a:p>
            <a:pPr algn="ctr">
              <a:spcBef>
                <a:spcPts val="776"/>
              </a:spcBef>
            </a:pPr>
            <a:r>
              <a:rPr sz="1395" spc="-224" dirty="0">
                <a:latin typeface="Malgun Gothic"/>
                <a:cs typeface="Malgun Gothic"/>
              </a:rPr>
              <a:t>카카오싱크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간편가입을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통해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9" dirty="0">
                <a:latin typeface="Malgun Gothic"/>
                <a:cs typeface="Malgun Gothic"/>
              </a:rPr>
              <a:t>전화번호,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이메일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등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고객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정보를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한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번에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수집</a:t>
            </a:r>
            <a:r>
              <a:rPr sz="1395" spc="-224" dirty="0">
                <a:latin typeface="Malgun Gothic"/>
                <a:cs typeface="Malgun Gothic"/>
              </a:rPr>
              <a:t>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 err="1">
                <a:latin typeface="Dotum"/>
                <a:cs typeface="Dotum"/>
              </a:rPr>
              <a:t>이벤트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참</a:t>
            </a:r>
            <a:r>
              <a:rPr lang="ko-KR" altLang="en-US" sz="1395" spc="-224" dirty="0">
                <a:latin typeface="Dotum"/>
                <a:cs typeface="Dotum"/>
              </a:rPr>
              <a:t>여</a:t>
            </a:r>
            <a:r>
              <a:rPr sz="1395" spc="-224" dirty="0" err="1">
                <a:latin typeface="Dotum"/>
                <a:cs typeface="Dotum"/>
              </a:rPr>
              <a:t>율</a:t>
            </a:r>
            <a:r>
              <a:rPr sz="1395" spc="-224" dirty="0" err="1">
                <a:latin typeface="Malgun Gothic"/>
                <a:cs typeface="Malgun Gothic"/>
              </a:rPr>
              <a:t>을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높일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수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있어요.</a:t>
            </a:r>
            <a:endParaRPr sz="1395" dirty="0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694" y="1303324"/>
            <a:ext cx="10673601" cy="429194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15</a:t>
            </a:r>
            <a:endParaRPr sz="109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67993"/>
            <a:ext cx="12191144" cy="5789831"/>
          </a:xfrm>
          <a:custGeom>
            <a:avLst/>
            <a:gdLst/>
            <a:ahLst/>
            <a:cxnLst/>
            <a:rect l="l" t="t" r="r" b="b"/>
            <a:pathLst>
              <a:path w="20104100" h="9547860">
                <a:moveTo>
                  <a:pt x="0" y="0"/>
                </a:moveTo>
                <a:lnTo>
                  <a:pt x="20104100" y="0"/>
                </a:lnTo>
                <a:lnTo>
                  <a:pt x="20104100" y="9547355"/>
                </a:lnTo>
                <a:lnTo>
                  <a:pt x="0" y="9547355"/>
                </a:lnTo>
                <a:lnTo>
                  <a:pt x="0" y="0"/>
                </a:lnTo>
                <a:close/>
              </a:path>
            </a:pathLst>
          </a:custGeom>
          <a:solidFill>
            <a:srgbClr val="D6D5D5">
              <a:alpha val="4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08787" y="570108"/>
            <a:ext cx="5882246" cy="40013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547" spc="-324" dirty="0">
                <a:latin typeface="Dotum"/>
                <a:cs typeface="Dotum"/>
              </a:rPr>
              <a:t>"고객들에게</a:t>
            </a:r>
            <a:r>
              <a:rPr sz="2547" spc="-337" dirty="0">
                <a:latin typeface="Dotum"/>
                <a:cs typeface="Dotum"/>
              </a:rPr>
              <a:t> </a:t>
            </a:r>
            <a:r>
              <a:rPr sz="2547" spc="-103" dirty="0">
                <a:latin typeface="Dotum"/>
                <a:cs typeface="Dotum"/>
              </a:rPr>
              <a:t>APP</a:t>
            </a:r>
            <a:r>
              <a:rPr sz="2547" spc="-334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다운로드를</a:t>
            </a:r>
            <a:r>
              <a:rPr sz="2547" spc="-337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유도하고</a:t>
            </a:r>
            <a:r>
              <a:rPr sz="2547" spc="-334" dirty="0">
                <a:latin typeface="Dotum"/>
                <a:cs typeface="Dotum"/>
              </a:rPr>
              <a:t> </a:t>
            </a:r>
            <a:r>
              <a:rPr sz="2547" spc="-278" dirty="0">
                <a:latin typeface="Dotum"/>
                <a:cs typeface="Dotum"/>
              </a:rPr>
              <a:t>싶</a:t>
            </a:r>
            <a:r>
              <a:rPr lang="ko-KR" altLang="en-US" sz="2547" spc="-278" dirty="0">
                <a:latin typeface="Dotum"/>
                <a:cs typeface="Dotum"/>
              </a:rPr>
              <a:t>어</a:t>
            </a:r>
            <a:r>
              <a:rPr sz="2547" spc="-278" dirty="0">
                <a:latin typeface="Dotum"/>
                <a:cs typeface="Dotum"/>
              </a:rPr>
              <a:t>요."</a:t>
            </a:r>
            <a:endParaRPr sz="2547" dirty="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213" y="163736"/>
            <a:ext cx="2447206" cy="2466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 </a:t>
            </a:r>
            <a:r>
              <a:rPr spc="-263" dirty="0" err="1"/>
              <a:t>활용하기</a:t>
            </a:r>
            <a:r>
              <a:rPr spc="-206" dirty="0"/>
              <a:t> </a:t>
            </a:r>
            <a:r>
              <a:rPr spc="85" dirty="0"/>
              <a:t>#4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24693" y="5767853"/>
            <a:ext cx="4853739" cy="59338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75858">
              <a:lnSpc>
                <a:spcPct val="146400"/>
              </a:lnSpc>
              <a:spcBef>
                <a:spcPts val="58"/>
              </a:spcBef>
            </a:pPr>
            <a:r>
              <a:rPr sz="1395" spc="-224" dirty="0">
                <a:latin typeface="Malgun Gothic"/>
                <a:cs typeface="Malgun Gothic"/>
              </a:rPr>
              <a:t>앱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다운로드를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유도하고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싶은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그룹에게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타게팅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된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메시지를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보내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보세요. </a:t>
            </a:r>
            <a:r>
              <a:rPr sz="1395" spc="-224" dirty="0">
                <a:latin typeface="Malgun Gothic"/>
                <a:cs typeface="Malgun Gothic"/>
              </a:rPr>
              <a:t>정확한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데이터를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바탕으로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높은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앱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다운로드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전환율</a:t>
            </a:r>
            <a:r>
              <a:rPr sz="1395" spc="-224" dirty="0">
                <a:latin typeface="Malgun Gothic"/>
                <a:cs typeface="Malgun Gothic"/>
              </a:rPr>
              <a:t>을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경험할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수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3" dirty="0">
                <a:latin typeface="Malgun Gothic"/>
                <a:cs typeface="Malgun Gothic"/>
              </a:rPr>
              <a:t>있습니다.</a:t>
            </a:r>
            <a:endParaRPr sz="1395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626" y="1199772"/>
            <a:ext cx="10673601" cy="428390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16</a:t>
            </a:r>
            <a:endParaRPr sz="109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8" y="1067993"/>
            <a:ext cx="12191144" cy="5789831"/>
            <a:chOff x="0" y="1761200"/>
            <a:chExt cx="20104100" cy="9547860"/>
          </a:xfrm>
        </p:grpSpPr>
        <p:sp>
          <p:nvSpPr>
            <p:cNvPr id="3" name="object 3"/>
            <p:cNvSpPr/>
            <p:nvPr/>
          </p:nvSpPr>
          <p:spPr>
            <a:xfrm>
              <a:off x="0" y="1761200"/>
              <a:ext cx="20104100" cy="9547860"/>
            </a:xfrm>
            <a:custGeom>
              <a:avLst/>
              <a:gdLst/>
              <a:ahLst/>
              <a:cxnLst/>
              <a:rect l="l" t="t" r="r" b="b"/>
              <a:pathLst>
                <a:path w="20104100" h="9547860">
                  <a:moveTo>
                    <a:pt x="0" y="0"/>
                  </a:moveTo>
                  <a:lnTo>
                    <a:pt x="20104100" y="0"/>
                  </a:lnTo>
                  <a:lnTo>
                    <a:pt x="20104100" y="9547355"/>
                  </a:lnTo>
                  <a:lnTo>
                    <a:pt x="0" y="9547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5D5">
                <a:alpha val="464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3195" y="1928184"/>
              <a:ext cx="16753416" cy="74521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792880" y="570108"/>
            <a:ext cx="7110217" cy="40013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547" spc="-285" dirty="0">
                <a:latin typeface="Dotum"/>
                <a:cs typeface="Dotum"/>
              </a:rPr>
              <a:t>"멤버십</a:t>
            </a:r>
            <a:r>
              <a:rPr sz="2547" spc="-343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회원에게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더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효과적인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마케팅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활동을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하고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278" dirty="0">
                <a:latin typeface="Dotum"/>
                <a:cs typeface="Dotum"/>
              </a:rPr>
              <a:t>싶</a:t>
            </a:r>
            <a:r>
              <a:rPr lang="ko-KR" altLang="en-US" sz="2547" spc="-278" dirty="0">
                <a:latin typeface="Dotum"/>
                <a:cs typeface="Dotum"/>
              </a:rPr>
              <a:t>어</a:t>
            </a:r>
            <a:r>
              <a:rPr sz="2547" spc="-278" dirty="0">
                <a:latin typeface="Dotum"/>
                <a:cs typeface="Dotum"/>
              </a:rPr>
              <a:t>요."</a:t>
            </a:r>
            <a:endParaRPr sz="2547" dirty="0">
              <a:latin typeface="Dotum"/>
              <a:cs typeface="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3213" y="163736"/>
            <a:ext cx="2400998" cy="2466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 </a:t>
            </a:r>
            <a:r>
              <a:rPr spc="-263" dirty="0" err="1"/>
              <a:t>활용하기</a:t>
            </a:r>
            <a:r>
              <a:rPr spc="-206" dirty="0"/>
              <a:t> </a:t>
            </a:r>
            <a:r>
              <a:rPr spc="58" dirty="0"/>
              <a:t>#5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72282" y="5767853"/>
            <a:ext cx="5967731" cy="59338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401237" marR="3081" indent="-393920">
              <a:lnSpc>
                <a:spcPct val="146400"/>
              </a:lnSpc>
              <a:spcBef>
                <a:spcPts val="58"/>
              </a:spcBef>
            </a:pPr>
            <a:r>
              <a:rPr sz="1395" spc="-224" dirty="0">
                <a:latin typeface="Malgun Gothic"/>
                <a:cs typeface="Malgun Gothic"/>
              </a:rPr>
              <a:t>멤버십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회원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데이터를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바탕으로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기존보다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더욱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세분화된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고객별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맞춤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혜택</a:t>
            </a:r>
            <a:r>
              <a:rPr sz="1395" spc="-224" dirty="0">
                <a:latin typeface="Malgun Gothic"/>
                <a:cs typeface="Malgun Gothic"/>
              </a:rPr>
              <a:t>을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제공해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보세요. </a:t>
            </a:r>
            <a:r>
              <a:rPr sz="1395" spc="-224" dirty="0">
                <a:latin typeface="Malgun Gothic"/>
                <a:cs typeface="Malgun Gothic"/>
              </a:rPr>
              <a:t>신규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39" dirty="0">
                <a:latin typeface="Malgun Gothic"/>
                <a:cs typeface="Malgun Gothic"/>
              </a:rPr>
              <a:t>등록,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39" dirty="0">
                <a:latin typeface="Malgun Gothic"/>
                <a:cs typeface="Malgun Gothic"/>
              </a:rPr>
              <a:t>구매,</a:t>
            </a:r>
            <a:r>
              <a:rPr sz="1395" spc="-203" dirty="0">
                <a:latin typeface="Malgun Gothic"/>
                <a:cs typeface="Malgun Gothic"/>
              </a:rPr>
              <a:t> </a:t>
            </a:r>
            <a:r>
              <a:rPr sz="1395" spc="-139" dirty="0">
                <a:latin typeface="Malgun Gothic"/>
                <a:cs typeface="Malgun Gothic"/>
              </a:rPr>
              <a:t>적립,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등급별로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고객에게</a:t>
            </a:r>
            <a:r>
              <a:rPr sz="1395" spc="-203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딱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맞는</a:t>
            </a:r>
            <a:r>
              <a:rPr sz="1395" spc="-179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마케팅</a:t>
            </a:r>
            <a:r>
              <a:rPr sz="1395" spc="-182" dirty="0">
                <a:latin typeface="Dotum"/>
                <a:cs typeface="Dotum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활동이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194" dirty="0">
                <a:latin typeface="Malgun Gothic"/>
                <a:cs typeface="Malgun Gothic"/>
              </a:rPr>
              <a:t>가능해집니다.</a:t>
            </a:r>
            <a:endParaRPr sz="1395" dirty="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17</a:t>
            </a:r>
            <a:endParaRPr sz="109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1067993"/>
            <a:ext cx="12191144" cy="5789831"/>
          </a:xfrm>
          <a:custGeom>
            <a:avLst/>
            <a:gdLst/>
            <a:ahLst/>
            <a:cxnLst/>
            <a:rect l="l" t="t" r="r" b="b"/>
            <a:pathLst>
              <a:path w="20104100" h="9547860">
                <a:moveTo>
                  <a:pt x="0" y="0"/>
                </a:moveTo>
                <a:lnTo>
                  <a:pt x="20104100" y="0"/>
                </a:lnTo>
                <a:lnTo>
                  <a:pt x="20104100" y="9547355"/>
                </a:lnTo>
                <a:lnTo>
                  <a:pt x="0" y="9547355"/>
                </a:lnTo>
                <a:lnTo>
                  <a:pt x="0" y="0"/>
                </a:lnTo>
                <a:close/>
              </a:path>
            </a:pathLst>
          </a:custGeom>
          <a:solidFill>
            <a:srgbClr val="D6D5D5">
              <a:alpha val="4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02437" y="570108"/>
            <a:ext cx="5895339" cy="40013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sz="2547" spc="-324" dirty="0">
                <a:latin typeface="Dotum"/>
                <a:cs typeface="Dotum"/>
              </a:rPr>
              <a:t>"플러스친구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메시지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클릭율을</a:t>
            </a:r>
            <a:r>
              <a:rPr sz="2547" spc="-337" dirty="0">
                <a:latin typeface="Dotum"/>
                <a:cs typeface="Dotum"/>
              </a:rPr>
              <a:t> </a:t>
            </a:r>
            <a:r>
              <a:rPr sz="2547" spc="-434" dirty="0">
                <a:latin typeface="Dotum"/>
                <a:cs typeface="Dotum"/>
              </a:rPr>
              <a:t>더</a:t>
            </a:r>
            <a:r>
              <a:rPr sz="2547" spc="-340" dirty="0">
                <a:latin typeface="Dotum"/>
                <a:cs typeface="Dotum"/>
              </a:rPr>
              <a:t> </a:t>
            </a:r>
            <a:r>
              <a:rPr sz="2547" spc="-434" dirty="0" err="1">
                <a:latin typeface="Dotum"/>
                <a:cs typeface="Dotum"/>
              </a:rPr>
              <a:t>높이고</a:t>
            </a:r>
            <a:r>
              <a:rPr sz="2547" spc="-337" dirty="0">
                <a:latin typeface="Dotum"/>
                <a:cs typeface="Dotum"/>
              </a:rPr>
              <a:t> </a:t>
            </a:r>
            <a:r>
              <a:rPr sz="2547" spc="-278" dirty="0">
                <a:latin typeface="Dotum"/>
                <a:cs typeface="Dotum"/>
              </a:rPr>
              <a:t>싶</a:t>
            </a:r>
            <a:r>
              <a:rPr lang="ko-KR" altLang="en-US" sz="2547" spc="-278" dirty="0">
                <a:latin typeface="Dotum"/>
                <a:cs typeface="Dotum"/>
              </a:rPr>
              <a:t>어</a:t>
            </a:r>
            <a:r>
              <a:rPr sz="2547" spc="-278" dirty="0">
                <a:latin typeface="Dotum"/>
                <a:cs typeface="Dotum"/>
              </a:rPr>
              <a:t>요."</a:t>
            </a:r>
            <a:endParaRPr sz="2547" dirty="0">
              <a:latin typeface="Dotum"/>
              <a:cs typeface="Dotum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2785" y="382167"/>
            <a:ext cx="1022346" cy="91260"/>
          </a:xfrm>
          <a:custGeom>
            <a:avLst/>
            <a:gdLst/>
            <a:ahLst/>
            <a:cxnLst/>
            <a:rect l="l" t="t" r="r" b="b"/>
            <a:pathLst>
              <a:path w="1685925" h="150495">
                <a:moveTo>
                  <a:pt x="0" y="0"/>
                </a:moveTo>
                <a:lnTo>
                  <a:pt x="1685699" y="0"/>
                </a:lnTo>
                <a:lnTo>
                  <a:pt x="1685699" y="150320"/>
                </a:lnTo>
                <a:lnTo>
                  <a:pt x="0" y="150320"/>
                </a:lnTo>
                <a:lnTo>
                  <a:pt x="0" y="0"/>
                </a:lnTo>
                <a:close/>
              </a:path>
            </a:pathLst>
          </a:custGeom>
          <a:solidFill>
            <a:srgbClr val="FED400">
              <a:alpha val="8304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3213" y="163736"/>
            <a:ext cx="2354791" cy="2466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>
              <a:spcBef>
                <a:spcPts val="64"/>
              </a:spcBef>
            </a:pPr>
            <a:r>
              <a:rPr lang="ko-KR" altLang="en-US" sz="1546" spc="-263" dirty="0" err="1">
                <a:latin typeface="Dotum"/>
                <a:cs typeface="Dotum"/>
              </a:rPr>
              <a:t>카카오싱크</a:t>
            </a:r>
            <a:r>
              <a:rPr lang="ko-KR" altLang="en-US" sz="1546" spc="-263" dirty="0">
                <a:latin typeface="Dotum"/>
                <a:cs typeface="Dotum"/>
              </a:rPr>
              <a:t>  </a:t>
            </a:r>
            <a:r>
              <a:rPr spc="-263" dirty="0" err="1"/>
              <a:t>활용하기</a:t>
            </a:r>
            <a:r>
              <a:rPr spc="-206" dirty="0"/>
              <a:t> </a:t>
            </a:r>
            <a:r>
              <a:rPr spc="85" dirty="0"/>
              <a:t>#</a:t>
            </a:r>
            <a:r>
              <a:rPr lang="en-US" spc="85" dirty="0"/>
              <a:t>6</a:t>
            </a:r>
            <a:endParaRPr spc="85" dirty="0"/>
          </a:p>
        </p:txBody>
      </p:sp>
      <p:sp>
        <p:nvSpPr>
          <p:cNvPr id="6" name="object 6"/>
          <p:cNvSpPr txBox="1"/>
          <p:nvPr/>
        </p:nvSpPr>
        <p:spPr>
          <a:xfrm>
            <a:off x="3351640" y="5774203"/>
            <a:ext cx="6003157" cy="59338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indent="291879">
              <a:lnSpc>
                <a:spcPct val="146400"/>
              </a:lnSpc>
              <a:spcBef>
                <a:spcPts val="58"/>
              </a:spcBef>
            </a:pPr>
            <a:r>
              <a:rPr sz="1395" spc="-224" dirty="0">
                <a:latin typeface="Malgun Gothic"/>
                <a:cs typeface="Malgun Gothic"/>
              </a:rPr>
              <a:t>고객의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구매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이력과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9" dirty="0">
                <a:latin typeface="Malgun Gothic"/>
                <a:cs typeface="Malgun Gothic"/>
              </a:rPr>
              <a:t>장바구니,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관심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상품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등의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정보를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활용해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메시지를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보내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0" dirty="0">
                <a:latin typeface="Malgun Gothic"/>
                <a:cs typeface="Malgun Gothic"/>
              </a:rPr>
              <a:t>보세요. </a:t>
            </a:r>
            <a:r>
              <a:rPr sz="1395" spc="-224" dirty="0">
                <a:latin typeface="Malgun Gothic"/>
                <a:cs typeface="Malgun Gothic"/>
              </a:rPr>
              <a:t>고객에게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필요한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메시지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발송으로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더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높은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메시지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효율</a:t>
            </a:r>
            <a:r>
              <a:rPr sz="1395" spc="-224" dirty="0">
                <a:latin typeface="Malgun Gothic"/>
                <a:cs typeface="Malgun Gothic"/>
              </a:rPr>
              <a:t>과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Dotum"/>
                <a:cs typeface="Dotum"/>
              </a:rPr>
              <a:t>구매</a:t>
            </a:r>
            <a:r>
              <a:rPr sz="1395" spc="-185" dirty="0">
                <a:latin typeface="Dotum"/>
                <a:cs typeface="Dotum"/>
              </a:rPr>
              <a:t> </a:t>
            </a:r>
            <a:r>
              <a:rPr sz="1395" spc="-224" dirty="0">
                <a:latin typeface="Dotum"/>
                <a:cs typeface="Dotum"/>
              </a:rPr>
              <a:t>전환</a:t>
            </a:r>
            <a:r>
              <a:rPr sz="1395" spc="-224" dirty="0">
                <a:latin typeface="Malgun Gothic"/>
                <a:cs typeface="Malgun Gothic"/>
              </a:rPr>
              <a:t>까지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기대할</a:t>
            </a:r>
            <a:r>
              <a:rPr sz="1395" spc="-206" dirty="0">
                <a:latin typeface="Malgun Gothic"/>
                <a:cs typeface="Malgun Gothic"/>
              </a:rPr>
              <a:t> </a:t>
            </a:r>
            <a:r>
              <a:rPr sz="1395" spc="-224" dirty="0">
                <a:latin typeface="Malgun Gothic"/>
                <a:cs typeface="Malgun Gothic"/>
              </a:rPr>
              <a:t>수</a:t>
            </a:r>
            <a:r>
              <a:rPr sz="1395" spc="-209" dirty="0">
                <a:latin typeface="Malgun Gothic"/>
                <a:cs typeface="Malgun Gothic"/>
              </a:rPr>
              <a:t> </a:t>
            </a:r>
            <a:r>
              <a:rPr sz="1395" spc="-173" dirty="0">
                <a:latin typeface="Malgun Gothic"/>
                <a:cs typeface="Malgun Gothic"/>
              </a:rPr>
              <a:t>있습니다.</a:t>
            </a:r>
            <a:endParaRPr sz="1395" dirty="0">
              <a:latin typeface="Malgun Gothic"/>
              <a:cs typeface="Malgun Gothic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462" y="1236513"/>
            <a:ext cx="10211074" cy="44255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866393" y="144688"/>
            <a:ext cx="170969" cy="176613"/>
          </a:xfrm>
          <a:prstGeom prst="rect">
            <a:avLst/>
          </a:prstGeom>
        </p:spPr>
        <p:txBody>
          <a:bodyPr vert="horz" wrap="square" lIns="0" tIns="8471" rIns="0" bIns="0" rtlCol="0">
            <a:spAutoFit/>
          </a:bodyPr>
          <a:lstStyle/>
          <a:p>
            <a:pPr marL="7701">
              <a:spcBef>
                <a:spcPts val="67"/>
              </a:spcBef>
            </a:pPr>
            <a:r>
              <a:rPr sz="1092" spc="-15" dirty="0">
                <a:latin typeface="Arial"/>
                <a:cs typeface="Arial"/>
              </a:rPr>
              <a:t>18</a:t>
            </a:r>
            <a:endParaRPr sz="109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</TotalTime>
  <Words>4623</Words>
  <Application>Microsoft Office PowerPoint</Application>
  <PresentationFormat>와이드스크린</PresentationFormat>
  <Paragraphs>912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64" baseType="lpstr">
      <vt:lpstr>Adobe Clean Han ExtraBold</vt:lpstr>
      <vt:lpstr>MS Mincho</vt:lpstr>
      <vt:lpstr>MS PGothic</vt:lpstr>
      <vt:lpstr>Dotum</vt:lpstr>
      <vt:lpstr>Malgun Gothic</vt:lpstr>
      <vt:lpstr>Arial</vt:lpstr>
      <vt:lpstr>Arial Black</vt:lpstr>
      <vt:lpstr>Calibri</vt:lpstr>
      <vt:lpstr>Courier New</vt:lpstr>
      <vt:lpstr>Lucida Sans Unicode</vt:lpstr>
      <vt:lpstr>Times New Roman</vt:lpstr>
      <vt:lpstr>Verdana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맞춤형 AI 솔루션 제시</vt:lpstr>
      <vt:lpstr>PowerPoint 프레젠테이션</vt:lpstr>
      <vt:lpstr>PowerPoint 프레젠테이션</vt:lpstr>
      <vt:lpstr>PowerPoint 프레젠테이션</vt:lpstr>
      <vt:lpstr>Agados UI, Flow Design &amp; Visibility Technologies</vt:lpstr>
      <vt:lpstr>업무처리 Application 를 위한 Agados의 Smart Architecture SW Package 아키텍처의 새로운 패러다임</vt:lpstr>
      <vt:lpstr>업무처리 Application 를 위한 Agados의 Smart Architecture</vt:lpstr>
      <vt:lpstr>업무처리 Application 를 위한 Agados의 Smart Architecture</vt:lpstr>
      <vt:lpstr>업무처리 Application 를 위한 Agados의 Smart Architecture</vt:lpstr>
      <vt:lpstr>Agados based Biz. Application 이 갖게 될 Benefit</vt:lpstr>
      <vt:lpstr>PowerPoint 프레젠테이션</vt:lpstr>
      <vt:lpstr>PowerPoint 프레젠테이션</vt:lpstr>
      <vt:lpstr>Agados based Biz. Application 이 갖게 될 Benefit</vt:lpstr>
      <vt:lpstr>PowerPoint 프레젠테이션</vt:lpstr>
      <vt:lpstr>Agados based Biz. Application 이 갖게 될 Benefit</vt:lpstr>
      <vt:lpstr>PowerPoint 프레젠테이션</vt:lpstr>
      <vt:lpstr>Agados based Biz. Application 이 갖게 될 Benefit Technical(기술적) Benefit</vt:lpstr>
      <vt:lpstr>Agados based Biz. Application 이 갖게 될 Benefit Business(사업적) Benefit</vt:lpstr>
      <vt:lpstr>PowerPoint 프레젠테이션</vt:lpstr>
      <vt:lpstr>Agados 기반 Application의 아키텍처 형상</vt:lpstr>
      <vt:lpstr>Agados 기반 Application의 아키텍처 형상</vt:lpstr>
      <vt:lpstr>Pivotal HAWQ</vt:lpstr>
      <vt:lpstr>Pivotal Query Optimizer (PQO) For HAWQ and Greenplum Database</vt:lpstr>
      <vt:lpstr>Pivotal HAWQ – Polymorphic AO Storage</vt:lpstr>
      <vt:lpstr>Pivotal eXtension Framework (PXF)</vt:lpstr>
      <vt:lpstr>PXF Features</vt:lpstr>
      <vt:lpstr>PXF External Table 예제</vt:lpstr>
      <vt:lpstr>MADlib Advantages</vt:lpstr>
      <vt:lpstr>Functions</vt:lpstr>
      <vt:lpstr>Calling MADlib Functons: Fast Training, Scoring</vt:lpstr>
      <vt:lpstr>PivotalR: Bringing MADlib and HAWQ to a familiar R interface</vt:lpstr>
      <vt:lpstr>PivotalR Design Overview</vt:lpstr>
      <vt:lpstr>PowerPoint 프레젠테이션</vt:lpstr>
      <vt:lpstr>Statista’s Data</vt:lpstr>
      <vt:lpstr>PowerPoint 프레젠테이션</vt:lpstr>
      <vt:lpstr>PowerPoint 프레젠테이션</vt:lpstr>
      <vt:lpstr>고객사에서 원하는 질문항목을 만들어 보세요.</vt:lpstr>
      <vt:lpstr>비엣서베이는,</vt:lpstr>
      <vt:lpstr>베트남 현지 판매도 가능합니다.</vt:lpstr>
      <vt:lpstr>PowerPoint 프레젠테이션</vt:lpstr>
      <vt:lpstr>"오프라인 매장에 방문하는 고객들을 온라인 회원으로 만들고 싶🕔요."</vt:lpstr>
      <vt:lpstr>카카오싱크 활용하기 #2</vt:lpstr>
      <vt:lpstr>카카오싱크 활용하기 #3</vt:lpstr>
      <vt:lpstr>카카오싱크  활용하기 #4</vt:lpstr>
      <vt:lpstr>카카오싱크  활용하기 #5</vt:lpstr>
      <vt:lpstr>카카오싱크  활용하기 #6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준호</cp:lastModifiedBy>
  <cp:revision>26</cp:revision>
  <dcterms:created xsi:type="dcterms:W3CDTF">2025-05-29T02:33:22Z</dcterms:created>
  <dcterms:modified xsi:type="dcterms:W3CDTF">2026-05-20T12:02:27Z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2024-10-29T00:00:00Z</vt:filetime>
  </property>
  <property fmtid="{D5CDD505-2E9C-101B-9397-08002B2CF9AE}" pid="3" name="LastSaved">
    <vt:filetime>2025-05-29T00:00:00Z</vt:filetime>
  </property>
</Properties>
</file>