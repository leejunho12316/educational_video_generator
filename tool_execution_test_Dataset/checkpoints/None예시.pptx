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media/image29.jpg" ContentType="image/jpg"/>
  <Override PartName="/ppt/media/image35.jpg" ContentType="image/jpg"/>
  <Override PartName="/ppt/media/image37.jpg" ContentType="image/jpg"/>
  <Override PartName="/ppt/media/image43.jpg" ContentType="image/jp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6" r:id="rId5"/>
    <p:sldId id="276" r:id="rId6"/>
    <p:sldId id="281" r:id="rId7"/>
    <p:sldId id="282" r:id="rId8"/>
    <p:sldId id="283" r:id="rId9"/>
    <p:sldId id="272" r:id="rId10"/>
    <p:sldId id="284" r:id="rId11"/>
    <p:sldId id="285" r:id="rId12"/>
    <p:sldId id="286" r:id="rId13"/>
    <p:sldId id="259" r:id="rId14"/>
    <p:sldId id="287" r:id="rId15"/>
    <p:sldId id="289" r:id="rId16"/>
    <p:sldId id="308" r:id="rId17"/>
    <p:sldId id="309" r:id="rId18"/>
    <p:sldId id="310" r:id="rId19"/>
    <p:sldId id="264" r:id="rId20"/>
    <p:sldId id="323" r:id="rId21"/>
    <p:sldId id="340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3" autoAdjust="0"/>
    <p:restoredTop sz="94660"/>
  </p:normalViewPr>
  <p:slideViewPr>
    <p:cSldViewPr>
      <p:cViewPr varScale="1">
        <p:scale>
          <a:sx n="80" d="100"/>
          <a:sy n="80" d="100"/>
        </p:scale>
        <p:origin x="68" y="3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25C6E-4C39-45C7-B5D1-9EB6F810BCF1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C146B-A92D-4AF4-BFE0-319D9AB0C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3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299010c487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1299010c487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0400" y="-49800"/>
            <a:ext cx="12292800" cy="6957600"/>
            <a:chOff x="-37800" y="-37350"/>
            <a:chExt cx="9219600" cy="521820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2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2233" y="1292600"/>
            <a:ext cx="7134800" cy="305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 rot="-59659">
            <a:off x="951831" y="4863777"/>
            <a:ext cx="6984252" cy="702496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533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9073433" y="-2041900"/>
            <a:ext cx="4804800" cy="48048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3227733" y="2142967"/>
            <a:ext cx="8490800" cy="84908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70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1"/>
          <p:cNvGrpSpPr/>
          <p:nvPr/>
        </p:nvGrpSpPr>
        <p:grpSpPr>
          <a:xfrm flipH="1">
            <a:off x="-50400" y="-49800"/>
            <a:ext cx="12292800" cy="6957600"/>
            <a:chOff x="-37800" y="-37350"/>
            <a:chExt cx="9219600" cy="5218200"/>
          </a:xfrm>
        </p:grpSpPr>
        <p:pic>
          <p:nvPicPr>
            <p:cNvPr id="77" name="Google Shape;77;p11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1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title" hasCustomPrompt="1"/>
          </p:nvPr>
        </p:nvSpPr>
        <p:spPr>
          <a:xfrm>
            <a:off x="1833867" y="1783333"/>
            <a:ext cx="8524400" cy="20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1"/>
          </p:nvPr>
        </p:nvSpPr>
        <p:spPr>
          <a:xfrm rot="-12251">
            <a:off x="2672546" y="4228336"/>
            <a:ext cx="6846844" cy="462001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/>
          <p:nvPr/>
        </p:nvSpPr>
        <p:spPr>
          <a:xfrm flipH="1">
            <a:off x="-1725833" y="-2277533"/>
            <a:ext cx="4804800" cy="48048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6516133" y="2047733"/>
            <a:ext cx="8490800" cy="84908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31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740" y="1024890"/>
            <a:ext cx="3083560" cy="350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465" y="1381823"/>
            <a:ext cx="10516870" cy="329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georg.wittenburg@inspirient.com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arkce@hanbat.ac.k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9" Type="http://schemas.openxmlformats.org/officeDocument/2006/relationships/image" Target="../media/image94.png"/><Relationship Id="rId21" Type="http://schemas.openxmlformats.org/officeDocument/2006/relationships/image" Target="../media/image76.png"/><Relationship Id="rId34" Type="http://schemas.openxmlformats.org/officeDocument/2006/relationships/image" Target="../media/image89.png"/><Relationship Id="rId42" Type="http://schemas.openxmlformats.org/officeDocument/2006/relationships/image" Target="../media/image97.png"/><Relationship Id="rId47" Type="http://schemas.openxmlformats.org/officeDocument/2006/relationships/image" Target="../media/image102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32" Type="http://schemas.openxmlformats.org/officeDocument/2006/relationships/image" Target="../media/image87.png"/><Relationship Id="rId37" Type="http://schemas.openxmlformats.org/officeDocument/2006/relationships/image" Target="../media/image92.png"/><Relationship Id="rId40" Type="http://schemas.openxmlformats.org/officeDocument/2006/relationships/image" Target="../media/image95.png"/><Relationship Id="rId45" Type="http://schemas.openxmlformats.org/officeDocument/2006/relationships/image" Target="../media/image100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36" Type="http://schemas.openxmlformats.org/officeDocument/2006/relationships/image" Target="../media/image91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4" Type="http://schemas.openxmlformats.org/officeDocument/2006/relationships/image" Target="../media/image99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35" Type="http://schemas.openxmlformats.org/officeDocument/2006/relationships/image" Target="../media/image90.png"/><Relationship Id="rId43" Type="http://schemas.openxmlformats.org/officeDocument/2006/relationships/image" Target="../media/image98.png"/><Relationship Id="rId48" Type="http://schemas.openxmlformats.org/officeDocument/2006/relationships/image" Target="../media/image103.png"/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33" Type="http://schemas.openxmlformats.org/officeDocument/2006/relationships/image" Target="../media/image88.png"/><Relationship Id="rId38" Type="http://schemas.openxmlformats.org/officeDocument/2006/relationships/image" Target="../media/image93.png"/><Relationship Id="rId46" Type="http://schemas.openxmlformats.org/officeDocument/2006/relationships/image" Target="../media/image101.png"/><Relationship Id="rId20" Type="http://schemas.openxmlformats.org/officeDocument/2006/relationships/image" Target="../media/image75.png"/><Relationship Id="rId41" Type="http://schemas.openxmlformats.org/officeDocument/2006/relationships/image" Target="../media/image96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26" Type="http://schemas.openxmlformats.org/officeDocument/2006/relationships/image" Target="../media/image124.png"/><Relationship Id="rId3" Type="http://schemas.openxmlformats.org/officeDocument/2006/relationships/image" Target="../media/image58.png"/><Relationship Id="rId21" Type="http://schemas.openxmlformats.org/officeDocument/2006/relationships/image" Target="../media/image119.png"/><Relationship Id="rId34" Type="http://schemas.openxmlformats.org/officeDocument/2006/relationships/image" Target="../media/image132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5" Type="http://schemas.openxmlformats.org/officeDocument/2006/relationships/image" Target="../media/image123.png"/><Relationship Id="rId33" Type="http://schemas.openxmlformats.org/officeDocument/2006/relationships/image" Target="../media/image131.png"/><Relationship Id="rId2" Type="http://schemas.openxmlformats.org/officeDocument/2006/relationships/image" Target="../media/image57.png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24" Type="http://schemas.openxmlformats.org/officeDocument/2006/relationships/image" Target="../media/image122.png"/><Relationship Id="rId32" Type="http://schemas.openxmlformats.org/officeDocument/2006/relationships/image" Target="../media/image130.png"/><Relationship Id="rId5" Type="http://schemas.openxmlformats.org/officeDocument/2006/relationships/image" Target="../media/image60.png"/><Relationship Id="rId15" Type="http://schemas.openxmlformats.org/officeDocument/2006/relationships/image" Target="../media/image113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10" Type="http://schemas.openxmlformats.org/officeDocument/2006/relationships/image" Target="../media/image108.png"/><Relationship Id="rId19" Type="http://schemas.openxmlformats.org/officeDocument/2006/relationships/image" Target="../media/image117.png"/><Relationship Id="rId31" Type="http://schemas.openxmlformats.org/officeDocument/2006/relationships/image" Target="../media/image129.png"/><Relationship Id="rId4" Type="http://schemas.openxmlformats.org/officeDocument/2006/relationships/image" Target="../media/image59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10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12" Type="http://schemas.openxmlformats.org/officeDocument/2006/relationships/hyperlink" Target="mailto:jerry@oscasia.net" TargetMode="External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hyperlink" Target="mailto:jerry@osckorea.com" TargetMode="External"/><Relationship Id="rId5" Type="http://schemas.openxmlformats.org/officeDocument/2006/relationships/image" Target="../media/image138.png"/><Relationship Id="rId10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3725" y="581023"/>
            <a:ext cx="4838700" cy="627697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42925" y="1341277"/>
            <a:ext cx="546100" cy="193675"/>
            <a:chOff x="542925" y="1341277"/>
            <a:chExt cx="546100" cy="1936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5" y="1341277"/>
              <a:ext cx="147832" cy="1421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079" y="1369580"/>
              <a:ext cx="246384" cy="164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9786" y="1370285"/>
              <a:ext cx="108855" cy="11177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161450" y="1333496"/>
            <a:ext cx="1903730" cy="202565"/>
            <a:chOff x="1161450" y="1333496"/>
            <a:chExt cx="1903730" cy="20256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1450" y="1341277"/>
              <a:ext cx="1431233" cy="1421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21309" y="1334914"/>
              <a:ext cx="29845" cy="147320"/>
            </a:xfrm>
            <a:custGeom>
              <a:avLst/>
              <a:gdLst/>
              <a:ahLst/>
              <a:cxnLst/>
              <a:rect l="l" t="t" r="r" b="b"/>
              <a:pathLst>
                <a:path w="29844" h="147319">
                  <a:moveTo>
                    <a:pt x="29409" y="0"/>
                  </a:moveTo>
                  <a:lnTo>
                    <a:pt x="0" y="0"/>
                  </a:lnTo>
                  <a:lnTo>
                    <a:pt x="0" y="147144"/>
                  </a:lnTo>
                  <a:lnTo>
                    <a:pt x="29409" y="147144"/>
                  </a:lnTo>
                  <a:lnTo>
                    <a:pt x="294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9933" y="1333496"/>
              <a:ext cx="122050" cy="1485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6982" y="1370285"/>
              <a:ext cx="108815" cy="1117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45699" y="1369580"/>
              <a:ext cx="119109" cy="16624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142744" y="1343402"/>
            <a:ext cx="343535" cy="140335"/>
            <a:chOff x="3142744" y="1343402"/>
            <a:chExt cx="343535" cy="140335"/>
          </a:xfrm>
        </p:grpSpPr>
        <p:sp>
          <p:nvSpPr>
            <p:cNvPr id="14" name="object 14"/>
            <p:cNvSpPr/>
            <p:nvPr/>
          </p:nvSpPr>
          <p:spPr>
            <a:xfrm>
              <a:off x="3142744" y="1343402"/>
              <a:ext cx="29209" cy="139065"/>
            </a:xfrm>
            <a:custGeom>
              <a:avLst/>
              <a:gdLst/>
              <a:ahLst/>
              <a:cxnLst/>
              <a:rect l="l" t="t" r="r" b="b"/>
              <a:pathLst>
                <a:path w="29210" h="139065">
                  <a:moveTo>
                    <a:pt x="28723" y="0"/>
                  </a:moveTo>
                  <a:lnTo>
                    <a:pt x="0" y="0"/>
                  </a:lnTo>
                  <a:lnTo>
                    <a:pt x="0" y="138656"/>
                  </a:lnTo>
                  <a:lnTo>
                    <a:pt x="28723" y="138656"/>
                  </a:lnTo>
                  <a:lnTo>
                    <a:pt x="287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0191" y="1370285"/>
              <a:ext cx="108815" cy="11177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29593" y="1369580"/>
              <a:ext cx="156556" cy="113893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0590" y="5912358"/>
            <a:ext cx="1521834" cy="386925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51332" y="2561717"/>
            <a:ext cx="3692525" cy="527685"/>
          </a:xfrm>
          <a:custGeom>
            <a:avLst/>
            <a:gdLst/>
            <a:ahLst/>
            <a:cxnLst/>
            <a:rect l="l" t="t" r="r" b="b"/>
            <a:pathLst>
              <a:path w="3692525" h="527685">
                <a:moveTo>
                  <a:pt x="2110460" y="394081"/>
                </a:moveTo>
                <a:lnTo>
                  <a:pt x="1619224" y="394081"/>
                </a:lnTo>
                <a:lnTo>
                  <a:pt x="1619224" y="450596"/>
                </a:lnTo>
                <a:lnTo>
                  <a:pt x="2110460" y="450596"/>
                </a:lnTo>
                <a:lnTo>
                  <a:pt x="2110460" y="394081"/>
                </a:lnTo>
                <a:close/>
              </a:path>
              <a:path w="3692525" h="527685">
                <a:moveTo>
                  <a:pt x="3517239" y="306832"/>
                </a:moveTo>
                <a:lnTo>
                  <a:pt x="3478338" y="308760"/>
                </a:lnTo>
                <a:lnTo>
                  <a:pt x="3478620" y="308760"/>
                </a:lnTo>
                <a:lnTo>
                  <a:pt x="3444218" y="314547"/>
                </a:lnTo>
                <a:lnTo>
                  <a:pt x="3444398" y="314547"/>
                </a:lnTo>
                <a:lnTo>
                  <a:pt x="3414501" y="324191"/>
                </a:lnTo>
                <a:lnTo>
                  <a:pt x="3414632" y="324191"/>
                </a:lnTo>
                <a:lnTo>
                  <a:pt x="3369141" y="354042"/>
                </a:lnTo>
                <a:lnTo>
                  <a:pt x="3348904" y="386564"/>
                </a:lnTo>
                <a:lnTo>
                  <a:pt x="3342995" y="417068"/>
                </a:lnTo>
                <a:lnTo>
                  <a:pt x="3345898" y="440475"/>
                </a:lnTo>
                <a:lnTo>
                  <a:pt x="3369088" y="480290"/>
                </a:lnTo>
                <a:lnTo>
                  <a:pt x="3414637" y="510032"/>
                </a:lnTo>
                <a:lnTo>
                  <a:pt x="3478593" y="525272"/>
                </a:lnTo>
                <a:lnTo>
                  <a:pt x="3517239" y="527177"/>
                </a:lnTo>
                <a:lnTo>
                  <a:pt x="3555565" y="525272"/>
                </a:lnTo>
                <a:lnTo>
                  <a:pt x="3555846" y="525272"/>
                </a:lnTo>
                <a:lnTo>
                  <a:pt x="3589870" y="519557"/>
                </a:lnTo>
                <a:lnTo>
                  <a:pt x="3590050" y="519557"/>
                </a:lnTo>
                <a:lnTo>
                  <a:pt x="3619792" y="510032"/>
                </a:lnTo>
                <a:lnTo>
                  <a:pt x="3619922" y="510032"/>
                </a:lnTo>
                <a:lnTo>
                  <a:pt x="3645394" y="496697"/>
                </a:lnTo>
                <a:lnTo>
                  <a:pt x="3665972" y="480111"/>
                </a:lnTo>
                <a:lnTo>
                  <a:pt x="3673600" y="470281"/>
                </a:lnTo>
                <a:lnTo>
                  <a:pt x="3517239" y="470281"/>
                </a:lnTo>
                <a:lnTo>
                  <a:pt x="3492688" y="469354"/>
                </a:lnTo>
                <a:lnTo>
                  <a:pt x="3453445" y="461976"/>
                </a:lnTo>
                <a:lnTo>
                  <a:pt x="3419259" y="438499"/>
                </a:lnTo>
                <a:lnTo>
                  <a:pt x="3412718" y="417068"/>
                </a:lnTo>
                <a:lnTo>
                  <a:pt x="3414335" y="405949"/>
                </a:lnTo>
                <a:lnTo>
                  <a:pt x="3453124" y="372066"/>
                </a:lnTo>
                <a:lnTo>
                  <a:pt x="3492470" y="364533"/>
                </a:lnTo>
                <a:lnTo>
                  <a:pt x="3517239" y="363600"/>
                </a:lnTo>
                <a:lnTo>
                  <a:pt x="3673246" y="363600"/>
                </a:lnTo>
                <a:lnTo>
                  <a:pt x="3665972" y="354220"/>
                </a:lnTo>
                <a:lnTo>
                  <a:pt x="3645636" y="337693"/>
                </a:lnTo>
                <a:lnTo>
                  <a:pt x="3620127" y="324191"/>
                </a:lnTo>
                <a:lnTo>
                  <a:pt x="3590248" y="314547"/>
                </a:lnTo>
                <a:lnTo>
                  <a:pt x="3555964" y="308760"/>
                </a:lnTo>
                <a:lnTo>
                  <a:pt x="3517239" y="306832"/>
                </a:lnTo>
                <a:close/>
              </a:path>
              <a:path w="3692525" h="527685">
                <a:moveTo>
                  <a:pt x="3673246" y="363600"/>
                </a:moveTo>
                <a:lnTo>
                  <a:pt x="3517239" y="363600"/>
                </a:lnTo>
                <a:lnTo>
                  <a:pt x="3541882" y="364533"/>
                </a:lnTo>
                <a:lnTo>
                  <a:pt x="3563258" y="367347"/>
                </a:lnTo>
                <a:lnTo>
                  <a:pt x="3607608" y="386564"/>
                </a:lnTo>
                <a:lnTo>
                  <a:pt x="3622395" y="417068"/>
                </a:lnTo>
                <a:lnTo>
                  <a:pt x="3620730" y="428331"/>
                </a:lnTo>
                <a:lnTo>
                  <a:pt x="3581015" y="461976"/>
                </a:lnTo>
                <a:lnTo>
                  <a:pt x="3541720" y="469354"/>
                </a:lnTo>
                <a:lnTo>
                  <a:pt x="3517239" y="470281"/>
                </a:lnTo>
                <a:lnTo>
                  <a:pt x="3673600" y="470281"/>
                </a:lnTo>
                <a:lnTo>
                  <a:pt x="3680374" y="461549"/>
                </a:lnTo>
                <a:lnTo>
                  <a:pt x="3680498" y="461391"/>
                </a:lnTo>
                <a:lnTo>
                  <a:pt x="3689175" y="440475"/>
                </a:lnTo>
                <a:lnTo>
                  <a:pt x="3689448" y="438499"/>
                </a:lnTo>
                <a:lnTo>
                  <a:pt x="3692118" y="417068"/>
                </a:lnTo>
                <a:lnTo>
                  <a:pt x="3689213" y="393896"/>
                </a:lnTo>
                <a:lnTo>
                  <a:pt x="3680498" y="372951"/>
                </a:lnTo>
                <a:lnTo>
                  <a:pt x="3673246" y="363600"/>
                </a:lnTo>
                <a:close/>
              </a:path>
              <a:path w="3692525" h="527685">
                <a:moveTo>
                  <a:pt x="683971" y="361950"/>
                </a:moveTo>
                <a:lnTo>
                  <a:pt x="614819" y="361950"/>
                </a:lnTo>
                <a:lnTo>
                  <a:pt x="614819" y="506857"/>
                </a:lnTo>
                <a:lnTo>
                  <a:pt x="968857" y="506857"/>
                </a:lnTo>
                <a:lnTo>
                  <a:pt x="968857" y="448945"/>
                </a:lnTo>
                <a:lnTo>
                  <a:pt x="683971" y="448945"/>
                </a:lnTo>
                <a:lnTo>
                  <a:pt x="683971" y="361950"/>
                </a:lnTo>
                <a:close/>
              </a:path>
              <a:path w="3692525" h="527685">
                <a:moveTo>
                  <a:pt x="2342489" y="333121"/>
                </a:moveTo>
                <a:lnTo>
                  <a:pt x="2273528" y="333121"/>
                </a:lnTo>
                <a:lnTo>
                  <a:pt x="2273528" y="510921"/>
                </a:lnTo>
                <a:lnTo>
                  <a:pt x="2625318" y="510921"/>
                </a:lnTo>
                <a:lnTo>
                  <a:pt x="2625318" y="453009"/>
                </a:lnTo>
                <a:lnTo>
                  <a:pt x="2342489" y="453009"/>
                </a:lnTo>
                <a:lnTo>
                  <a:pt x="2342489" y="333121"/>
                </a:lnTo>
                <a:close/>
              </a:path>
              <a:path w="3692525" h="527685">
                <a:moveTo>
                  <a:pt x="2615158" y="0"/>
                </a:moveTo>
                <a:lnTo>
                  <a:pt x="2547721" y="0"/>
                </a:lnTo>
                <a:lnTo>
                  <a:pt x="2547721" y="149606"/>
                </a:lnTo>
                <a:lnTo>
                  <a:pt x="2422880" y="149606"/>
                </a:lnTo>
                <a:lnTo>
                  <a:pt x="2422880" y="207391"/>
                </a:lnTo>
                <a:lnTo>
                  <a:pt x="2547721" y="207391"/>
                </a:lnTo>
                <a:lnTo>
                  <a:pt x="2547721" y="378713"/>
                </a:lnTo>
                <a:lnTo>
                  <a:pt x="2615158" y="378713"/>
                </a:lnTo>
                <a:lnTo>
                  <a:pt x="2615158" y="0"/>
                </a:lnTo>
                <a:close/>
              </a:path>
              <a:path w="3692525" h="527685">
                <a:moveTo>
                  <a:pt x="2394997" y="184912"/>
                </a:moveTo>
                <a:lnTo>
                  <a:pt x="2314422" y="184912"/>
                </a:lnTo>
                <a:lnTo>
                  <a:pt x="2278630" y="217560"/>
                </a:lnTo>
                <a:lnTo>
                  <a:pt x="2242302" y="244459"/>
                </a:lnTo>
                <a:lnTo>
                  <a:pt x="2205426" y="265618"/>
                </a:lnTo>
                <a:lnTo>
                  <a:pt x="2167991" y="281050"/>
                </a:lnTo>
                <a:lnTo>
                  <a:pt x="2215108" y="330327"/>
                </a:lnTo>
                <a:lnTo>
                  <a:pt x="2262898" y="305107"/>
                </a:lnTo>
                <a:lnTo>
                  <a:pt x="2306056" y="276304"/>
                </a:lnTo>
                <a:lnTo>
                  <a:pt x="2344571" y="243905"/>
                </a:lnTo>
                <a:lnTo>
                  <a:pt x="2378430" y="207899"/>
                </a:lnTo>
                <a:lnTo>
                  <a:pt x="2394997" y="184912"/>
                </a:lnTo>
                <a:close/>
              </a:path>
              <a:path w="3692525" h="527685">
                <a:moveTo>
                  <a:pt x="2452217" y="34290"/>
                </a:moveTo>
                <a:lnTo>
                  <a:pt x="2198090" y="34290"/>
                </a:lnTo>
                <a:lnTo>
                  <a:pt x="2198090" y="92202"/>
                </a:lnTo>
                <a:lnTo>
                  <a:pt x="2369032" y="92202"/>
                </a:lnTo>
                <a:lnTo>
                  <a:pt x="2366177" y="101228"/>
                </a:lnTo>
                <a:lnTo>
                  <a:pt x="2362761" y="110410"/>
                </a:lnTo>
                <a:lnTo>
                  <a:pt x="2358799" y="119759"/>
                </a:lnTo>
                <a:lnTo>
                  <a:pt x="2354300" y="129286"/>
                </a:lnTo>
                <a:lnTo>
                  <a:pt x="2164943" y="141605"/>
                </a:lnTo>
                <a:lnTo>
                  <a:pt x="2190216" y="198882"/>
                </a:lnTo>
                <a:lnTo>
                  <a:pt x="2314422" y="184912"/>
                </a:lnTo>
                <a:lnTo>
                  <a:pt x="2394997" y="184912"/>
                </a:lnTo>
                <a:lnTo>
                  <a:pt x="2406694" y="168681"/>
                </a:lnTo>
                <a:lnTo>
                  <a:pt x="2428420" y="126666"/>
                </a:lnTo>
                <a:lnTo>
                  <a:pt x="2443599" y="81865"/>
                </a:lnTo>
                <a:lnTo>
                  <a:pt x="2452217" y="34290"/>
                </a:lnTo>
                <a:close/>
              </a:path>
              <a:path w="3692525" h="527685">
                <a:moveTo>
                  <a:pt x="3148558" y="286512"/>
                </a:moveTo>
                <a:lnTo>
                  <a:pt x="2806166" y="286512"/>
                </a:lnTo>
                <a:lnTo>
                  <a:pt x="2806166" y="344424"/>
                </a:lnTo>
                <a:lnTo>
                  <a:pt x="3081121" y="344424"/>
                </a:lnTo>
                <a:lnTo>
                  <a:pt x="3081121" y="376428"/>
                </a:lnTo>
                <a:lnTo>
                  <a:pt x="2806166" y="376428"/>
                </a:lnTo>
                <a:lnTo>
                  <a:pt x="2806166" y="520827"/>
                </a:lnTo>
                <a:lnTo>
                  <a:pt x="3162020" y="520827"/>
                </a:lnTo>
                <a:lnTo>
                  <a:pt x="3162020" y="463169"/>
                </a:lnTo>
                <a:lnTo>
                  <a:pt x="2874238" y="463169"/>
                </a:lnTo>
                <a:lnTo>
                  <a:pt x="2874238" y="429387"/>
                </a:lnTo>
                <a:lnTo>
                  <a:pt x="3148558" y="429387"/>
                </a:lnTo>
                <a:lnTo>
                  <a:pt x="3148558" y="286512"/>
                </a:lnTo>
                <a:close/>
              </a:path>
              <a:path w="3692525" h="527685">
                <a:moveTo>
                  <a:pt x="1567535" y="399542"/>
                </a:moveTo>
                <a:lnTo>
                  <a:pt x="1076299" y="399542"/>
                </a:lnTo>
                <a:lnTo>
                  <a:pt x="1076299" y="456311"/>
                </a:lnTo>
                <a:lnTo>
                  <a:pt x="1567535" y="456311"/>
                </a:lnTo>
                <a:lnTo>
                  <a:pt x="1567535" y="399542"/>
                </a:lnTo>
                <a:close/>
              </a:path>
              <a:path w="3692525" h="527685">
                <a:moveTo>
                  <a:pt x="1356207" y="278765"/>
                </a:moveTo>
                <a:lnTo>
                  <a:pt x="1287119" y="278765"/>
                </a:lnTo>
                <a:lnTo>
                  <a:pt x="1287119" y="399542"/>
                </a:lnTo>
                <a:lnTo>
                  <a:pt x="1356207" y="399542"/>
                </a:lnTo>
                <a:lnTo>
                  <a:pt x="1356207" y="278765"/>
                </a:lnTo>
                <a:close/>
              </a:path>
              <a:path w="3692525" h="527685">
                <a:moveTo>
                  <a:pt x="1356715" y="34290"/>
                </a:moveTo>
                <a:lnTo>
                  <a:pt x="1287119" y="34290"/>
                </a:lnTo>
                <a:lnTo>
                  <a:pt x="1287119" y="73533"/>
                </a:lnTo>
                <a:lnTo>
                  <a:pt x="1284007" y="95849"/>
                </a:lnTo>
                <a:lnTo>
                  <a:pt x="1258616" y="143005"/>
                </a:lnTo>
                <a:lnTo>
                  <a:pt x="1208296" y="189513"/>
                </a:lnTo>
                <a:lnTo>
                  <a:pt x="1174883" y="208438"/>
                </a:lnTo>
                <a:lnTo>
                  <a:pt x="1135898" y="223940"/>
                </a:lnTo>
                <a:lnTo>
                  <a:pt x="1091412" y="235966"/>
                </a:lnTo>
                <a:lnTo>
                  <a:pt x="1131544" y="289560"/>
                </a:lnTo>
                <a:lnTo>
                  <a:pt x="1188202" y="269160"/>
                </a:lnTo>
                <a:lnTo>
                  <a:pt x="1241907" y="238760"/>
                </a:lnTo>
                <a:lnTo>
                  <a:pt x="1287945" y="202088"/>
                </a:lnTo>
                <a:lnTo>
                  <a:pt x="1321409" y="162941"/>
                </a:lnTo>
                <a:lnTo>
                  <a:pt x="1403915" y="162941"/>
                </a:lnTo>
                <a:lnTo>
                  <a:pt x="1385219" y="142434"/>
                </a:lnTo>
                <a:lnTo>
                  <a:pt x="1369383" y="118808"/>
                </a:lnTo>
                <a:lnTo>
                  <a:pt x="1359882" y="95849"/>
                </a:lnTo>
                <a:lnTo>
                  <a:pt x="1356715" y="73533"/>
                </a:lnTo>
                <a:lnTo>
                  <a:pt x="1356715" y="34290"/>
                </a:lnTo>
                <a:close/>
              </a:path>
              <a:path w="3692525" h="527685">
                <a:moveTo>
                  <a:pt x="1403915" y="162941"/>
                </a:moveTo>
                <a:lnTo>
                  <a:pt x="1321409" y="162941"/>
                </a:lnTo>
                <a:lnTo>
                  <a:pt x="1336721" y="182209"/>
                </a:lnTo>
                <a:lnTo>
                  <a:pt x="1376916" y="219269"/>
                </a:lnTo>
                <a:lnTo>
                  <a:pt x="1428496" y="253491"/>
                </a:lnTo>
                <a:lnTo>
                  <a:pt x="1483221" y="279400"/>
                </a:lnTo>
                <a:lnTo>
                  <a:pt x="1511274" y="288925"/>
                </a:lnTo>
                <a:lnTo>
                  <a:pt x="1551279" y="235966"/>
                </a:lnTo>
                <a:lnTo>
                  <a:pt x="1507347" y="224133"/>
                </a:lnTo>
                <a:lnTo>
                  <a:pt x="1468713" y="208645"/>
                </a:lnTo>
                <a:lnTo>
                  <a:pt x="1435390" y="189513"/>
                </a:lnTo>
                <a:lnTo>
                  <a:pt x="1407388" y="166750"/>
                </a:lnTo>
                <a:lnTo>
                  <a:pt x="1403915" y="162941"/>
                </a:lnTo>
                <a:close/>
              </a:path>
              <a:path w="3692525" h="527685">
                <a:moveTo>
                  <a:pt x="1034135" y="277113"/>
                </a:moveTo>
                <a:lnTo>
                  <a:pt x="542925" y="277113"/>
                </a:lnTo>
                <a:lnTo>
                  <a:pt x="542925" y="335025"/>
                </a:lnTo>
                <a:lnTo>
                  <a:pt x="1034135" y="335025"/>
                </a:lnTo>
                <a:lnTo>
                  <a:pt x="1034135" y="277113"/>
                </a:lnTo>
                <a:close/>
              </a:path>
              <a:path w="3692525" h="527685">
                <a:moveTo>
                  <a:pt x="983589" y="178054"/>
                </a:moveTo>
                <a:lnTo>
                  <a:pt x="592874" y="178054"/>
                </a:lnTo>
                <a:lnTo>
                  <a:pt x="592874" y="235458"/>
                </a:lnTo>
                <a:lnTo>
                  <a:pt x="983589" y="235458"/>
                </a:lnTo>
                <a:lnTo>
                  <a:pt x="983589" y="178054"/>
                </a:lnTo>
                <a:close/>
              </a:path>
              <a:path w="3692525" h="527685">
                <a:moveTo>
                  <a:pt x="728446" y="94361"/>
                </a:moveTo>
                <a:lnTo>
                  <a:pt x="660374" y="94361"/>
                </a:lnTo>
                <a:lnTo>
                  <a:pt x="665314" y="178054"/>
                </a:lnTo>
                <a:lnTo>
                  <a:pt x="732256" y="178054"/>
                </a:lnTo>
                <a:lnTo>
                  <a:pt x="728446" y="94361"/>
                </a:lnTo>
                <a:close/>
              </a:path>
              <a:path w="3692525" h="527685">
                <a:moveTo>
                  <a:pt x="916660" y="94361"/>
                </a:moveTo>
                <a:lnTo>
                  <a:pt x="848588" y="94361"/>
                </a:lnTo>
                <a:lnTo>
                  <a:pt x="844270" y="178054"/>
                </a:lnTo>
                <a:lnTo>
                  <a:pt x="911707" y="178054"/>
                </a:lnTo>
                <a:lnTo>
                  <a:pt x="916660" y="94361"/>
                </a:lnTo>
                <a:close/>
              </a:path>
              <a:path w="3692525" h="527685">
                <a:moveTo>
                  <a:pt x="491185" y="399542"/>
                </a:moveTo>
                <a:lnTo>
                  <a:pt x="0" y="399542"/>
                </a:lnTo>
                <a:lnTo>
                  <a:pt x="0" y="456311"/>
                </a:lnTo>
                <a:lnTo>
                  <a:pt x="491185" y="456311"/>
                </a:lnTo>
                <a:lnTo>
                  <a:pt x="491185" y="399542"/>
                </a:lnTo>
                <a:close/>
              </a:path>
              <a:path w="3692525" h="527685">
                <a:moveTo>
                  <a:pt x="245592" y="35941"/>
                </a:moveTo>
                <a:lnTo>
                  <a:pt x="173183" y="45069"/>
                </a:lnTo>
                <a:lnTo>
                  <a:pt x="114566" y="72390"/>
                </a:lnTo>
                <a:lnTo>
                  <a:pt x="75772" y="115570"/>
                </a:lnTo>
                <a:lnTo>
                  <a:pt x="62839" y="172085"/>
                </a:lnTo>
                <a:lnTo>
                  <a:pt x="65301" y="198133"/>
                </a:lnTo>
                <a:lnTo>
                  <a:pt x="84994" y="243040"/>
                </a:lnTo>
                <a:lnTo>
                  <a:pt x="123770" y="277872"/>
                </a:lnTo>
                <a:lnTo>
                  <a:pt x="178029" y="300057"/>
                </a:lnTo>
                <a:lnTo>
                  <a:pt x="210743" y="306197"/>
                </a:lnTo>
                <a:lnTo>
                  <a:pt x="210743" y="399542"/>
                </a:lnTo>
                <a:lnTo>
                  <a:pt x="279895" y="399542"/>
                </a:lnTo>
                <a:lnTo>
                  <a:pt x="279895" y="306197"/>
                </a:lnTo>
                <a:lnTo>
                  <a:pt x="312385" y="300388"/>
                </a:lnTo>
                <a:lnTo>
                  <a:pt x="341256" y="291163"/>
                </a:lnTo>
                <a:lnTo>
                  <a:pt x="366511" y="278532"/>
                </a:lnTo>
                <a:lnTo>
                  <a:pt x="388150" y="262509"/>
                </a:lnTo>
                <a:lnTo>
                  <a:pt x="398118" y="251587"/>
                </a:lnTo>
                <a:lnTo>
                  <a:pt x="245592" y="251587"/>
                </a:lnTo>
                <a:lnTo>
                  <a:pt x="221010" y="250273"/>
                </a:lnTo>
                <a:lnTo>
                  <a:pt x="179920" y="239692"/>
                </a:lnTo>
                <a:lnTo>
                  <a:pt x="140665" y="205136"/>
                </a:lnTo>
                <a:lnTo>
                  <a:pt x="133083" y="172085"/>
                </a:lnTo>
                <a:lnTo>
                  <a:pt x="134978" y="154749"/>
                </a:lnTo>
                <a:lnTo>
                  <a:pt x="163410" y="114173"/>
                </a:lnTo>
                <a:lnTo>
                  <a:pt x="199120" y="98107"/>
                </a:lnTo>
                <a:lnTo>
                  <a:pt x="245592" y="92710"/>
                </a:lnTo>
                <a:lnTo>
                  <a:pt x="398894" y="92710"/>
                </a:lnTo>
                <a:lnTo>
                  <a:pt x="398626" y="92325"/>
                </a:lnTo>
                <a:lnTo>
                  <a:pt x="375932" y="72390"/>
                </a:lnTo>
                <a:lnTo>
                  <a:pt x="348341" y="56461"/>
                </a:lnTo>
                <a:lnTo>
                  <a:pt x="317420" y="45069"/>
                </a:lnTo>
                <a:lnTo>
                  <a:pt x="283171" y="38225"/>
                </a:lnTo>
                <a:lnTo>
                  <a:pt x="245592" y="35941"/>
                </a:lnTo>
                <a:close/>
              </a:path>
              <a:path w="3692525" h="527685">
                <a:moveTo>
                  <a:pt x="398894" y="92710"/>
                </a:moveTo>
                <a:lnTo>
                  <a:pt x="245592" y="92710"/>
                </a:lnTo>
                <a:lnTo>
                  <a:pt x="270157" y="94063"/>
                </a:lnTo>
                <a:lnTo>
                  <a:pt x="291998" y="98107"/>
                </a:lnTo>
                <a:lnTo>
                  <a:pt x="327507" y="114173"/>
                </a:lnTo>
                <a:lnTo>
                  <a:pt x="355666" y="154749"/>
                </a:lnTo>
                <a:lnTo>
                  <a:pt x="357543" y="172085"/>
                </a:lnTo>
                <a:lnTo>
                  <a:pt x="355623" y="189587"/>
                </a:lnTo>
                <a:lnTo>
                  <a:pt x="327367" y="230250"/>
                </a:lnTo>
                <a:lnTo>
                  <a:pt x="291646" y="246316"/>
                </a:lnTo>
                <a:lnTo>
                  <a:pt x="291482" y="246316"/>
                </a:lnTo>
                <a:lnTo>
                  <a:pt x="269940" y="250273"/>
                </a:lnTo>
                <a:lnTo>
                  <a:pt x="269684" y="250273"/>
                </a:lnTo>
                <a:lnTo>
                  <a:pt x="245592" y="251587"/>
                </a:lnTo>
                <a:lnTo>
                  <a:pt x="398118" y="251587"/>
                </a:lnTo>
                <a:lnTo>
                  <a:pt x="405494" y="243504"/>
                </a:lnTo>
                <a:lnTo>
                  <a:pt x="417885" y="222107"/>
                </a:lnTo>
                <a:lnTo>
                  <a:pt x="425320" y="198304"/>
                </a:lnTo>
                <a:lnTo>
                  <a:pt x="427799" y="172085"/>
                </a:lnTo>
                <a:lnTo>
                  <a:pt x="424558" y="142148"/>
                </a:lnTo>
                <a:lnTo>
                  <a:pt x="414834" y="115570"/>
                </a:lnTo>
                <a:lnTo>
                  <a:pt x="398894" y="92710"/>
                </a:lnTo>
                <a:close/>
              </a:path>
              <a:path w="3692525" h="527685">
                <a:moveTo>
                  <a:pt x="1899640" y="34290"/>
                </a:moveTo>
                <a:lnTo>
                  <a:pt x="1830044" y="34290"/>
                </a:lnTo>
                <a:lnTo>
                  <a:pt x="1830044" y="73533"/>
                </a:lnTo>
                <a:lnTo>
                  <a:pt x="1826932" y="95849"/>
                </a:lnTo>
                <a:lnTo>
                  <a:pt x="1801541" y="143005"/>
                </a:lnTo>
                <a:lnTo>
                  <a:pt x="1751221" y="189513"/>
                </a:lnTo>
                <a:lnTo>
                  <a:pt x="1717808" y="208438"/>
                </a:lnTo>
                <a:lnTo>
                  <a:pt x="1678823" y="223940"/>
                </a:lnTo>
                <a:lnTo>
                  <a:pt x="1634337" y="235966"/>
                </a:lnTo>
                <a:lnTo>
                  <a:pt x="1674469" y="289560"/>
                </a:lnTo>
                <a:lnTo>
                  <a:pt x="1731127" y="269160"/>
                </a:lnTo>
                <a:lnTo>
                  <a:pt x="1784832" y="238760"/>
                </a:lnTo>
                <a:lnTo>
                  <a:pt x="1830870" y="202088"/>
                </a:lnTo>
                <a:lnTo>
                  <a:pt x="1864334" y="162941"/>
                </a:lnTo>
                <a:lnTo>
                  <a:pt x="1946840" y="162941"/>
                </a:lnTo>
                <a:lnTo>
                  <a:pt x="1928144" y="142434"/>
                </a:lnTo>
                <a:lnTo>
                  <a:pt x="1912308" y="118808"/>
                </a:lnTo>
                <a:lnTo>
                  <a:pt x="1902807" y="95849"/>
                </a:lnTo>
                <a:lnTo>
                  <a:pt x="1899640" y="73533"/>
                </a:lnTo>
                <a:lnTo>
                  <a:pt x="1899640" y="34290"/>
                </a:lnTo>
                <a:close/>
              </a:path>
              <a:path w="3692525" h="527685">
                <a:moveTo>
                  <a:pt x="1946840" y="162941"/>
                </a:moveTo>
                <a:lnTo>
                  <a:pt x="1864334" y="162941"/>
                </a:lnTo>
                <a:lnTo>
                  <a:pt x="1879646" y="182209"/>
                </a:lnTo>
                <a:lnTo>
                  <a:pt x="1919841" y="219269"/>
                </a:lnTo>
                <a:lnTo>
                  <a:pt x="1971421" y="253491"/>
                </a:lnTo>
                <a:lnTo>
                  <a:pt x="2026146" y="279400"/>
                </a:lnTo>
                <a:lnTo>
                  <a:pt x="2054199" y="288925"/>
                </a:lnTo>
                <a:lnTo>
                  <a:pt x="2094204" y="235966"/>
                </a:lnTo>
                <a:lnTo>
                  <a:pt x="2050272" y="224133"/>
                </a:lnTo>
                <a:lnTo>
                  <a:pt x="2011638" y="208645"/>
                </a:lnTo>
                <a:lnTo>
                  <a:pt x="1978315" y="189513"/>
                </a:lnTo>
                <a:lnTo>
                  <a:pt x="1950313" y="166750"/>
                </a:lnTo>
                <a:lnTo>
                  <a:pt x="1946840" y="162941"/>
                </a:lnTo>
                <a:close/>
              </a:path>
              <a:path w="3692525" h="527685">
                <a:moveTo>
                  <a:pt x="3534638" y="24637"/>
                </a:moveTo>
                <a:lnTo>
                  <a:pt x="3273399" y="24637"/>
                </a:lnTo>
                <a:lnTo>
                  <a:pt x="3273399" y="289560"/>
                </a:lnTo>
                <a:lnTo>
                  <a:pt x="3339189" y="289256"/>
                </a:lnTo>
                <a:lnTo>
                  <a:pt x="3399852" y="288348"/>
                </a:lnTo>
                <a:lnTo>
                  <a:pt x="3455383" y="286844"/>
                </a:lnTo>
                <a:lnTo>
                  <a:pt x="3505775" y="284748"/>
                </a:lnTo>
                <a:lnTo>
                  <a:pt x="3551021" y="282067"/>
                </a:lnTo>
                <a:lnTo>
                  <a:pt x="3547830" y="232156"/>
                </a:lnTo>
                <a:lnTo>
                  <a:pt x="3341344" y="232156"/>
                </a:lnTo>
                <a:lnTo>
                  <a:pt x="3341344" y="184404"/>
                </a:lnTo>
                <a:lnTo>
                  <a:pt x="3513175" y="184404"/>
                </a:lnTo>
                <a:lnTo>
                  <a:pt x="3513175" y="129794"/>
                </a:lnTo>
                <a:lnTo>
                  <a:pt x="3341344" y="129794"/>
                </a:lnTo>
                <a:lnTo>
                  <a:pt x="3341344" y="82042"/>
                </a:lnTo>
                <a:lnTo>
                  <a:pt x="3534638" y="82042"/>
                </a:lnTo>
                <a:lnTo>
                  <a:pt x="3534638" y="24637"/>
                </a:lnTo>
                <a:close/>
              </a:path>
              <a:path w="3692525" h="527685">
                <a:moveTo>
                  <a:pt x="3547465" y="226441"/>
                </a:moveTo>
                <a:lnTo>
                  <a:pt x="3507722" y="228941"/>
                </a:lnTo>
                <a:lnTo>
                  <a:pt x="3460121" y="230727"/>
                </a:lnTo>
                <a:lnTo>
                  <a:pt x="3404662" y="231798"/>
                </a:lnTo>
                <a:lnTo>
                  <a:pt x="3341344" y="232156"/>
                </a:lnTo>
                <a:lnTo>
                  <a:pt x="3547830" y="232156"/>
                </a:lnTo>
                <a:lnTo>
                  <a:pt x="3547465" y="226441"/>
                </a:lnTo>
                <a:close/>
              </a:path>
              <a:path w="3692525" h="527685">
                <a:moveTo>
                  <a:pt x="977366" y="22479"/>
                </a:moveTo>
                <a:lnTo>
                  <a:pt x="599732" y="22479"/>
                </a:lnTo>
                <a:lnTo>
                  <a:pt x="599732" y="80391"/>
                </a:lnTo>
                <a:lnTo>
                  <a:pt x="977366" y="80391"/>
                </a:lnTo>
                <a:lnTo>
                  <a:pt x="977366" y="22479"/>
                </a:lnTo>
                <a:close/>
              </a:path>
              <a:path w="3692525" h="527685">
                <a:moveTo>
                  <a:pt x="2885414" y="11303"/>
                </a:moveTo>
                <a:lnTo>
                  <a:pt x="2819374" y="11303"/>
                </a:lnTo>
                <a:lnTo>
                  <a:pt x="2819374" y="61213"/>
                </a:lnTo>
                <a:lnTo>
                  <a:pt x="2817183" y="86528"/>
                </a:lnTo>
                <a:lnTo>
                  <a:pt x="2799657" y="134205"/>
                </a:lnTo>
                <a:lnTo>
                  <a:pt x="2765203" y="177353"/>
                </a:lnTo>
                <a:lnTo>
                  <a:pt x="2716867" y="212544"/>
                </a:lnTo>
                <a:lnTo>
                  <a:pt x="2687675" y="226949"/>
                </a:lnTo>
                <a:lnTo>
                  <a:pt x="2733776" y="274193"/>
                </a:lnTo>
                <a:lnTo>
                  <a:pt x="2769384" y="253047"/>
                </a:lnTo>
                <a:lnTo>
                  <a:pt x="2804515" y="223900"/>
                </a:lnTo>
                <a:lnTo>
                  <a:pt x="2834503" y="191690"/>
                </a:lnTo>
                <a:lnTo>
                  <a:pt x="2854680" y="161290"/>
                </a:lnTo>
                <a:lnTo>
                  <a:pt x="2933964" y="161290"/>
                </a:lnTo>
                <a:lnTo>
                  <a:pt x="2906524" y="129597"/>
                </a:lnTo>
                <a:lnTo>
                  <a:pt x="2887768" y="84881"/>
                </a:lnTo>
                <a:lnTo>
                  <a:pt x="2885414" y="61213"/>
                </a:lnTo>
                <a:lnTo>
                  <a:pt x="2885414" y="11303"/>
                </a:lnTo>
                <a:close/>
              </a:path>
              <a:path w="3692525" h="527685">
                <a:moveTo>
                  <a:pt x="3148558" y="0"/>
                </a:moveTo>
                <a:lnTo>
                  <a:pt x="3081121" y="0"/>
                </a:lnTo>
                <a:lnTo>
                  <a:pt x="3081121" y="82042"/>
                </a:lnTo>
                <a:lnTo>
                  <a:pt x="2968599" y="82042"/>
                </a:lnTo>
                <a:lnTo>
                  <a:pt x="2968599" y="137795"/>
                </a:lnTo>
                <a:lnTo>
                  <a:pt x="3081121" y="137795"/>
                </a:lnTo>
                <a:lnTo>
                  <a:pt x="3081121" y="265938"/>
                </a:lnTo>
                <a:lnTo>
                  <a:pt x="3148558" y="265938"/>
                </a:lnTo>
                <a:lnTo>
                  <a:pt x="3148558" y="0"/>
                </a:lnTo>
                <a:close/>
              </a:path>
              <a:path w="3692525" h="527685">
                <a:moveTo>
                  <a:pt x="2933964" y="161290"/>
                </a:moveTo>
                <a:lnTo>
                  <a:pt x="2854680" y="161290"/>
                </a:lnTo>
                <a:lnTo>
                  <a:pt x="2876304" y="188479"/>
                </a:lnTo>
                <a:lnTo>
                  <a:pt x="2903273" y="214026"/>
                </a:lnTo>
                <a:lnTo>
                  <a:pt x="2935601" y="237906"/>
                </a:lnTo>
                <a:lnTo>
                  <a:pt x="2973298" y="260096"/>
                </a:lnTo>
                <a:lnTo>
                  <a:pt x="3014192" y="208025"/>
                </a:lnTo>
                <a:lnTo>
                  <a:pt x="2988280" y="198360"/>
                </a:lnTo>
                <a:lnTo>
                  <a:pt x="2964440" y="185562"/>
                </a:lnTo>
                <a:lnTo>
                  <a:pt x="2942647" y="169646"/>
                </a:lnTo>
                <a:lnTo>
                  <a:pt x="2933964" y="161290"/>
                </a:lnTo>
                <a:close/>
              </a:path>
              <a:path w="3692525" h="527685">
                <a:moveTo>
                  <a:pt x="3683609" y="0"/>
                </a:moveTo>
                <a:lnTo>
                  <a:pt x="3616045" y="0"/>
                </a:lnTo>
                <a:lnTo>
                  <a:pt x="3616045" y="299593"/>
                </a:lnTo>
                <a:lnTo>
                  <a:pt x="3683609" y="299593"/>
                </a:lnTo>
                <a:lnTo>
                  <a:pt x="368360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5260" y="3706097"/>
            <a:ext cx="154305" cy="55244"/>
          </a:xfrm>
          <a:custGeom>
            <a:avLst/>
            <a:gdLst/>
            <a:ahLst/>
            <a:cxnLst/>
            <a:rect l="l" t="t" r="r" b="b"/>
            <a:pathLst>
              <a:path w="154305" h="55245">
                <a:moveTo>
                  <a:pt x="153936" y="0"/>
                </a:moveTo>
                <a:lnTo>
                  <a:pt x="0" y="0"/>
                </a:lnTo>
                <a:lnTo>
                  <a:pt x="0" y="54880"/>
                </a:lnTo>
                <a:lnTo>
                  <a:pt x="153936" y="54880"/>
                </a:lnTo>
                <a:lnTo>
                  <a:pt x="1539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817370" y="3516757"/>
            <a:ext cx="2507615" cy="472440"/>
            <a:chOff x="1817370" y="3516757"/>
            <a:chExt cx="2507615" cy="472440"/>
          </a:xfrm>
        </p:grpSpPr>
        <p:sp>
          <p:nvSpPr>
            <p:cNvPr id="21" name="object 21"/>
            <p:cNvSpPr/>
            <p:nvPr/>
          </p:nvSpPr>
          <p:spPr>
            <a:xfrm>
              <a:off x="1817370" y="3527932"/>
              <a:ext cx="774065" cy="368300"/>
            </a:xfrm>
            <a:custGeom>
              <a:avLst/>
              <a:gdLst/>
              <a:ahLst/>
              <a:cxnLst/>
              <a:rect l="l" t="t" r="r" b="b"/>
              <a:pathLst>
                <a:path w="774064" h="368300">
                  <a:moveTo>
                    <a:pt x="336169" y="179832"/>
                  </a:moveTo>
                  <a:lnTo>
                    <a:pt x="333514" y="136779"/>
                  </a:lnTo>
                  <a:lnTo>
                    <a:pt x="319722" y="83604"/>
                  </a:lnTo>
                  <a:lnTo>
                    <a:pt x="306451" y="59309"/>
                  </a:lnTo>
                  <a:lnTo>
                    <a:pt x="304063" y="55549"/>
                  </a:lnTo>
                  <a:lnTo>
                    <a:pt x="294386" y="43700"/>
                  </a:lnTo>
                  <a:lnTo>
                    <a:pt x="283362" y="33286"/>
                  </a:lnTo>
                  <a:lnTo>
                    <a:pt x="271056" y="24345"/>
                  </a:lnTo>
                  <a:lnTo>
                    <a:pt x="260413" y="18465"/>
                  </a:lnTo>
                  <a:lnTo>
                    <a:pt x="260413" y="186055"/>
                  </a:lnTo>
                  <a:lnTo>
                    <a:pt x="260184" y="196227"/>
                  </a:lnTo>
                  <a:lnTo>
                    <a:pt x="253225" y="242760"/>
                  </a:lnTo>
                  <a:lnTo>
                    <a:pt x="234467" y="279501"/>
                  </a:lnTo>
                  <a:lnTo>
                    <a:pt x="202145" y="302666"/>
                  </a:lnTo>
                  <a:lnTo>
                    <a:pt x="179451" y="307695"/>
                  </a:lnTo>
                  <a:lnTo>
                    <a:pt x="178396" y="307695"/>
                  </a:lnTo>
                  <a:lnTo>
                    <a:pt x="167132" y="308229"/>
                  </a:lnTo>
                  <a:lnTo>
                    <a:pt x="122936" y="299593"/>
                  </a:lnTo>
                  <a:lnTo>
                    <a:pt x="90131" y="265836"/>
                  </a:lnTo>
                  <a:lnTo>
                    <a:pt x="78219" y="222846"/>
                  </a:lnTo>
                  <a:lnTo>
                    <a:pt x="75869" y="179832"/>
                  </a:lnTo>
                  <a:lnTo>
                    <a:pt x="76098" y="170192"/>
                  </a:lnTo>
                  <a:lnTo>
                    <a:pt x="82943" y="124396"/>
                  </a:lnTo>
                  <a:lnTo>
                    <a:pt x="101701" y="88188"/>
                  </a:lnTo>
                  <a:lnTo>
                    <a:pt x="134073" y="64935"/>
                  </a:lnTo>
                  <a:lnTo>
                    <a:pt x="169037" y="59309"/>
                  </a:lnTo>
                  <a:lnTo>
                    <a:pt x="182892" y="59931"/>
                  </a:lnTo>
                  <a:lnTo>
                    <a:pt x="182067" y="59931"/>
                  </a:lnTo>
                  <a:lnTo>
                    <a:pt x="193243" y="61569"/>
                  </a:lnTo>
                  <a:lnTo>
                    <a:pt x="228765" y="78981"/>
                  </a:lnTo>
                  <a:lnTo>
                    <a:pt x="250101" y="111480"/>
                  </a:lnTo>
                  <a:lnTo>
                    <a:pt x="259346" y="156895"/>
                  </a:lnTo>
                  <a:lnTo>
                    <a:pt x="260413" y="186055"/>
                  </a:lnTo>
                  <a:lnTo>
                    <a:pt x="260413" y="18465"/>
                  </a:lnTo>
                  <a:lnTo>
                    <a:pt x="209511" y="2730"/>
                  </a:lnTo>
                  <a:lnTo>
                    <a:pt x="192252" y="812"/>
                  </a:lnTo>
                  <a:lnTo>
                    <a:pt x="194652" y="812"/>
                  </a:lnTo>
                  <a:lnTo>
                    <a:pt x="171577" y="0"/>
                  </a:lnTo>
                  <a:lnTo>
                    <a:pt x="151066" y="812"/>
                  </a:lnTo>
                  <a:lnTo>
                    <a:pt x="131851" y="3251"/>
                  </a:lnTo>
                  <a:lnTo>
                    <a:pt x="81940" y="20129"/>
                  </a:lnTo>
                  <a:lnTo>
                    <a:pt x="43688" y="50050"/>
                  </a:lnTo>
                  <a:lnTo>
                    <a:pt x="17157" y="91998"/>
                  </a:lnTo>
                  <a:lnTo>
                    <a:pt x="2755" y="145186"/>
                  </a:lnTo>
                  <a:lnTo>
                    <a:pt x="203" y="179832"/>
                  </a:lnTo>
                  <a:lnTo>
                    <a:pt x="114" y="182499"/>
                  </a:lnTo>
                  <a:lnTo>
                    <a:pt x="2565" y="229895"/>
                  </a:lnTo>
                  <a:lnTo>
                    <a:pt x="10287" y="267335"/>
                  </a:lnTo>
                  <a:lnTo>
                    <a:pt x="31496" y="311975"/>
                  </a:lnTo>
                  <a:lnTo>
                    <a:pt x="64350" y="343217"/>
                  </a:lnTo>
                  <a:lnTo>
                    <a:pt x="108775" y="361632"/>
                  </a:lnTo>
                  <a:lnTo>
                    <a:pt x="164973" y="367792"/>
                  </a:lnTo>
                  <a:lnTo>
                    <a:pt x="182308" y="367106"/>
                  </a:lnTo>
                  <a:lnTo>
                    <a:pt x="184365" y="367106"/>
                  </a:lnTo>
                  <a:lnTo>
                    <a:pt x="222262" y="360565"/>
                  </a:lnTo>
                  <a:lnTo>
                    <a:pt x="268312" y="339344"/>
                  </a:lnTo>
                  <a:lnTo>
                    <a:pt x="300304" y="308229"/>
                  </a:lnTo>
                  <a:lnTo>
                    <a:pt x="302717" y="305181"/>
                  </a:lnTo>
                  <a:lnTo>
                    <a:pt x="325247" y="258826"/>
                  </a:lnTo>
                  <a:lnTo>
                    <a:pt x="335470" y="201345"/>
                  </a:lnTo>
                  <a:lnTo>
                    <a:pt x="336080" y="182499"/>
                  </a:lnTo>
                  <a:lnTo>
                    <a:pt x="336169" y="179832"/>
                  </a:lnTo>
                  <a:close/>
                </a:path>
                <a:path w="774064" h="368300">
                  <a:moveTo>
                    <a:pt x="608457" y="353949"/>
                  </a:moveTo>
                  <a:lnTo>
                    <a:pt x="608342" y="196532"/>
                  </a:lnTo>
                  <a:lnTo>
                    <a:pt x="608190" y="190004"/>
                  </a:lnTo>
                  <a:lnTo>
                    <a:pt x="608139" y="188087"/>
                  </a:lnTo>
                  <a:lnTo>
                    <a:pt x="607352" y="177673"/>
                  </a:lnTo>
                  <a:lnTo>
                    <a:pt x="607250" y="176212"/>
                  </a:lnTo>
                  <a:lnTo>
                    <a:pt x="605777" y="165303"/>
                  </a:lnTo>
                  <a:lnTo>
                    <a:pt x="603859" y="155829"/>
                  </a:lnTo>
                  <a:lnTo>
                    <a:pt x="603758" y="155321"/>
                  </a:lnTo>
                  <a:lnTo>
                    <a:pt x="582841" y="115620"/>
                  </a:lnTo>
                  <a:lnTo>
                    <a:pt x="541693" y="93776"/>
                  </a:lnTo>
                  <a:lnTo>
                    <a:pt x="518668" y="91694"/>
                  </a:lnTo>
                  <a:lnTo>
                    <a:pt x="507428" y="92392"/>
                  </a:lnTo>
                  <a:lnTo>
                    <a:pt x="464413" y="108889"/>
                  </a:lnTo>
                  <a:lnTo>
                    <a:pt x="433578" y="135636"/>
                  </a:lnTo>
                  <a:lnTo>
                    <a:pt x="433578" y="105537"/>
                  </a:lnTo>
                  <a:lnTo>
                    <a:pt x="433311" y="104432"/>
                  </a:lnTo>
                  <a:lnTo>
                    <a:pt x="433197" y="103886"/>
                  </a:lnTo>
                  <a:lnTo>
                    <a:pt x="432181" y="102489"/>
                  </a:lnTo>
                  <a:lnTo>
                    <a:pt x="410083" y="96393"/>
                  </a:lnTo>
                  <a:lnTo>
                    <a:pt x="398526" y="96393"/>
                  </a:lnTo>
                  <a:lnTo>
                    <a:pt x="376047" y="102489"/>
                  </a:lnTo>
                  <a:lnTo>
                    <a:pt x="375031" y="103886"/>
                  </a:lnTo>
                  <a:lnTo>
                    <a:pt x="374650" y="105537"/>
                  </a:lnTo>
                  <a:lnTo>
                    <a:pt x="374650" y="353949"/>
                  </a:lnTo>
                  <a:lnTo>
                    <a:pt x="375158" y="355600"/>
                  </a:lnTo>
                  <a:lnTo>
                    <a:pt x="376301" y="356870"/>
                  </a:lnTo>
                  <a:lnTo>
                    <a:pt x="377317" y="358267"/>
                  </a:lnTo>
                  <a:lnTo>
                    <a:pt x="379222" y="359410"/>
                  </a:lnTo>
                  <a:lnTo>
                    <a:pt x="381889" y="360299"/>
                  </a:lnTo>
                  <a:lnTo>
                    <a:pt x="384556" y="361315"/>
                  </a:lnTo>
                  <a:lnTo>
                    <a:pt x="388112" y="361950"/>
                  </a:lnTo>
                  <a:lnTo>
                    <a:pt x="392430" y="362458"/>
                  </a:lnTo>
                  <a:lnTo>
                    <a:pt x="396875" y="362839"/>
                  </a:lnTo>
                  <a:lnTo>
                    <a:pt x="402463" y="363093"/>
                  </a:lnTo>
                  <a:lnTo>
                    <a:pt x="415925" y="363093"/>
                  </a:lnTo>
                  <a:lnTo>
                    <a:pt x="436499" y="360299"/>
                  </a:lnTo>
                  <a:lnTo>
                    <a:pt x="439166" y="359410"/>
                  </a:lnTo>
                  <a:lnTo>
                    <a:pt x="441071" y="358267"/>
                  </a:lnTo>
                  <a:lnTo>
                    <a:pt x="442087" y="356870"/>
                  </a:lnTo>
                  <a:lnTo>
                    <a:pt x="443230" y="355600"/>
                  </a:lnTo>
                  <a:lnTo>
                    <a:pt x="443738" y="353949"/>
                  </a:lnTo>
                  <a:lnTo>
                    <a:pt x="443738" y="189357"/>
                  </a:lnTo>
                  <a:lnTo>
                    <a:pt x="450977" y="180746"/>
                  </a:lnTo>
                  <a:lnTo>
                    <a:pt x="485114" y="154165"/>
                  </a:lnTo>
                  <a:lnTo>
                    <a:pt x="498348" y="151765"/>
                  </a:lnTo>
                  <a:lnTo>
                    <a:pt x="505333" y="151765"/>
                  </a:lnTo>
                  <a:lnTo>
                    <a:pt x="511429" y="153162"/>
                  </a:lnTo>
                  <a:lnTo>
                    <a:pt x="516636" y="155829"/>
                  </a:lnTo>
                  <a:lnTo>
                    <a:pt x="521843" y="158369"/>
                  </a:lnTo>
                  <a:lnTo>
                    <a:pt x="537921" y="189357"/>
                  </a:lnTo>
                  <a:lnTo>
                    <a:pt x="538048" y="190004"/>
                  </a:lnTo>
                  <a:lnTo>
                    <a:pt x="538835" y="196532"/>
                  </a:lnTo>
                  <a:lnTo>
                    <a:pt x="539330" y="204025"/>
                  </a:lnTo>
                  <a:lnTo>
                    <a:pt x="539496" y="212471"/>
                  </a:lnTo>
                  <a:lnTo>
                    <a:pt x="539496" y="353949"/>
                  </a:lnTo>
                  <a:lnTo>
                    <a:pt x="540131" y="355600"/>
                  </a:lnTo>
                  <a:lnTo>
                    <a:pt x="542290" y="358267"/>
                  </a:lnTo>
                  <a:lnTo>
                    <a:pt x="544068" y="359410"/>
                  </a:lnTo>
                  <a:lnTo>
                    <a:pt x="546608" y="360299"/>
                  </a:lnTo>
                  <a:lnTo>
                    <a:pt x="549275" y="361315"/>
                  </a:lnTo>
                  <a:lnTo>
                    <a:pt x="552704" y="361950"/>
                  </a:lnTo>
                  <a:lnTo>
                    <a:pt x="557276" y="362458"/>
                  </a:lnTo>
                  <a:lnTo>
                    <a:pt x="561721" y="362839"/>
                  </a:lnTo>
                  <a:lnTo>
                    <a:pt x="567309" y="363093"/>
                  </a:lnTo>
                  <a:lnTo>
                    <a:pt x="580644" y="363093"/>
                  </a:lnTo>
                  <a:lnTo>
                    <a:pt x="601218" y="360299"/>
                  </a:lnTo>
                  <a:lnTo>
                    <a:pt x="603885" y="359410"/>
                  </a:lnTo>
                  <a:lnTo>
                    <a:pt x="605663" y="358267"/>
                  </a:lnTo>
                  <a:lnTo>
                    <a:pt x="607822" y="355600"/>
                  </a:lnTo>
                  <a:lnTo>
                    <a:pt x="608457" y="353949"/>
                  </a:lnTo>
                  <a:close/>
                </a:path>
                <a:path w="774064" h="368300">
                  <a:moveTo>
                    <a:pt x="773684" y="218313"/>
                  </a:moveTo>
                  <a:lnTo>
                    <a:pt x="763270" y="195453"/>
                  </a:lnTo>
                  <a:lnTo>
                    <a:pt x="646938" y="195453"/>
                  </a:lnTo>
                  <a:lnTo>
                    <a:pt x="642366" y="195453"/>
                  </a:lnTo>
                  <a:lnTo>
                    <a:pt x="639064" y="197485"/>
                  </a:lnTo>
                  <a:lnTo>
                    <a:pt x="635000" y="205994"/>
                  </a:lnTo>
                  <a:lnTo>
                    <a:pt x="633984" y="213233"/>
                  </a:lnTo>
                  <a:lnTo>
                    <a:pt x="633984" y="233807"/>
                  </a:lnTo>
                  <a:lnTo>
                    <a:pt x="635000" y="241173"/>
                  </a:lnTo>
                  <a:lnTo>
                    <a:pt x="639064" y="249809"/>
                  </a:lnTo>
                  <a:lnTo>
                    <a:pt x="642366" y="251968"/>
                  </a:lnTo>
                  <a:lnTo>
                    <a:pt x="765429" y="251968"/>
                  </a:lnTo>
                  <a:lnTo>
                    <a:pt x="768731" y="249809"/>
                  </a:lnTo>
                  <a:lnTo>
                    <a:pt x="772668" y="241427"/>
                  </a:lnTo>
                  <a:lnTo>
                    <a:pt x="773684" y="234061"/>
                  </a:lnTo>
                  <a:lnTo>
                    <a:pt x="773684" y="218313"/>
                  </a:lnTo>
                  <a:close/>
                </a:path>
              </a:pathLst>
            </a:custGeom>
            <a:solidFill>
              <a:srgbClr val="2CAB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22169" y="3516757"/>
              <a:ext cx="1702561" cy="472185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4467859" y="3532632"/>
            <a:ext cx="852169" cy="358775"/>
          </a:xfrm>
          <a:custGeom>
            <a:avLst/>
            <a:gdLst/>
            <a:ahLst/>
            <a:cxnLst/>
            <a:rect l="l" t="t" r="r" b="b"/>
            <a:pathLst>
              <a:path w="852170" h="358775">
                <a:moveTo>
                  <a:pt x="490982" y="357250"/>
                </a:moveTo>
                <a:lnTo>
                  <a:pt x="453516" y="357250"/>
                </a:lnTo>
                <a:lnTo>
                  <a:pt x="455675" y="357504"/>
                </a:lnTo>
                <a:lnTo>
                  <a:pt x="461898" y="358393"/>
                </a:lnTo>
                <a:lnTo>
                  <a:pt x="482777" y="358393"/>
                </a:lnTo>
                <a:lnTo>
                  <a:pt x="488823" y="357504"/>
                </a:lnTo>
                <a:lnTo>
                  <a:pt x="490982" y="357250"/>
                </a:lnTo>
                <a:close/>
              </a:path>
              <a:path w="852170" h="358775">
                <a:moveTo>
                  <a:pt x="574032" y="57912"/>
                </a:moveTo>
                <a:lnTo>
                  <a:pt x="506984" y="57912"/>
                </a:lnTo>
                <a:lnTo>
                  <a:pt x="606425" y="346582"/>
                </a:lnTo>
                <a:lnTo>
                  <a:pt x="607014" y="348741"/>
                </a:lnTo>
                <a:lnTo>
                  <a:pt x="608076" y="350392"/>
                </a:lnTo>
                <a:lnTo>
                  <a:pt x="609726" y="351789"/>
                </a:lnTo>
                <a:lnTo>
                  <a:pt x="611377" y="353313"/>
                </a:lnTo>
                <a:lnTo>
                  <a:pt x="634449" y="358393"/>
                </a:lnTo>
                <a:lnTo>
                  <a:pt x="652494" y="358393"/>
                </a:lnTo>
                <a:lnTo>
                  <a:pt x="663448" y="357758"/>
                </a:lnTo>
                <a:lnTo>
                  <a:pt x="666292" y="357250"/>
                </a:lnTo>
                <a:lnTo>
                  <a:pt x="666586" y="357250"/>
                </a:lnTo>
                <a:lnTo>
                  <a:pt x="680212" y="346582"/>
                </a:lnTo>
                <a:lnTo>
                  <a:pt x="713159" y="254126"/>
                </a:lnTo>
                <a:lnTo>
                  <a:pt x="645287" y="254126"/>
                </a:lnTo>
                <a:lnTo>
                  <a:pt x="574032" y="57912"/>
                </a:lnTo>
                <a:close/>
              </a:path>
              <a:path w="852170" h="358775">
                <a:moveTo>
                  <a:pt x="836612" y="357250"/>
                </a:moveTo>
                <a:lnTo>
                  <a:pt x="799020" y="357250"/>
                </a:lnTo>
                <a:lnTo>
                  <a:pt x="801242" y="357504"/>
                </a:lnTo>
                <a:lnTo>
                  <a:pt x="807288" y="358393"/>
                </a:lnTo>
                <a:lnTo>
                  <a:pt x="828344" y="358393"/>
                </a:lnTo>
                <a:lnTo>
                  <a:pt x="834389" y="357504"/>
                </a:lnTo>
                <a:lnTo>
                  <a:pt x="836612" y="357250"/>
                </a:lnTo>
                <a:close/>
              </a:path>
              <a:path w="852170" h="358775">
                <a:moveTo>
                  <a:pt x="520953" y="1650"/>
                </a:moveTo>
                <a:lnTo>
                  <a:pt x="457073" y="1650"/>
                </a:lnTo>
                <a:lnTo>
                  <a:pt x="450468" y="4190"/>
                </a:lnTo>
                <a:lnTo>
                  <a:pt x="445515" y="9016"/>
                </a:lnTo>
                <a:lnTo>
                  <a:pt x="440689" y="13969"/>
                </a:lnTo>
                <a:lnTo>
                  <a:pt x="438150" y="21208"/>
                </a:lnTo>
                <a:lnTo>
                  <a:pt x="438228" y="348995"/>
                </a:lnTo>
                <a:lnTo>
                  <a:pt x="438657" y="350392"/>
                </a:lnTo>
                <a:lnTo>
                  <a:pt x="439674" y="351789"/>
                </a:lnTo>
                <a:lnTo>
                  <a:pt x="440689" y="353313"/>
                </a:lnTo>
                <a:lnTo>
                  <a:pt x="442467" y="354456"/>
                </a:lnTo>
                <a:lnTo>
                  <a:pt x="447801" y="356234"/>
                </a:lnTo>
                <a:lnTo>
                  <a:pt x="452543" y="357250"/>
                </a:lnTo>
                <a:lnTo>
                  <a:pt x="491998" y="357250"/>
                </a:lnTo>
                <a:lnTo>
                  <a:pt x="496569" y="356234"/>
                </a:lnTo>
                <a:lnTo>
                  <a:pt x="502157" y="354456"/>
                </a:lnTo>
                <a:lnTo>
                  <a:pt x="503936" y="353313"/>
                </a:lnTo>
                <a:lnTo>
                  <a:pt x="504951" y="351789"/>
                </a:lnTo>
                <a:lnTo>
                  <a:pt x="505967" y="350392"/>
                </a:lnTo>
                <a:lnTo>
                  <a:pt x="506397" y="348995"/>
                </a:lnTo>
                <a:lnTo>
                  <a:pt x="506475" y="57912"/>
                </a:lnTo>
                <a:lnTo>
                  <a:pt x="574032" y="57912"/>
                </a:lnTo>
                <a:lnTo>
                  <a:pt x="568451" y="42544"/>
                </a:lnTo>
                <a:lnTo>
                  <a:pt x="566292" y="34925"/>
                </a:lnTo>
                <a:lnTo>
                  <a:pt x="563752" y="28447"/>
                </a:lnTo>
                <a:lnTo>
                  <a:pt x="534162" y="3682"/>
                </a:lnTo>
                <a:lnTo>
                  <a:pt x="528192" y="2412"/>
                </a:lnTo>
                <a:lnTo>
                  <a:pt x="520953" y="1650"/>
                </a:lnTo>
                <a:close/>
              </a:path>
              <a:path w="852170" h="358775">
                <a:moveTo>
                  <a:pt x="851915" y="57912"/>
                </a:moveTo>
                <a:lnTo>
                  <a:pt x="783589" y="57912"/>
                </a:lnTo>
                <a:lnTo>
                  <a:pt x="783687" y="348995"/>
                </a:lnTo>
                <a:lnTo>
                  <a:pt x="790828" y="355345"/>
                </a:lnTo>
                <a:lnTo>
                  <a:pt x="793368" y="356234"/>
                </a:lnTo>
                <a:lnTo>
                  <a:pt x="797940" y="357250"/>
                </a:lnTo>
                <a:lnTo>
                  <a:pt x="837692" y="357250"/>
                </a:lnTo>
                <a:lnTo>
                  <a:pt x="851837" y="348995"/>
                </a:lnTo>
                <a:lnTo>
                  <a:pt x="851915" y="57912"/>
                </a:lnTo>
                <a:close/>
              </a:path>
              <a:path w="852170" h="358775">
                <a:moveTo>
                  <a:pt x="828420" y="1650"/>
                </a:moveTo>
                <a:lnTo>
                  <a:pt x="768095" y="1650"/>
                </a:lnTo>
                <a:lnTo>
                  <a:pt x="762126" y="2412"/>
                </a:lnTo>
                <a:lnTo>
                  <a:pt x="731012" y="28955"/>
                </a:lnTo>
                <a:lnTo>
                  <a:pt x="726059" y="43052"/>
                </a:lnTo>
                <a:lnTo>
                  <a:pt x="646429" y="254126"/>
                </a:lnTo>
                <a:lnTo>
                  <a:pt x="713159" y="254126"/>
                </a:lnTo>
                <a:lnTo>
                  <a:pt x="783081" y="57912"/>
                </a:lnTo>
                <a:lnTo>
                  <a:pt x="851915" y="57912"/>
                </a:lnTo>
                <a:lnTo>
                  <a:pt x="851915" y="25907"/>
                </a:lnTo>
                <a:lnTo>
                  <a:pt x="851407" y="21843"/>
                </a:lnTo>
                <a:lnTo>
                  <a:pt x="850138" y="18287"/>
                </a:lnTo>
                <a:lnTo>
                  <a:pt x="848994" y="14731"/>
                </a:lnTo>
                <a:lnTo>
                  <a:pt x="847216" y="11683"/>
                </a:lnTo>
                <a:lnTo>
                  <a:pt x="844930" y="9270"/>
                </a:lnTo>
                <a:lnTo>
                  <a:pt x="842644" y="6730"/>
                </a:lnTo>
                <a:lnTo>
                  <a:pt x="839724" y="4825"/>
                </a:lnTo>
                <a:lnTo>
                  <a:pt x="832612" y="2285"/>
                </a:lnTo>
                <a:lnTo>
                  <a:pt x="828420" y="1650"/>
                </a:lnTo>
                <a:close/>
              </a:path>
              <a:path w="852170" h="358775">
                <a:moveTo>
                  <a:pt x="262509" y="0"/>
                </a:moveTo>
                <a:lnTo>
                  <a:pt x="248412" y="0"/>
                </a:lnTo>
                <a:lnTo>
                  <a:pt x="242569" y="253"/>
                </a:lnTo>
                <a:lnTo>
                  <a:pt x="237870" y="888"/>
                </a:lnTo>
                <a:lnTo>
                  <a:pt x="233172" y="1396"/>
                </a:lnTo>
                <a:lnTo>
                  <a:pt x="229488" y="2158"/>
                </a:lnTo>
                <a:lnTo>
                  <a:pt x="226822" y="3047"/>
                </a:lnTo>
                <a:lnTo>
                  <a:pt x="224027" y="3937"/>
                </a:lnTo>
                <a:lnTo>
                  <a:pt x="222123" y="5079"/>
                </a:lnTo>
                <a:lnTo>
                  <a:pt x="220852" y="6603"/>
                </a:lnTo>
                <a:lnTo>
                  <a:pt x="219710" y="8127"/>
                </a:lnTo>
                <a:lnTo>
                  <a:pt x="219075" y="9778"/>
                </a:lnTo>
                <a:lnTo>
                  <a:pt x="219075" y="342010"/>
                </a:lnTo>
                <a:lnTo>
                  <a:pt x="221106" y="347852"/>
                </a:lnTo>
                <a:lnTo>
                  <a:pt x="225298" y="351408"/>
                </a:lnTo>
                <a:lnTo>
                  <a:pt x="229362" y="354964"/>
                </a:lnTo>
                <a:lnTo>
                  <a:pt x="234441" y="356742"/>
                </a:lnTo>
                <a:lnTo>
                  <a:pt x="405002" y="356742"/>
                </a:lnTo>
                <a:lnTo>
                  <a:pt x="414147" y="332104"/>
                </a:lnTo>
                <a:lnTo>
                  <a:pt x="414147" y="321055"/>
                </a:lnTo>
                <a:lnTo>
                  <a:pt x="405002" y="297179"/>
                </a:lnTo>
                <a:lnTo>
                  <a:pt x="291591" y="297179"/>
                </a:lnTo>
                <a:lnTo>
                  <a:pt x="291591" y="9778"/>
                </a:lnTo>
                <a:lnTo>
                  <a:pt x="272923" y="888"/>
                </a:lnTo>
                <a:lnTo>
                  <a:pt x="268350" y="253"/>
                </a:lnTo>
                <a:lnTo>
                  <a:pt x="262509" y="0"/>
                </a:lnTo>
                <a:close/>
              </a:path>
              <a:path w="852170" h="358775">
                <a:moveTo>
                  <a:pt x="43434" y="0"/>
                </a:moveTo>
                <a:lnTo>
                  <a:pt x="29337" y="0"/>
                </a:lnTo>
                <a:lnTo>
                  <a:pt x="23494" y="253"/>
                </a:lnTo>
                <a:lnTo>
                  <a:pt x="18795" y="888"/>
                </a:lnTo>
                <a:lnTo>
                  <a:pt x="14097" y="1396"/>
                </a:lnTo>
                <a:lnTo>
                  <a:pt x="10413" y="2158"/>
                </a:lnTo>
                <a:lnTo>
                  <a:pt x="7747" y="3047"/>
                </a:lnTo>
                <a:lnTo>
                  <a:pt x="4952" y="3937"/>
                </a:lnTo>
                <a:lnTo>
                  <a:pt x="3048" y="5079"/>
                </a:lnTo>
                <a:lnTo>
                  <a:pt x="1777" y="6603"/>
                </a:lnTo>
                <a:lnTo>
                  <a:pt x="635" y="8127"/>
                </a:lnTo>
                <a:lnTo>
                  <a:pt x="0" y="9778"/>
                </a:lnTo>
                <a:lnTo>
                  <a:pt x="0" y="342010"/>
                </a:lnTo>
                <a:lnTo>
                  <a:pt x="2031" y="347852"/>
                </a:lnTo>
                <a:lnTo>
                  <a:pt x="6223" y="351408"/>
                </a:lnTo>
                <a:lnTo>
                  <a:pt x="10287" y="354964"/>
                </a:lnTo>
                <a:lnTo>
                  <a:pt x="15366" y="356742"/>
                </a:lnTo>
                <a:lnTo>
                  <a:pt x="185927" y="356742"/>
                </a:lnTo>
                <a:lnTo>
                  <a:pt x="195072" y="332104"/>
                </a:lnTo>
                <a:lnTo>
                  <a:pt x="195072" y="321055"/>
                </a:lnTo>
                <a:lnTo>
                  <a:pt x="185927" y="297179"/>
                </a:lnTo>
                <a:lnTo>
                  <a:pt x="72516" y="297179"/>
                </a:lnTo>
                <a:lnTo>
                  <a:pt x="72516" y="9778"/>
                </a:lnTo>
                <a:lnTo>
                  <a:pt x="53848" y="888"/>
                </a:lnTo>
                <a:lnTo>
                  <a:pt x="49275" y="253"/>
                </a:lnTo>
                <a:lnTo>
                  <a:pt x="43434" y="0"/>
                </a:lnTo>
                <a:close/>
              </a:path>
            </a:pathLst>
          </a:custGeom>
          <a:solidFill>
            <a:srgbClr val="2CAB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77383" y="3403091"/>
            <a:ext cx="1034415" cy="535940"/>
          </a:xfrm>
          <a:custGeom>
            <a:avLst/>
            <a:gdLst/>
            <a:ahLst/>
            <a:cxnLst/>
            <a:rect l="l" t="t" r="r" b="b"/>
            <a:pathLst>
              <a:path w="1034415" h="535939">
                <a:moveTo>
                  <a:pt x="962278" y="354330"/>
                </a:moveTo>
                <a:lnTo>
                  <a:pt x="608202" y="354330"/>
                </a:lnTo>
                <a:lnTo>
                  <a:pt x="608202" y="412242"/>
                </a:lnTo>
                <a:lnTo>
                  <a:pt x="893063" y="412242"/>
                </a:lnTo>
                <a:lnTo>
                  <a:pt x="893063" y="535686"/>
                </a:lnTo>
                <a:lnTo>
                  <a:pt x="962278" y="535686"/>
                </a:lnTo>
                <a:lnTo>
                  <a:pt x="962278" y="354330"/>
                </a:lnTo>
                <a:close/>
              </a:path>
              <a:path w="1034415" h="535939">
                <a:moveTo>
                  <a:pt x="822832" y="307086"/>
                </a:moveTo>
                <a:lnTo>
                  <a:pt x="753744" y="307086"/>
                </a:lnTo>
                <a:lnTo>
                  <a:pt x="753744" y="354330"/>
                </a:lnTo>
                <a:lnTo>
                  <a:pt x="822832" y="354330"/>
                </a:lnTo>
                <a:lnTo>
                  <a:pt x="822832" y="307086"/>
                </a:lnTo>
                <a:close/>
              </a:path>
              <a:path w="1034415" h="535939">
                <a:moveTo>
                  <a:pt x="1034161" y="248666"/>
                </a:moveTo>
                <a:lnTo>
                  <a:pt x="542925" y="248666"/>
                </a:lnTo>
                <a:lnTo>
                  <a:pt x="542925" y="307086"/>
                </a:lnTo>
                <a:lnTo>
                  <a:pt x="1034161" y="307086"/>
                </a:lnTo>
                <a:lnTo>
                  <a:pt x="1034161" y="248666"/>
                </a:lnTo>
                <a:close/>
              </a:path>
              <a:path w="1034415" h="535939">
                <a:moveTo>
                  <a:pt x="276097" y="301879"/>
                </a:moveTo>
                <a:lnTo>
                  <a:pt x="206882" y="301879"/>
                </a:lnTo>
                <a:lnTo>
                  <a:pt x="206882" y="535686"/>
                </a:lnTo>
                <a:lnTo>
                  <a:pt x="276097" y="535686"/>
                </a:lnTo>
                <a:lnTo>
                  <a:pt x="276097" y="301879"/>
                </a:lnTo>
                <a:close/>
              </a:path>
              <a:path w="1034415" h="535939">
                <a:moveTo>
                  <a:pt x="491236" y="243459"/>
                </a:moveTo>
                <a:lnTo>
                  <a:pt x="0" y="243459"/>
                </a:lnTo>
                <a:lnTo>
                  <a:pt x="0" y="301879"/>
                </a:lnTo>
                <a:lnTo>
                  <a:pt x="491236" y="301879"/>
                </a:lnTo>
                <a:lnTo>
                  <a:pt x="491236" y="243459"/>
                </a:lnTo>
                <a:close/>
              </a:path>
              <a:path w="1034415" h="535939">
                <a:moveTo>
                  <a:pt x="419353" y="29463"/>
                </a:moveTo>
                <a:lnTo>
                  <a:pt x="74675" y="29463"/>
                </a:lnTo>
                <a:lnTo>
                  <a:pt x="74675" y="87249"/>
                </a:lnTo>
                <a:lnTo>
                  <a:pt x="350774" y="87249"/>
                </a:lnTo>
                <a:lnTo>
                  <a:pt x="350299" y="118014"/>
                </a:lnTo>
                <a:lnTo>
                  <a:pt x="348884" y="154304"/>
                </a:lnTo>
                <a:lnTo>
                  <a:pt x="346541" y="196119"/>
                </a:lnTo>
                <a:lnTo>
                  <a:pt x="343280" y="243459"/>
                </a:lnTo>
                <a:lnTo>
                  <a:pt x="409701" y="243459"/>
                </a:lnTo>
                <a:lnTo>
                  <a:pt x="413889" y="186215"/>
                </a:lnTo>
                <a:lnTo>
                  <a:pt x="416909" y="131460"/>
                </a:lnTo>
                <a:lnTo>
                  <a:pt x="418738" y="79206"/>
                </a:lnTo>
                <a:lnTo>
                  <a:pt x="419353" y="29463"/>
                </a:lnTo>
                <a:close/>
              </a:path>
              <a:path w="1034415" h="535939">
                <a:moveTo>
                  <a:pt x="831850" y="103505"/>
                </a:moveTo>
                <a:lnTo>
                  <a:pt x="745236" y="103505"/>
                </a:lnTo>
                <a:lnTo>
                  <a:pt x="732879" y="117598"/>
                </a:lnTo>
                <a:lnTo>
                  <a:pt x="716391" y="130333"/>
                </a:lnTo>
                <a:lnTo>
                  <a:pt x="671067" y="151637"/>
                </a:lnTo>
                <a:lnTo>
                  <a:pt x="615235" y="165449"/>
                </a:lnTo>
                <a:lnTo>
                  <a:pt x="554736" y="169925"/>
                </a:lnTo>
                <a:lnTo>
                  <a:pt x="590676" y="224536"/>
                </a:lnTo>
                <a:lnTo>
                  <a:pt x="648192" y="215201"/>
                </a:lnTo>
                <a:lnTo>
                  <a:pt x="705992" y="197104"/>
                </a:lnTo>
                <a:lnTo>
                  <a:pt x="755713" y="173577"/>
                </a:lnTo>
                <a:lnTo>
                  <a:pt x="789051" y="147955"/>
                </a:lnTo>
                <a:lnTo>
                  <a:pt x="898546" y="147955"/>
                </a:lnTo>
                <a:lnTo>
                  <a:pt x="881499" y="141116"/>
                </a:lnTo>
                <a:lnTo>
                  <a:pt x="860901" y="129921"/>
                </a:lnTo>
                <a:lnTo>
                  <a:pt x="844351" y="117391"/>
                </a:lnTo>
                <a:lnTo>
                  <a:pt x="831850" y="103505"/>
                </a:lnTo>
                <a:close/>
              </a:path>
              <a:path w="1034415" h="535939">
                <a:moveTo>
                  <a:pt x="898546" y="147955"/>
                </a:moveTo>
                <a:lnTo>
                  <a:pt x="789051" y="147955"/>
                </a:lnTo>
                <a:lnTo>
                  <a:pt x="803812" y="160857"/>
                </a:lnTo>
                <a:lnTo>
                  <a:pt x="845290" y="185138"/>
                </a:lnTo>
                <a:lnTo>
                  <a:pt x="900489" y="206515"/>
                </a:lnTo>
                <a:lnTo>
                  <a:pt x="956599" y="219989"/>
                </a:lnTo>
                <a:lnTo>
                  <a:pt x="984250" y="223393"/>
                </a:lnTo>
                <a:lnTo>
                  <a:pt x="1017904" y="169291"/>
                </a:lnTo>
                <a:lnTo>
                  <a:pt x="988994" y="168148"/>
                </a:lnTo>
                <a:lnTo>
                  <a:pt x="960739" y="164719"/>
                </a:lnTo>
                <a:lnTo>
                  <a:pt x="933126" y="159004"/>
                </a:lnTo>
                <a:lnTo>
                  <a:pt x="906144" y="151003"/>
                </a:lnTo>
                <a:lnTo>
                  <a:pt x="898546" y="147955"/>
                </a:lnTo>
                <a:close/>
              </a:path>
              <a:path w="1034415" h="535939">
                <a:moveTo>
                  <a:pt x="980058" y="47244"/>
                </a:moveTo>
                <a:lnTo>
                  <a:pt x="597026" y="47244"/>
                </a:lnTo>
                <a:lnTo>
                  <a:pt x="597026" y="103505"/>
                </a:lnTo>
                <a:lnTo>
                  <a:pt x="980058" y="103505"/>
                </a:lnTo>
                <a:lnTo>
                  <a:pt x="980058" y="47244"/>
                </a:lnTo>
                <a:close/>
              </a:path>
              <a:path w="1034415" h="535939">
                <a:moveTo>
                  <a:pt x="823340" y="0"/>
                </a:moveTo>
                <a:lnTo>
                  <a:pt x="754252" y="0"/>
                </a:lnTo>
                <a:lnTo>
                  <a:pt x="754252" y="47244"/>
                </a:lnTo>
                <a:lnTo>
                  <a:pt x="823340" y="47244"/>
                </a:lnTo>
                <a:lnTo>
                  <a:pt x="8233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6008" y="4493133"/>
            <a:ext cx="605790" cy="135255"/>
          </a:xfrm>
          <a:custGeom>
            <a:avLst/>
            <a:gdLst/>
            <a:ahLst/>
            <a:cxnLst/>
            <a:rect l="l" t="t" r="r" b="b"/>
            <a:pathLst>
              <a:path w="605790" h="135254">
                <a:moveTo>
                  <a:pt x="364744" y="115189"/>
                </a:moveTo>
                <a:lnTo>
                  <a:pt x="359562" y="115189"/>
                </a:lnTo>
                <a:lnTo>
                  <a:pt x="357289" y="116078"/>
                </a:lnTo>
                <a:lnTo>
                  <a:pt x="355345" y="117983"/>
                </a:lnTo>
                <a:lnTo>
                  <a:pt x="353402" y="120015"/>
                </a:lnTo>
                <a:lnTo>
                  <a:pt x="352425" y="122301"/>
                </a:lnTo>
                <a:lnTo>
                  <a:pt x="352425" y="127762"/>
                </a:lnTo>
                <a:lnTo>
                  <a:pt x="353390" y="130048"/>
                </a:lnTo>
                <a:lnTo>
                  <a:pt x="357212" y="133858"/>
                </a:lnTo>
                <a:lnTo>
                  <a:pt x="359498" y="134874"/>
                </a:lnTo>
                <a:lnTo>
                  <a:pt x="364794" y="134874"/>
                </a:lnTo>
                <a:lnTo>
                  <a:pt x="371868" y="122301"/>
                </a:lnTo>
                <a:lnTo>
                  <a:pt x="370890" y="120015"/>
                </a:lnTo>
                <a:lnTo>
                  <a:pt x="368947" y="117983"/>
                </a:lnTo>
                <a:lnTo>
                  <a:pt x="367004" y="116078"/>
                </a:lnTo>
                <a:lnTo>
                  <a:pt x="364744" y="115189"/>
                </a:lnTo>
                <a:close/>
              </a:path>
              <a:path w="605790" h="135254">
                <a:moveTo>
                  <a:pt x="247583" y="12578"/>
                </a:moveTo>
                <a:lnTo>
                  <a:pt x="224565" y="12578"/>
                </a:lnTo>
                <a:lnTo>
                  <a:pt x="230644" y="14732"/>
                </a:lnTo>
                <a:lnTo>
                  <a:pt x="239826" y="23622"/>
                </a:lnTo>
                <a:lnTo>
                  <a:pt x="242125" y="29718"/>
                </a:lnTo>
                <a:lnTo>
                  <a:pt x="242125" y="44958"/>
                </a:lnTo>
                <a:lnTo>
                  <a:pt x="216065" y="75692"/>
                </a:lnTo>
                <a:lnTo>
                  <a:pt x="208940" y="80738"/>
                </a:lnTo>
                <a:lnTo>
                  <a:pt x="202861" y="85391"/>
                </a:lnTo>
                <a:lnTo>
                  <a:pt x="180975" y="119380"/>
                </a:lnTo>
                <a:lnTo>
                  <a:pt x="180975" y="132842"/>
                </a:lnTo>
                <a:lnTo>
                  <a:pt x="259003" y="132842"/>
                </a:lnTo>
                <a:lnTo>
                  <a:pt x="259003" y="120142"/>
                </a:lnTo>
                <a:lnTo>
                  <a:pt x="195910" y="120142"/>
                </a:lnTo>
                <a:lnTo>
                  <a:pt x="195910" y="115697"/>
                </a:lnTo>
                <a:lnTo>
                  <a:pt x="196697" y="111887"/>
                </a:lnTo>
                <a:lnTo>
                  <a:pt x="198259" y="108712"/>
                </a:lnTo>
                <a:lnTo>
                  <a:pt x="199809" y="105410"/>
                </a:lnTo>
                <a:lnTo>
                  <a:pt x="227012" y="82677"/>
                </a:lnTo>
                <a:lnTo>
                  <a:pt x="234306" y="77102"/>
                </a:lnTo>
                <a:lnTo>
                  <a:pt x="255419" y="43027"/>
                </a:lnTo>
                <a:lnTo>
                  <a:pt x="255828" y="36195"/>
                </a:lnTo>
                <a:lnTo>
                  <a:pt x="255292" y="29718"/>
                </a:lnTo>
                <a:lnTo>
                  <a:pt x="255190" y="28485"/>
                </a:lnTo>
                <a:lnTo>
                  <a:pt x="253276" y="21574"/>
                </a:lnTo>
                <a:lnTo>
                  <a:pt x="250085" y="15495"/>
                </a:lnTo>
                <a:lnTo>
                  <a:pt x="247583" y="12578"/>
                </a:lnTo>
                <a:close/>
              </a:path>
              <a:path w="605790" h="135254">
                <a:moveTo>
                  <a:pt x="333070" y="101346"/>
                </a:moveTo>
                <a:lnTo>
                  <a:pt x="319189" y="101346"/>
                </a:lnTo>
                <a:lnTo>
                  <a:pt x="319189" y="132842"/>
                </a:lnTo>
                <a:lnTo>
                  <a:pt x="333070" y="132842"/>
                </a:lnTo>
                <a:lnTo>
                  <a:pt x="333070" y="101346"/>
                </a:lnTo>
                <a:close/>
              </a:path>
              <a:path w="605790" h="135254">
                <a:moveTo>
                  <a:pt x="333070" y="2794"/>
                </a:moveTo>
                <a:lnTo>
                  <a:pt x="318046" y="2794"/>
                </a:lnTo>
                <a:lnTo>
                  <a:pt x="313217" y="12578"/>
                </a:lnTo>
                <a:lnTo>
                  <a:pt x="307474" y="22875"/>
                </a:lnTo>
                <a:lnTo>
                  <a:pt x="285040" y="56314"/>
                </a:lnTo>
                <a:lnTo>
                  <a:pt x="258038" y="89408"/>
                </a:lnTo>
                <a:lnTo>
                  <a:pt x="258038" y="101346"/>
                </a:lnTo>
                <a:lnTo>
                  <a:pt x="350215" y="101346"/>
                </a:lnTo>
                <a:lnTo>
                  <a:pt x="350215" y="88646"/>
                </a:lnTo>
                <a:lnTo>
                  <a:pt x="274307" y="88646"/>
                </a:lnTo>
                <a:lnTo>
                  <a:pt x="283756" y="76835"/>
                </a:lnTo>
                <a:lnTo>
                  <a:pt x="292900" y="64998"/>
                </a:lnTo>
                <a:lnTo>
                  <a:pt x="301853" y="52339"/>
                </a:lnTo>
                <a:lnTo>
                  <a:pt x="310616" y="38848"/>
                </a:lnTo>
                <a:lnTo>
                  <a:pt x="319189" y="24511"/>
                </a:lnTo>
                <a:lnTo>
                  <a:pt x="333070" y="24511"/>
                </a:lnTo>
                <a:lnTo>
                  <a:pt x="333070" y="2794"/>
                </a:lnTo>
                <a:close/>
              </a:path>
              <a:path w="605790" h="135254">
                <a:moveTo>
                  <a:pt x="333070" y="24511"/>
                </a:moveTo>
                <a:lnTo>
                  <a:pt x="319189" y="24511"/>
                </a:lnTo>
                <a:lnTo>
                  <a:pt x="319189" y="88646"/>
                </a:lnTo>
                <a:lnTo>
                  <a:pt x="333070" y="88646"/>
                </a:lnTo>
                <a:lnTo>
                  <a:pt x="333070" y="24511"/>
                </a:lnTo>
                <a:close/>
              </a:path>
              <a:path w="605790" h="135254">
                <a:moveTo>
                  <a:pt x="218706" y="635"/>
                </a:moveTo>
                <a:lnTo>
                  <a:pt x="209141" y="1418"/>
                </a:lnTo>
                <a:lnTo>
                  <a:pt x="200504" y="3762"/>
                </a:lnTo>
                <a:lnTo>
                  <a:pt x="192796" y="7653"/>
                </a:lnTo>
                <a:lnTo>
                  <a:pt x="186016" y="13081"/>
                </a:lnTo>
                <a:lnTo>
                  <a:pt x="186016" y="28321"/>
                </a:lnTo>
                <a:lnTo>
                  <a:pt x="190373" y="23368"/>
                </a:lnTo>
                <a:lnTo>
                  <a:pt x="195262" y="19558"/>
                </a:lnTo>
                <a:lnTo>
                  <a:pt x="206108" y="13970"/>
                </a:lnTo>
                <a:lnTo>
                  <a:pt x="211495" y="12578"/>
                </a:lnTo>
                <a:lnTo>
                  <a:pt x="247583" y="12578"/>
                </a:lnTo>
                <a:lnTo>
                  <a:pt x="245618" y="10287"/>
                </a:lnTo>
                <a:lnTo>
                  <a:pt x="240107" y="6046"/>
                </a:lnTo>
                <a:lnTo>
                  <a:pt x="233786" y="3032"/>
                </a:lnTo>
                <a:lnTo>
                  <a:pt x="226653" y="1232"/>
                </a:lnTo>
                <a:lnTo>
                  <a:pt x="218706" y="635"/>
                </a:lnTo>
                <a:close/>
              </a:path>
              <a:path w="605790" h="135254">
                <a:moveTo>
                  <a:pt x="565238" y="635"/>
                </a:moveTo>
                <a:lnTo>
                  <a:pt x="527982" y="28194"/>
                </a:lnTo>
                <a:lnTo>
                  <a:pt x="521802" y="67310"/>
                </a:lnTo>
                <a:lnTo>
                  <a:pt x="521731" y="68961"/>
                </a:lnTo>
                <a:lnTo>
                  <a:pt x="521665" y="70485"/>
                </a:lnTo>
                <a:lnTo>
                  <a:pt x="527532" y="108775"/>
                </a:lnTo>
                <a:lnTo>
                  <a:pt x="562317" y="135001"/>
                </a:lnTo>
                <a:lnTo>
                  <a:pt x="571946" y="133951"/>
                </a:lnTo>
                <a:lnTo>
                  <a:pt x="572114" y="133951"/>
                </a:lnTo>
                <a:lnTo>
                  <a:pt x="580544" y="130794"/>
                </a:lnTo>
                <a:lnTo>
                  <a:pt x="580688" y="130794"/>
                </a:lnTo>
                <a:lnTo>
                  <a:pt x="588289" y="125249"/>
                </a:lnTo>
                <a:lnTo>
                  <a:pt x="590072" y="123063"/>
                </a:lnTo>
                <a:lnTo>
                  <a:pt x="563816" y="123063"/>
                </a:lnTo>
                <a:lnTo>
                  <a:pt x="551640" y="119729"/>
                </a:lnTo>
                <a:lnTo>
                  <a:pt x="542945" y="109728"/>
                </a:lnTo>
                <a:lnTo>
                  <a:pt x="537729" y="93059"/>
                </a:lnTo>
                <a:lnTo>
                  <a:pt x="536047" y="70485"/>
                </a:lnTo>
                <a:lnTo>
                  <a:pt x="536163" y="67310"/>
                </a:lnTo>
                <a:lnTo>
                  <a:pt x="537774" y="44793"/>
                </a:lnTo>
                <a:lnTo>
                  <a:pt x="543125" y="26971"/>
                </a:lnTo>
                <a:lnTo>
                  <a:pt x="552042" y="16269"/>
                </a:lnTo>
                <a:lnTo>
                  <a:pt x="564527" y="12700"/>
                </a:lnTo>
                <a:lnTo>
                  <a:pt x="590987" y="12700"/>
                </a:lnTo>
                <a:lnTo>
                  <a:pt x="582981" y="4802"/>
                </a:lnTo>
                <a:lnTo>
                  <a:pt x="565238" y="635"/>
                </a:lnTo>
                <a:close/>
              </a:path>
              <a:path w="605790" h="135254">
                <a:moveTo>
                  <a:pt x="590987" y="12700"/>
                </a:moveTo>
                <a:lnTo>
                  <a:pt x="564527" y="12700"/>
                </a:lnTo>
                <a:lnTo>
                  <a:pt x="576540" y="16269"/>
                </a:lnTo>
                <a:lnTo>
                  <a:pt x="576372" y="16269"/>
                </a:lnTo>
                <a:lnTo>
                  <a:pt x="584741" y="26733"/>
                </a:lnTo>
                <a:lnTo>
                  <a:pt x="589793" y="44311"/>
                </a:lnTo>
                <a:lnTo>
                  <a:pt x="591364" y="67310"/>
                </a:lnTo>
                <a:lnTo>
                  <a:pt x="591365" y="70485"/>
                </a:lnTo>
                <a:lnTo>
                  <a:pt x="589748" y="92630"/>
                </a:lnTo>
                <a:lnTo>
                  <a:pt x="584561" y="109537"/>
                </a:lnTo>
                <a:lnTo>
                  <a:pt x="575877" y="119729"/>
                </a:lnTo>
                <a:lnTo>
                  <a:pt x="575747" y="119729"/>
                </a:lnTo>
                <a:lnTo>
                  <a:pt x="563816" y="123063"/>
                </a:lnTo>
                <a:lnTo>
                  <a:pt x="590072" y="123063"/>
                </a:lnTo>
                <a:lnTo>
                  <a:pt x="594525" y="117602"/>
                </a:lnTo>
                <a:lnTo>
                  <a:pt x="599457" y="107886"/>
                </a:lnTo>
                <a:lnTo>
                  <a:pt x="602976" y="96266"/>
                </a:lnTo>
                <a:lnTo>
                  <a:pt x="605087" y="82740"/>
                </a:lnTo>
                <a:lnTo>
                  <a:pt x="605645" y="70485"/>
                </a:lnTo>
                <a:lnTo>
                  <a:pt x="605714" y="68961"/>
                </a:lnTo>
                <a:lnTo>
                  <a:pt x="605790" y="67310"/>
                </a:lnTo>
                <a:lnTo>
                  <a:pt x="603256" y="38139"/>
                </a:lnTo>
                <a:lnTo>
                  <a:pt x="595653" y="17303"/>
                </a:lnTo>
                <a:lnTo>
                  <a:pt x="590987" y="12700"/>
                </a:lnTo>
                <a:close/>
              </a:path>
              <a:path w="605790" h="135254">
                <a:moveTo>
                  <a:pt x="127088" y="635"/>
                </a:moveTo>
                <a:lnTo>
                  <a:pt x="89832" y="28194"/>
                </a:lnTo>
                <a:lnTo>
                  <a:pt x="83652" y="67310"/>
                </a:lnTo>
                <a:lnTo>
                  <a:pt x="83581" y="68961"/>
                </a:lnTo>
                <a:lnTo>
                  <a:pt x="83515" y="70485"/>
                </a:lnTo>
                <a:lnTo>
                  <a:pt x="89382" y="108775"/>
                </a:lnTo>
                <a:lnTo>
                  <a:pt x="124167" y="135001"/>
                </a:lnTo>
                <a:lnTo>
                  <a:pt x="133796" y="133951"/>
                </a:lnTo>
                <a:lnTo>
                  <a:pt x="133964" y="133951"/>
                </a:lnTo>
                <a:lnTo>
                  <a:pt x="142394" y="130794"/>
                </a:lnTo>
                <a:lnTo>
                  <a:pt x="142538" y="130794"/>
                </a:lnTo>
                <a:lnTo>
                  <a:pt x="150139" y="125249"/>
                </a:lnTo>
                <a:lnTo>
                  <a:pt x="151922" y="123063"/>
                </a:lnTo>
                <a:lnTo>
                  <a:pt x="125666" y="123063"/>
                </a:lnTo>
                <a:lnTo>
                  <a:pt x="113488" y="119729"/>
                </a:lnTo>
                <a:lnTo>
                  <a:pt x="104789" y="109728"/>
                </a:lnTo>
                <a:lnTo>
                  <a:pt x="99568" y="93059"/>
                </a:lnTo>
                <a:lnTo>
                  <a:pt x="97884" y="70485"/>
                </a:lnTo>
                <a:lnTo>
                  <a:pt x="98000" y="67310"/>
                </a:lnTo>
                <a:lnTo>
                  <a:pt x="99613" y="44793"/>
                </a:lnTo>
                <a:lnTo>
                  <a:pt x="104968" y="26971"/>
                </a:lnTo>
                <a:lnTo>
                  <a:pt x="113890" y="16269"/>
                </a:lnTo>
                <a:lnTo>
                  <a:pt x="126377" y="12700"/>
                </a:lnTo>
                <a:lnTo>
                  <a:pt x="152837" y="12700"/>
                </a:lnTo>
                <a:lnTo>
                  <a:pt x="144831" y="4802"/>
                </a:lnTo>
                <a:lnTo>
                  <a:pt x="127088" y="635"/>
                </a:lnTo>
                <a:close/>
              </a:path>
              <a:path w="605790" h="135254">
                <a:moveTo>
                  <a:pt x="152837" y="12700"/>
                </a:moveTo>
                <a:lnTo>
                  <a:pt x="126377" y="12700"/>
                </a:lnTo>
                <a:lnTo>
                  <a:pt x="138390" y="16269"/>
                </a:lnTo>
                <a:lnTo>
                  <a:pt x="138222" y="16269"/>
                </a:lnTo>
                <a:lnTo>
                  <a:pt x="146591" y="26733"/>
                </a:lnTo>
                <a:lnTo>
                  <a:pt x="151643" y="44311"/>
                </a:lnTo>
                <a:lnTo>
                  <a:pt x="153214" y="67310"/>
                </a:lnTo>
                <a:lnTo>
                  <a:pt x="153215" y="70485"/>
                </a:lnTo>
                <a:lnTo>
                  <a:pt x="151598" y="92630"/>
                </a:lnTo>
                <a:lnTo>
                  <a:pt x="146411" y="109537"/>
                </a:lnTo>
                <a:lnTo>
                  <a:pt x="137727" y="119729"/>
                </a:lnTo>
                <a:lnTo>
                  <a:pt x="137597" y="119729"/>
                </a:lnTo>
                <a:lnTo>
                  <a:pt x="125666" y="123063"/>
                </a:lnTo>
                <a:lnTo>
                  <a:pt x="151922" y="123063"/>
                </a:lnTo>
                <a:lnTo>
                  <a:pt x="156375" y="117602"/>
                </a:lnTo>
                <a:lnTo>
                  <a:pt x="161307" y="107886"/>
                </a:lnTo>
                <a:lnTo>
                  <a:pt x="164826" y="96266"/>
                </a:lnTo>
                <a:lnTo>
                  <a:pt x="166937" y="82740"/>
                </a:lnTo>
                <a:lnTo>
                  <a:pt x="167495" y="70485"/>
                </a:lnTo>
                <a:lnTo>
                  <a:pt x="167564" y="68961"/>
                </a:lnTo>
                <a:lnTo>
                  <a:pt x="167640" y="67310"/>
                </a:lnTo>
                <a:lnTo>
                  <a:pt x="165106" y="38139"/>
                </a:lnTo>
                <a:lnTo>
                  <a:pt x="157503" y="17303"/>
                </a:lnTo>
                <a:lnTo>
                  <a:pt x="152837" y="12700"/>
                </a:lnTo>
                <a:close/>
              </a:path>
              <a:path w="605790" h="135254">
                <a:moveTo>
                  <a:pt x="66603" y="12573"/>
                </a:moveTo>
                <a:lnTo>
                  <a:pt x="43573" y="12573"/>
                </a:lnTo>
                <a:lnTo>
                  <a:pt x="49669" y="14732"/>
                </a:lnTo>
                <a:lnTo>
                  <a:pt x="58851" y="23622"/>
                </a:lnTo>
                <a:lnTo>
                  <a:pt x="61150" y="29718"/>
                </a:lnTo>
                <a:lnTo>
                  <a:pt x="61150" y="44958"/>
                </a:lnTo>
                <a:lnTo>
                  <a:pt x="35090" y="75692"/>
                </a:lnTo>
                <a:lnTo>
                  <a:pt x="27965" y="80738"/>
                </a:lnTo>
                <a:lnTo>
                  <a:pt x="21886" y="85391"/>
                </a:lnTo>
                <a:lnTo>
                  <a:pt x="0" y="119380"/>
                </a:lnTo>
                <a:lnTo>
                  <a:pt x="0" y="132842"/>
                </a:lnTo>
                <a:lnTo>
                  <a:pt x="78028" y="132842"/>
                </a:lnTo>
                <a:lnTo>
                  <a:pt x="78028" y="120142"/>
                </a:lnTo>
                <a:lnTo>
                  <a:pt x="14935" y="120142"/>
                </a:lnTo>
                <a:lnTo>
                  <a:pt x="14935" y="115697"/>
                </a:lnTo>
                <a:lnTo>
                  <a:pt x="15722" y="111887"/>
                </a:lnTo>
                <a:lnTo>
                  <a:pt x="17284" y="108712"/>
                </a:lnTo>
                <a:lnTo>
                  <a:pt x="18834" y="105410"/>
                </a:lnTo>
                <a:lnTo>
                  <a:pt x="46037" y="82677"/>
                </a:lnTo>
                <a:lnTo>
                  <a:pt x="53331" y="77102"/>
                </a:lnTo>
                <a:lnTo>
                  <a:pt x="74444" y="43027"/>
                </a:lnTo>
                <a:lnTo>
                  <a:pt x="74853" y="36195"/>
                </a:lnTo>
                <a:lnTo>
                  <a:pt x="74317" y="29718"/>
                </a:lnTo>
                <a:lnTo>
                  <a:pt x="74215" y="28485"/>
                </a:lnTo>
                <a:lnTo>
                  <a:pt x="72301" y="21574"/>
                </a:lnTo>
                <a:lnTo>
                  <a:pt x="69110" y="15495"/>
                </a:lnTo>
                <a:lnTo>
                  <a:pt x="66603" y="12573"/>
                </a:lnTo>
                <a:close/>
              </a:path>
              <a:path w="605790" h="135254">
                <a:moveTo>
                  <a:pt x="37731" y="635"/>
                </a:moveTo>
                <a:lnTo>
                  <a:pt x="28166" y="1418"/>
                </a:lnTo>
                <a:lnTo>
                  <a:pt x="19529" y="3762"/>
                </a:lnTo>
                <a:lnTo>
                  <a:pt x="11821" y="7653"/>
                </a:lnTo>
                <a:lnTo>
                  <a:pt x="5041" y="13081"/>
                </a:lnTo>
                <a:lnTo>
                  <a:pt x="5041" y="28321"/>
                </a:lnTo>
                <a:lnTo>
                  <a:pt x="9398" y="23368"/>
                </a:lnTo>
                <a:lnTo>
                  <a:pt x="14287" y="19558"/>
                </a:lnTo>
                <a:lnTo>
                  <a:pt x="25133" y="13970"/>
                </a:lnTo>
                <a:lnTo>
                  <a:pt x="30543" y="12573"/>
                </a:lnTo>
                <a:lnTo>
                  <a:pt x="66603" y="12573"/>
                </a:lnTo>
                <a:lnTo>
                  <a:pt x="64643" y="10287"/>
                </a:lnTo>
                <a:lnTo>
                  <a:pt x="59132" y="6046"/>
                </a:lnTo>
                <a:lnTo>
                  <a:pt x="52811" y="3032"/>
                </a:lnTo>
                <a:lnTo>
                  <a:pt x="45678" y="1232"/>
                </a:lnTo>
                <a:lnTo>
                  <a:pt x="37731" y="635"/>
                </a:lnTo>
                <a:close/>
              </a:path>
              <a:path w="605790" h="135254">
                <a:moveTo>
                  <a:pt x="491172" y="20574"/>
                </a:moveTo>
                <a:lnTo>
                  <a:pt x="477126" y="20574"/>
                </a:lnTo>
                <a:lnTo>
                  <a:pt x="477126" y="132842"/>
                </a:lnTo>
                <a:lnTo>
                  <a:pt x="491172" y="132842"/>
                </a:lnTo>
                <a:lnTo>
                  <a:pt x="491172" y="20574"/>
                </a:lnTo>
                <a:close/>
              </a:path>
              <a:path w="605790" h="135254">
                <a:moveTo>
                  <a:pt x="491172" y="0"/>
                </a:moveTo>
                <a:lnTo>
                  <a:pt x="485520" y="0"/>
                </a:lnTo>
                <a:lnTo>
                  <a:pt x="481215" y="3810"/>
                </a:lnTo>
                <a:lnTo>
                  <a:pt x="475361" y="7874"/>
                </a:lnTo>
                <a:lnTo>
                  <a:pt x="467931" y="11938"/>
                </a:lnTo>
                <a:lnTo>
                  <a:pt x="460514" y="16129"/>
                </a:lnTo>
                <a:lnTo>
                  <a:pt x="453555" y="19050"/>
                </a:lnTo>
                <a:lnTo>
                  <a:pt x="447078" y="20828"/>
                </a:lnTo>
                <a:lnTo>
                  <a:pt x="447078" y="35941"/>
                </a:lnTo>
                <a:lnTo>
                  <a:pt x="477126" y="20574"/>
                </a:lnTo>
                <a:lnTo>
                  <a:pt x="491172" y="20574"/>
                </a:lnTo>
                <a:lnTo>
                  <a:pt x="4911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7258" y="4802885"/>
            <a:ext cx="985532" cy="181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48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5150" y="-1"/>
            <a:ext cx="5276850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590" y="5912358"/>
            <a:ext cx="1521834" cy="3869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6191" y="2874010"/>
            <a:ext cx="1193800" cy="303530"/>
          </a:xfrm>
          <a:custGeom>
            <a:avLst/>
            <a:gdLst/>
            <a:ahLst/>
            <a:cxnLst/>
            <a:rect l="l" t="t" r="r" b="b"/>
            <a:pathLst>
              <a:path w="1193800" h="303530">
                <a:moveTo>
                  <a:pt x="514438" y="1269"/>
                </a:moveTo>
                <a:lnTo>
                  <a:pt x="432117" y="1269"/>
                </a:lnTo>
                <a:lnTo>
                  <a:pt x="427812" y="2666"/>
                </a:lnTo>
                <a:lnTo>
                  <a:pt x="420839" y="8762"/>
                </a:lnTo>
                <a:lnTo>
                  <a:pt x="419099" y="13715"/>
                </a:lnTo>
                <a:lnTo>
                  <a:pt x="419099" y="289687"/>
                </a:lnTo>
                <a:lnTo>
                  <a:pt x="420839" y="294513"/>
                </a:lnTo>
                <a:lnTo>
                  <a:pt x="427812" y="300609"/>
                </a:lnTo>
                <a:lnTo>
                  <a:pt x="432117" y="302132"/>
                </a:lnTo>
                <a:lnTo>
                  <a:pt x="509092" y="302132"/>
                </a:lnTo>
                <a:lnTo>
                  <a:pt x="562873" y="297203"/>
                </a:lnTo>
                <a:lnTo>
                  <a:pt x="604815" y="282193"/>
                </a:lnTo>
                <a:lnTo>
                  <a:pt x="636754" y="256063"/>
                </a:lnTo>
                <a:lnTo>
                  <a:pt x="638462" y="253745"/>
                </a:lnTo>
                <a:lnTo>
                  <a:pt x="480021" y="253745"/>
                </a:lnTo>
                <a:lnTo>
                  <a:pt x="480021" y="49149"/>
                </a:lnTo>
                <a:lnTo>
                  <a:pt x="639549" y="49149"/>
                </a:lnTo>
                <a:lnTo>
                  <a:pt x="638912" y="48267"/>
                </a:lnTo>
                <a:lnTo>
                  <a:pt x="608501" y="22288"/>
                </a:lnTo>
                <a:lnTo>
                  <a:pt x="567915" y="6520"/>
                </a:lnTo>
                <a:lnTo>
                  <a:pt x="533791" y="1845"/>
                </a:lnTo>
                <a:lnTo>
                  <a:pt x="514438" y="1269"/>
                </a:lnTo>
                <a:close/>
              </a:path>
              <a:path w="1193800" h="303530">
                <a:moveTo>
                  <a:pt x="639549" y="49149"/>
                </a:moveTo>
                <a:lnTo>
                  <a:pt x="510946" y="49149"/>
                </a:lnTo>
                <a:lnTo>
                  <a:pt x="524345" y="49623"/>
                </a:lnTo>
                <a:lnTo>
                  <a:pt x="536389" y="51038"/>
                </a:lnTo>
                <a:lnTo>
                  <a:pt x="572169" y="65706"/>
                </a:lnTo>
                <a:lnTo>
                  <a:pt x="597950" y="100691"/>
                </a:lnTo>
                <a:lnTo>
                  <a:pt x="605515" y="138854"/>
                </a:lnTo>
                <a:lnTo>
                  <a:pt x="605828" y="149351"/>
                </a:lnTo>
                <a:lnTo>
                  <a:pt x="605473" y="161976"/>
                </a:lnTo>
                <a:lnTo>
                  <a:pt x="596921" y="204277"/>
                </a:lnTo>
                <a:lnTo>
                  <a:pt x="569990" y="239093"/>
                </a:lnTo>
                <a:lnTo>
                  <a:pt x="523947" y="253341"/>
                </a:lnTo>
                <a:lnTo>
                  <a:pt x="511886" y="253745"/>
                </a:lnTo>
                <a:lnTo>
                  <a:pt x="638462" y="253745"/>
                </a:lnTo>
                <a:lnTo>
                  <a:pt x="658266" y="218059"/>
                </a:lnTo>
                <a:lnTo>
                  <a:pt x="668410" y="167195"/>
                </a:lnTo>
                <a:lnTo>
                  <a:pt x="669013" y="149351"/>
                </a:lnTo>
                <a:lnTo>
                  <a:pt x="669086" y="147192"/>
                </a:lnTo>
                <a:lnTo>
                  <a:pt x="663455" y="98347"/>
                </a:lnTo>
                <a:lnTo>
                  <a:pt x="646782" y="59150"/>
                </a:lnTo>
                <a:lnTo>
                  <a:pt x="639549" y="49149"/>
                </a:lnTo>
                <a:close/>
              </a:path>
              <a:path w="1193800" h="303530">
                <a:moveTo>
                  <a:pt x="874623" y="1269"/>
                </a:moveTo>
                <a:lnTo>
                  <a:pt x="717905" y="1269"/>
                </a:lnTo>
                <a:lnTo>
                  <a:pt x="713587" y="2666"/>
                </a:lnTo>
                <a:lnTo>
                  <a:pt x="710031" y="5714"/>
                </a:lnTo>
                <a:lnTo>
                  <a:pt x="706602" y="8762"/>
                </a:lnTo>
                <a:lnTo>
                  <a:pt x="704824" y="13715"/>
                </a:lnTo>
                <a:lnTo>
                  <a:pt x="704824" y="289687"/>
                </a:lnTo>
                <a:lnTo>
                  <a:pt x="706602" y="294513"/>
                </a:lnTo>
                <a:lnTo>
                  <a:pt x="710031" y="297561"/>
                </a:lnTo>
                <a:lnTo>
                  <a:pt x="713587" y="300609"/>
                </a:lnTo>
                <a:lnTo>
                  <a:pt x="717905" y="302132"/>
                </a:lnTo>
                <a:lnTo>
                  <a:pt x="875512" y="302132"/>
                </a:lnTo>
                <a:lnTo>
                  <a:pt x="876782" y="301751"/>
                </a:lnTo>
                <a:lnTo>
                  <a:pt x="877925" y="300863"/>
                </a:lnTo>
                <a:lnTo>
                  <a:pt x="879195" y="299974"/>
                </a:lnTo>
                <a:lnTo>
                  <a:pt x="883259" y="282701"/>
                </a:lnTo>
                <a:lnTo>
                  <a:pt x="883259" y="273685"/>
                </a:lnTo>
                <a:lnTo>
                  <a:pt x="883005" y="269875"/>
                </a:lnTo>
                <a:lnTo>
                  <a:pt x="882243" y="263905"/>
                </a:lnTo>
                <a:lnTo>
                  <a:pt x="881608" y="261365"/>
                </a:lnTo>
                <a:lnTo>
                  <a:pt x="880846" y="259587"/>
                </a:lnTo>
                <a:lnTo>
                  <a:pt x="880084" y="257682"/>
                </a:lnTo>
                <a:lnTo>
                  <a:pt x="879195" y="256286"/>
                </a:lnTo>
                <a:lnTo>
                  <a:pt x="877925" y="255524"/>
                </a:lnTo>
                <a:lnTo>
                  <a:pt x="876782" y="254635"/>
                </a:lnTo>
                <a:lnTo>
                  <a:pt x="875512" y="254253"/>
                </a:lnTo>
                <a:lnTo>
                  <a:pt x="765784" y="254253"/>
                </a:lnTo>
                <a:lnTo>
                  <a:pt x="765784" y="169290"/>
                </a:lnTo>
                <a:lnTo>
                  <a:pt x="858113" y="169290"/>
                </a:lnTo>
                <a:lnTo>
                  <a:pt x="859383" y="168910"/>
                </a:lnTo>
                <a:lnTo>
                  <a:pt x="865733" y="150622"/>
                </a:lnTo>
                <a:lnTo>
                  <a:pt x="865733" y="141731"/>
                </a:lnTo>
                <a:lnTo>
                  <a:pt x="865606" y="138049"/>
                </a:lnTo>
                <a:lnTo>
                  <a:pt x="864844" y="131952"/>
                </a:lnTo>
                <a:lnTo>
                  <a:pt x="864209" y="129666"/>
                </a:lnTo>
                <a:lnTo>
                  <a:pt x="863447" y="127888"/>
                </a:lnTo>
                <a:lnTo>
                  <a:pt x="862685" y="125984"/>
                </a:lnTo>
                <a:lnTo>
                  <a:pt x="861669" y="124713"/>
                </a:lnTo>
                <a:lnTo>
                  <a:pt x="860526" y="123825"/>
                </a:lnTo>
                <a:lnTo>
                  <a:pt x="859383" y="123062"/>
                </a:lnTo>
                <a:lnTo>
                  <a:pt x="858113" y="122554"/>
                </a:lnTo>
                <a:lnTo>
                  <a:pt x="765784" y="122554"/>
                </a:lnTo>
                <a:lnTo>
                  <a:pt x="765784" y="49149"/>
                </a:lnTo>
                <a:lnTo>
                  <a:pt x="874623" y="49149"/>
                </a:lnTo>
                <a:lnTo>
                  <a:pt x="875893" y="48640"/>
                </a:lnTo>
                <a:lnTo>
                  <a:pt x="881989" y="29717"/>
                </a:lnTo>
                <a:lnTo>
                  <a:pt x="881989" y="20700"/>
                </a:lnTo>
                <a:lnTo>
                  <a:pt x="881862" y="16890"/>
                </a:lnTo>
                <a:lnTo>
                  <a:pt x="881100" y="10922"/>
                </a:lnTo>
                <a:lnTo>
                  <a:pt x="880560" y="8762"/>
                </a:lnTo>
                <a:lnTo>
                  <a:pt x="880465" y="8381"/>
                </a:lnTo>
                <a:lnTo>
                  <a:pt x="879703" y="6476"/>
                </a:lnTo>
                <a:lnTo>
                  <a:pt x="878941" y="4444"/>
                </a:lnTo>
                <a:lnTo>
                  <a:pt x="878052" y="3175"/>
                </a:lnTo>
                <a:lnTo>
                  <a:pt x="876909" y="2412"/>
                </a:lnTo>
                <a:lnTo>
                  <a:pt x="875893" y="1650"/>
                </a:lnTo>
                <a:lnTo>
                  <a:pt x="874623" y="1269"/>
                </a:lnTo>
                <a:close/>
              </a:path>
              <a:path w="1193800" h="303530">
                <a:moveTo>
                  <a:pt x="175069" y="1269"/>
                </a:moveTo>
                <a:lnTo>
                  <a:pt x="130187" y="1269"/>
                </a:lnTo>
                <a:lnTo>
                  <a:pt x="124955" y="3048"/>
                </a:lnTo>
                <a:lnTo>
                  <a:pt x="120688" y="6730"/>
                </a:lnTo>
                <a:lnTo>
                  <a:pt x="116433" y="10287"/>
                </a:lnTo>
                <a:lnTo>
                  <a:pt x="114300" y="15748"/>
                </a:lnTo>
                <a:lnTo>
                  <a:pt x="114403" y="295401"/>
                </a:lnTo>
                <a:lnTo>
                  <a:pt x="114681" y="296417"/>
                </a:lnTo>
                <a:lnTo>
                  <a:pt x="128015" y="302767"/>
                </a:lnTo>
                <a:lnTo>
                  <a:pt x="131584" y="303275"/>
                </a:lnTo>
                <a:lnTo>
                  <a:pt x="136080" y="303529"/>
                </a:lnTo>
                <a:lnTo>
                  <a:pt x="147091" y="303529"/>
                </a:lnTo>
                <a:lnTo>
                  <a:pt x="151663" y="303275"/>
                </a:lnTo>
                <a:lnTo>
                  <a:pt x="155219" y="302767"/>
                </a:lnTo>
                <a:lnTo>
                  <a:pt x="158788" y="302387"/>
                </a:lnTo>
                <a:lnTo>
                  <a:pt x="169290" y="295401"/>
                </a:lnTo>
                <a:lnTo>
                  <a:pt x="169268" y="117346"/>
                </a:lnTo>
                <a:lnTo>
                  <a:pt x="167987" y="76813"/>
                </a:lnTo>
                <a:lnTo>
                  <a:pt x="167551" y="68452"/>
                </a:lnTo>
                <a:lnTo>
                  <a:pt x="231514" y="68452"/>
                </a:lnTo>
                <a:lnTo>
                  <a:pt x="212432" y="32638"/>
                </a:lnTo>
                <a:lnTo>
                  <a:pt x="209486" y="26542"/>
                </a:lnTo>
                <a:lnTo>
                  <a:pt x="206616" y="21462"/>
                </a:lnTo>
                <a:lnTo>
                  <a:pt x="203822" y="17399"/>
                </a:lnTo>
                <a:lnTo>
                  <a:pt x="201040" y="13207"/>
                </a:lnTo>
                <a:lnTo>
                  <a:pt x="198056" y="10032"/>
                </a:lnTo>
                <a:lnTo>
                  <a:pt x="194868" y="7747"/>
                </a:lnTo>
                <a:lnTo>
                  <a:pt x="191693" y="5334"/>
                </a:lnTo>
                <a:lnTo>
                  <a:pt x="188087" y="3682"/>
                </a:lnTo>
                <a:lnTo>
                  <a:pt x="180035" y="1650"/>
                </a:lnTo>
                <a:lnTo>
                  <a:pt x="175069" y="1269"/>
                </a:lnTo>
                <a:close/>
              </a:path>
              <a:path w="1193800" h="303530">
                <a:moveTo>
                  <a:pt x="231514" y="68452"/>
                </a:moveTo>
                <a:lnTo>
                  <a:pt x="168020" y="68452"/>
                </a:lnTo>
                <a:lnTo>
                  <a:pt x="170778" y="75358"/>
                </a:lnTo>
                <a:lnTo>
                  <a:pt x="186796" y="110696"/>
                </a:lnTo>
                <a:lnTo>
                  <a:pt x="268236" y="264413"/>
                </a:lnTo>
                <a:lnTo>
                  <a:pt x="272122" y="272161"/>
                </a:lnTo>
                <a:lnTo>
                  <a:pt x="275602" y="278511"/>
                </a:lnTo>
                <a:lnTo>
                  <a:pt x="278701" y="283337"/>
                </a:lnTo>
                <a:lnTo>
                  <a:pt x="281800" y="288289"/>
                </a:lnTo>
                <a:lnTo>
                  <a:pt x="285026" y="292100"/>
                </a:lnTo>
                <a:lnTo>
                  <a:pt x="291693" y="297941"/>
                </a:lnTo>
                <a:lnTo>
                  <a:pt x="295581" y="299974"/>
                </a:lnTo>
                <a:lnTo>
                  <a:pt x="295777" y="299974"/>
                </a:lnTo>
                <a:lnTo>
                  <a:pt x="299288" y="300989"/>
                </a:lnTo>
                <a:lnTo>
                  <a:pt x="303731" y="302132"/>
                </a:lnTo>
                <a:lnTo>
                  <a:pt x="304175" y="302132"/>
                </a:lnTo>
                <a:lnTo>
                  <a:pt x="308861" y="302767"/>
                </a:lnTo>
                <a:lnTo>
                  <a:pt x="341614" y="302767"/>
                </a:lnTo>
                <a:lnTo>
                  <a:pt x="345249" y="302132"/>
                </a:lnTo>
                <a:lnTo>
                  <a:pt x="348119" y="301243"/>
                </a:lnTo>
                <a:lnTo>
                  <a:pt x="350989" y="300481"/>
                </a:lnTo>
                <a:lnTo>
                  <a:pt x="353466" y="299085"/>
                </a:lnTo>
                <a:lnTo>
                  <a:pt x="355561" y="297179"/>
                </a:lnTo>
                <a:lnTo>
                  <a:pt x="357657" y="295401"/>
                </a:lnTo>
                <a:lnTo>
                  <a:pt x="359321" y="292988"/>
                </a:lnTo>
                <a:lnTo>
                  <a:pt x="360565" y="290322"/>
                </a:lnTo>
                <a:lnTo>
                  <a:pt x="361797" y="287527"/>
                </a:lnTo>
                <a:lnTo>
                  <a:pt x="362419" y="284352"/>
                </a:lnTo>
                <a:lnTo>
                  <a:pt x="362419" y="219075"/>
                </a:lnTo>
                <a:lnTo>
                  <a:pt x="308470" y="219075"/>
                </a:lnTo>
                <a:lnTo>
                  <a:pt x="305676" y="212851"/>
                </a:lnTo>
                <a:lnTo>
                  <a:pt x="287693" y="175132"/>
                </a:lnTo>
                <a:lnTo>
                  <a:pt x="281152" y="162305"/>
                </a:lnTo>
                <a:lnTo>
                  <a:pt x="277812" y="155828"/>
                </a:lnTo>
                <a:lnTo>
                  <a:pt x="274446" y="149225"/>
                </a:lnTo>
                <a:lnTo>
                  <a:pt x="271030" y="142620"/>
                </a:lnTo>
                <a:lnTo>
                  <a:pt x="231514" y="68452"/>
                </a:lnTo>
                <a:close/>
              </a:path>
              <a:path w="1193800" h="303530">
                <a:moveTo>
                  <a:pt x="340944" y="253"/>
                </a:moveTo>
                <a:lnTo>
                  <a:pt x="330098" y="253"/>
                </a:lnTo>
                <a:lnTo>
                  <a:pt x="325526" y="507"/>
                </a:lnTo>
                <a:lnTo>
                  <a:pt x="307314" y="8762"/>
                </a:lnTo>
                <a:lnTo>
                  <a:pt x="307364" y="101726"/>
                </a:lnTo>
                <a:lnTo>
                  <a:pt x="307491" y="175132"/>
                </a:lnTo>
                <a:lnTo>
                  <a:pt x="308698" y="219075"/>
                </a:lnTo>
                <a:lnTo>
                  <a:pt x="362419" y="219075"/>
                </a:lnTo>
                <a:lnTo>
                  <a:pt x="362419" y="8762"/>
                </a:lnTo>
                <a:lnTo>
                  <a:pt x="362142" y="7747"/>
                </a:lnTo>
                <a:lnTo>
                  <a:pt x="362038" y="7365"/>
                </a:lnTo>
                <a:lnTo>
                  <a:pt x="345363" y="507"/>
                </a:lnTo>
                <a:lnTo>
                  <a:pt x="340944" y="253"/>
                </a:lnTo>
                <a:close/>
              </a:path>
              <a:path w="1193800" h="303530">
                <a:moveTo>
                  <a:pt x="921804" y="303022"/>
                </a:moveTo>
                <a:lnTo>
                  <a:pt x="917803" y="303022"/>
                </a:lnTo>
                <a:lnTo>
                  <a:pt x="930249" y="303529"/>
                </a:lnTo>
                <a:lnTo>
                  <a:pt x="926249" y="303529"/>
                </a:lnTo>
                <a:lnTo>
                  <a:pt x="921804" y="303022"/>
                </a:lnTo>
                <a:close/>
              </a:path>
              <a:path w="1193800" h="303530">
                <a:moveTo>
                  <a:pt x="1104112" y="303022"/>
                </a:moveTo>
                <a:lnTo>
                  <a:pt x="955141" y="303022"/>
                </a:lnTo>
                <a:lnTo>
                  <a:pt x="949553" y="303529"/>
                </a:lnTo>
                <a:lnTo>
                  <a:pt x="1109700" y="303529"/>
                </a:lnTo>
                <a:lnTo>
                  <a:pt x="1104112" y="303022"/>
                </a:lnTo>
                <a:close/>
              </a:path>
              <a:path w="1193800" h="303530">
                <a:moveTo>
                  <a:pt x="1193647" y="303022"/>
                </a:moveTo>
                <a:lnTo>
                  <a:pt x="1139228" y="303022"/>
                </a:lnTo>
                <a:lnTo>
                  <a:pt x="1134275" y="303529"/>
                </a:lnTo>
                <a:lnTo>
                  <a:pt x="1079855" y="303529"/>
                </a:lnTo>
                <a:lnTo>
                  <a:pt x="1193647" y="303022"/>
                </a:lnTo>
                <a:close/>
              </a:path>
              <a:path w="1193800" h="303530">
                <a:moveTo>
                  <a:pt x="959586" y="0"/>
                </a:moveTo>
                <a:lnTo>
                  <a:pt x="930757" y="0"/>
                </a:lnTo>
                <a:lnTo>
                  <a:pt x="921232" y="762"/>
                </a:lnTo>
                <a:lnTo>
                  <a:pt x="917930" y="1777"/>
                </a:lnTo>
                <a:lnTo>
                  <a:pt x="916152" y="3428"/>
                </a:lnTo>
                <a:lnTo>
                  <a:pt x="914354" y="5206"/>
                </a:lnTo>
                <a:lnTo>
                  <a:pt x="913993" y="7492"/>
                </a:lnTo>
                <a:lnTo>
                  <a:pt x="915009" y="10922"/>
                </a:lnTo>
                <a:lnTo>
                  <a:pt x="916025" y="14224"/>
                </a:lnTo>
                <a:lnTo>
                  <a:pt x="917803" y="18668"/>
                </a:lnTo>
                <a:lnTo>
                  <a:pt x="920597" y="24256"/>
                </a:lnTo>
                <a:lnTo>
                  <a:pt x="987653" y="147700"/>
                </a:lnTo>
                <a:lnTo>
                  <a:pt x="912596" y="284479"/>
                </a:lnTo>
                <a:lnTo>
                  <a:pt x="910691" y="288925"/>
                </a:lnTo>
                <a:lnTo>
                  <a:pt x="909675" y="292100"/>
                </a:lnTo>
                <a:lnTo>
                  <a:pt x="908786" y="295401"/>
                </a:lnTo>
                <a:lnTo>
                  <a:pt x="909107" y="297434"/>
                </a:lnTo>
                <a:lnTo>
                  <a:pt x="909167" y="297814"/>
                </a:lnTo>
                <a:lnTo>
                  <a:pt x="910691" y="299592"/>
                </a:lnTo>
                <a:lnTo>
                  <a:pt x="912215" y="301243"/>
                </a:lnTo>
                <a:lnTo>
                  <a:pt x="915136" y="302387"/>
                </a:lnTo>
                <a:lnTo>
                  <a:pt x="919581" y="302767"/>
                </a:lnTo>
                <a:lnTo>
                  <a:pt x="921804" y="303022"/>
                </a:lnTo>
                <a:lnTo>
                  <a:pt x="955141" y="303022"/>
                </a:lnTo>
                <a:lnTo>
                  <a:pt x="959459" y="302767"/>
                </a:lnTo>
                <a:lnTo>
                  <a:pt x="961936" y="302387"/>
                </a:lnTo>
                <a:lnTo>
                  <a:pt x="962359" y="302387"/>
                </a:lnTo>
                <a:lnTo>
                  <a:pt x="965174" y="301498"/>
                </a:lnTo>
                <a:lnTo>
                  <a:pt x="967587" y="300863"/>
                </a:lnTo>
                <a:lnTo>
                  <a:pt x="969365" y="299847"/>
                </a:lnTo>
                <a:lnTo>
                  <a:pt x="970381" y="298576"/>
                </a:lnTo>
                <a:lnTo>
                  <a:pt x="971524" y="297434"/>
                </a:lnTo>
                <a:lnTo>
                  <a:pt x="972540" y="295782"/>
                </a:lnTo>
                <a:lnTo>
                  <a:pt x="973429" y="294004"/>
                </a:lnTo>
                <a:lnTo>
                  <a:pt x="1029690" y="185419"/>
                </a:lnTo>
                <a:lnTo>
                  <a:pt x="1097152" y="185419"/>
                </a:lnTo>
                <a:lnTo>
                  <a:pt x="1076426" y="147065"/>
                </a:lnTo>
                <a:lnTo>
                  <a:pt x="1097299" y="108838"/>
                </a:lnTo>
                <a:lnTo>
                  <a:pt x="1034897" y="108838"/>
                </a:lnTo>
                <a:lnTo>
                  <a:pt x="982065" y="9398"/>
                </a:lnTo>
                <a:lnTo>
                  <a:pt x="981295" y="7747"/>
                </a:lnTo>
                <a:lnTo>
                  <a:pt x="981176" y="7492"/>
                </a:lnTo>
                <a:lnTo>
                  <a:pt x="980160" y="5968"/>
                </a:lnTo>
                <a:lnTo>
                  <a:pt x="968921" y="762"/>
                </a:lnTo>
                <a:lnTo>
                  <a:pt x="969534" y="762"/>
                </a:lnTo>
                <a:lnTo>
                  <a:pt x="963777" y="253"/>
                </a:lnTo>
                <a:lnTo>
                  <a:pt x="959586" y="0"/>
                </a:lnTo>
                <a:close/>
              </a:path>
              <a:path w="1193800" h="303530">
                <a:moveTo>
                  <a:pt x="1097152" y="185419"/>
                </a:moveTo>
                <a:lnTo>
                  <a:pt x="1029690" y="185419"/>
                </a:lnTo>
                <a:lnTo>
                  <a:pt x="1086205" y="294004"/>
                </a:lnTo>
                <a:lnTo>
                  <a:pt x="1086967" y="295782"/>
                </a:lnTo>
                <a:lnTo>
                  <a:pt x="1087983" y="297434"/>
                </a:lnTo>
                <a:lnTo>
                  <a:pt x="1090142" y="299847"/>
                </a:lnTo>
                <a:lnTo>
                  <a:pt x="1091793" y="300863"/>
                </a:lnTo>
                <a:lnTo>
                  <a:pt x="1094206" y="301498"/>
                </a:lnTo>
                <a:lnTo>
                  <a:pt x="1097021" y="302387"/>
                </a:lnTo>
                <a:lnTo>
                  <a:pt x="1097445" y="302387"/>
                </a:lnTo>
                <a:lnTo>
                  <a:pt x="1099921" y="302767"/>
                </a:lnTo>
                <a:lnTo>
                  <a:pt x="1104112" y="303022"/>
                </a:lnTo>
                <a:lnTo>
                  <a:pt x="1139228" y="303022"/>
                </a:lnTo>
                <a:lnTo>
                  <a:pt x="1141704" y="302767"/>
                </a:lnTo>
                <a:lnTo>
                  <a:pt x="1146530" y="302387"/>
                </a:lnTo>
                <a:lnTo>
                  <a:pt x="1149959" y="301243"/>
                </a:lnTo>
                <a:lnTo>
                  <a:pt x="1151864" y="299592"/>
                </a:lnTo>
                <a:lnTo>
                  <a:pt x="1153642" y="297814"/>
                </a:lnTo>
                <a:lnTo>
                  <a:pt x="1154070" y="295782"/>
                </a:lnTo>
                <a:lnTo>
                  <a:pt x="1154150" y="295401"/>
                </a:lnTo>
                <a:lnTo>
                  <a:pt x="1153261" y="292100"/>
                </a:lnTo>
                <a:lnTo>
                  <a:pt x="1152499" y="288925"/>
                </a:lnTo>
                <a:lnTo>
                  <a:pt x="1150594" y="284479"/>
                </a:lnTo>
                <a:lnTo>
                  <a:pt x="1147800" y="279145"/>
                </a:lnTo>
                <a:lnTo>
                  <a:pt x="1097152" y="185419"/>
                </a:lnTo>
                <a:close/>
              </a:path>
              <a:path w="1193800" h="303530">
                <a:moveTo>
                  <a:pt x="1133576" y="0"/>
                </a:moveTo>
                <a:lnTo>
                  <a:pt x="1107287" y="0"/>
                </a:lnTo>
                <a:lnTo>
                  <a:pt x="1103350" y="253"/>
                </a:lnTo>
                <a:lnTo>
                  <a:pt x="1098101" y="762"/>
                </a:lnTo>
                <a:lnTo>
                  <a:pt x="1098619" y="762"/>
                </a:lnTo>
                <a:lnTo>
                  <a:pt x="1096238" y="1142"/>
                </a:lnTo>
                <a:lnTo>
                  <a:pt x="1034897" y="108838"/>
                </a:lnTo>
                <a:lnTo>
                  <a:pt x="1097299" y="108838"/>
                </a:lnTo>
                <a:lnTo>
                  <a:pt x="1143482" y="24256"/>
                </a:lnTo>
                <a:lnTo>
                  <a:pt x="1146022" y="18668"/>
                </a:lnTo>
                <a:lnTo>
                  <a:pt x="1147800" y="14224"/>
                </a:lnTo>
                <a:lnTo>
                  <a:pt x="1148689" y="10922"/>
                </a:lnTo>
                <a:lnTo>
                  <a:pt x="1149578" y="7747"/>
                </a:lnTo>
                <a:lnTo>
                  <a:pt x="1149070" y="5206"/>
                </a:lnTo>
                <a:lnTo>
                  <a:pt x="1145641" y="1777"/>
                </a:lnTo>
                <a:lnTo>
                  <a:pt x="1142593" y="762"/>
                </a:lnTo>
                <a:lnTo>
                  <a:pt x="1133576" y="0"/>
                </a:lnTo>
                <a:close/>
              </a:path>
              <a:path w="1193800" h="303530">
                <a:moveTo>
                  <a:pt x="41694" y="0"/>
                </a:moveTo>
                <a:lnTo>
                  <a:pt x="19913" y="0"/>
                </a:lnTo>
                <a:lnTo>
                  <a:pt x="12166" y="1015"/>
                </a:lnTo>
                <a:lnTo>
                  <a:pt x="0" y="8000"/>
                </a:lnTo>
                <a:lnTo>
                  <a:pt x="0" y="295275"/>
                </a:lnTo>
                <a:lnTo>
                  <a:pt x="15925" y="302767"/>
                </a:lnTo>
                <a:lnTo>
                  <a:pt x="19875" y="303275"/>
                </a:lnTo>
                <a:lnTo>
                  <a:pt x="24803" y="303529"/>
                </a:lnTo>
                <a:lnTo>
                  <a:pt x="36741" y="303529"/>
                </a:lnTo>
                <a:lnTo>
                  <a:pt x="41694" y="303275"/>
                </a:lnTo>
                <a:lnTo>
                  <a:pt x="45580" y="302767"/>
                </a:lnTo>
                <a:lnTo>
                  <a:pt x="49453" y="302387"/>
                </a:lnTo>
                <a:lnTo>
                  <a:pt x="61391" y="295275"/>
                </a:lnTo>
                <a:lnTo>
                  <a:pt x="61391" y="8000"/>
                </a:lnTo>
                <a:lnTo>
                  <a:pt x="49453" y="1015"/>
                </a:lnTo>
                <a:lnTo>
                  <a:pt x="416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2650" y="5286375"/>
            <a:ext cx="4724400" cy="7239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15201" y="5490209"/>
            <a:ext cx="150431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FFFFFF"/>
                </a:solidFill>
                <a:latin typeface="Malgun Gothic"/>
                <a:cs typeface="Malgun Gothic"/>
              </a:rPr>
              <a:t>제품의</a:t>
            </a:r>
            <a:r>
              <a:rPr sz="1850" b="1" spc="-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차별성</a:t>
            </a:r>
            <a:endParaRPr sz="18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62650" y="3609975"/>
            <a:ext cx="4724400" cy="723900"/>
            <a:chOff x="5962650" y="3609975"/>
            <a:chExt cx="4724400" cy="7239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2650" y="3609975"/>
              <a:ext cx="4724400" cy="723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19800" y="3657600"/>
              <a:ext cx="638175" cy="628650"/>
            </a:xfrm>
            <a:custGeom>
              <a:avLst/>
              <a:gdLst/>
              <a:ahLst/>
              <a:cxnLst/>
              <a:rect l="l" t="t" r="r" b="b"/>
              <a:pathLst>
                <a:path w="638175" h="628650">
                  <a:moveTo>
                    <a:pt x="319150" y="0"/>
                  </a:moveTo>
                  <a:lnTo>
                    <a:pt x="271986" y="3407"/>
                  </a:lnTo>
                  <a:lnTo>
                    <a:pt x="226970" y="13307"/>
                  </a:lnTo>
                  <a:lnTo>
                    <a:pt x="184599" y="29212"/>
                  </a:lnTo>
                  <a:lnTo>
                    <a:pt x="145363" y="50636"/>
                  </a:lnTo>
                  <a:lnTo>
                    <a:pt x="109758" y="77094"/>
                  </a:lnTo>
                  <a:lnTo>
                    <a:pt x="78277" y="108099"/>
                  </a:lnTo>
                  <a:lnTo>
                    <a:pt x="51413" y="143166"/>
                  </a:lnTo>
                  <a:lnTo>
                    <a:pt x="29660" y="181808"/>
                  </a:lnTo>
                  <a:lnTo>
                    <a:pt x="13511" y="223539"/>
                  </a:lnTo>
                  <a:lnTo>
                    <a:pt x="3460" y="267873"/>
                  </a:lnTo>
                  <a:lnTo>
                    <a:pt x="0" y="314325"/>
                  </a:lnTo>
                  <a:lnTo>
                    <a:pt x="3460" y="360776"/>
                  </a:lnTo>
                  <a:lnTo>
                    <a:pt x="13511" y="405110"/>
                  </a:lnTo>
                  <a:lnTo>
                    <a:pt x="29660" y="446841"/>
                  </a:lnTo>
                  <a:lnTo>
                    <a:pt x="51413" y="485483"/>
                  </a:lnTo>
                  <a:lnTo>
                    <a:pt x="78277" y="520550"/>
                  </a:lnTo>
                  <a:lnTo>
                    <a:pt x="109758" y="551555"/>
                  </a:lnTo>
                  <a:lnTo>
                    <a:pt x="145363" y="578013"/>
                  </a:lnTo>
                  <a:lnTo>
                    <a:pt x="184599" y="599437"/>
                  </a:lnTo>
                  <a:lnTo>
                    <a:pt x="226970" y="615342"/>
                  </a:lnTo>
                  <a:lnTo>
                    <a:pt x="271986" y="625242"/>
                  </a:lnTo>
                  <a:lnTo>
                    <a:pt x="319150" y="628650"/>
                  </a:lnTo>
                  <a:lnTo>
                    <a:pt x="366284" y="625242"/>
                  </a:lnTo>
                  <a:lnTo>
                    <a:pt x="411273" y="615342"/>
                  </a:lnTo>
                  <a:lnTo>
                    <a:pt x="453624" y="599437"/>
                  </a:lnTo>
                  <a:lnTo>
                    <a:pt x="492843" y="578013"/>
                  </a:lnTo>
                  <a:lnTo>
                    <a:pt x="528436" y="551555"/>
                  </a:lnTo>
                  <a:lnTo>
                    <a:pt x="559909" y="520550"/>
                  </a:lnTo>
                  <a:lnTo>
                    <a:pt x="586767" y="485483"/>
                  </a:lnTo>
                  <a:lnTo>
                    <a:pt x="608517" y="446841"/>
                  </a:lnTo>
                  <a:lnTo>
                    <a:pt x="624664" y="405110"/>
                  </a:lnTo>
                  <a:lnTo>
                    <a:pt x="634714" y="360776"/>
                  </a:lnTo>
                  <a:lnTo>
                    <a:pt x="638175" y="314325"/>
                  </a:lnTo>
                  <a:lnTo>
                    <a:pt x="634714" y="267873"/>
                  </a:lnTo>
                  <a:lnTo>
                    <a:pt x="624664" y="223539"/>
                  </a:lnTo>
                  <a:lnTo>
                    <a:pt x="608517" y="181808"/>
                  </a:lnTo>
                  <a:lnTo>
                    <a:pt x="586767" y="143166"/>
                  </a:lnTo>
                  <a:lnTo>
                    <a:pt x="559909" y="108099"/>
                  </a:lnTo>
                  <a:lnTo>
                    <a:pt x="528436" y="77094"/>
                  </a:lnTo>
                  <a:lnTo>
                    <a:pt x="492843" y="50636"/>
                  </a:lnTo>
                  <a:lnTo>
                    <a:pt x="453624" y="29212"/>
                  </a:lnTo>
                  <a:lnTo>
                    <a:pt x="411273" y="13307"/>
                  </a:lnTo>
                  <a:lnTo>
                    <a:pt x="366284" y="3407"/>
                  </a:lnTo>
                  <a:lnTo>
                    <a:pt x="319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962657" y="4438650"/>
            <a:ext cx="4724400" cy="733425"/>
            <a:chOff x="5962657" y="4438650"/>
            <a:chExt cx="4724400" cy="73342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2657" y="4438650"/>
              <a:ext cx="4724392" cy="7334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19799" y="4476750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150" y="0"/>
                  </a:moveTo>
                  <a:lnTo>
                    <a:pt x="271986" y="3460"/>
                  </a:lnTo>
                  <a:lnTo>
                    <a:pt x="226970" y="13510"/>
                  </a:lnTo>
                  <a:lnTo>
                    <a:pt x="184599" y="29657"/>
                  </a:lnTo>
                  <a:lnTo>
                    <a:pt x="145363" y="51407"/>
                  </a:lnTo>
                  <a:lnTo>
                    <a:pt x="109758" y="78265"/>
                  </a:lnTo>
                  <a:lnTo>
                    <a:pt x="78277" y="109738"/>
                  </a:lnTo>
                  <a:lnTo>
                    <a:pt x="51413" y="145331"/>
                  </a:lnTo>
                  <a:lnTo>
                    <a:pt x="29660" y="184550"/>
                  </a:lnTo>
                  <a:lnTo>
                    <a:pt x="13511" y="226901"/>
                  </a:lnTo>
                  <a:lnTo>
                    <a:pt x="3460" y="271890"/>
                  </a:lnTo>
                  <a:lnTo>
                    <a:pt x="0" y="319024"/>
                  </a:lnTo>
                  <a:lnTo>
                    <a:pt x="3460" y="366188"/>
                  </a:lnTo>
                  <a:lnTo>
                    <a:pt x="13511" y="411204"/>
                  </a:lnTo>
                  <a:lnTo>
                    <a:pt x="29660" y="453575"/>
                  </a:lnTo>
                  <a:lnTo>
                    <a:pt x="51413" y="492811"/>
                  </a:lnTo>
                  <a:lnTo>
                    <a:pt x="78277" y="528416"/>
                  </a:lnTo>
                  <a:lnTo>
                    <a:pt x="109758" y="559897"/>
                  </a:lnTo>
                  <a:lnTo>
                    <a:pt x="145363" y="586761"/>
                  </a:lnTo>
                  <a:lnTo>
                    <a:pt x="184599" y="608514"/>
                  </a:lnTo>
                  <a:lnTo>
                    <a:pt x="226970" y="624663"/>
                  </a:lnTo>
                  <a:lnTo>
                    <a:pt x="271986" y="634714"/>
                  </a:lnTo>
                  <a:lnTo>
                    <a:pt x="319150" y="638175"/>
                  </a:lnTo>
                  <a:lnTo>
                    <a:pt x="366284" y="634714"/>
                  </a:lnTo>
                  <a:lnTo>
                    <a:pt x="411273" y="624663"/>
                  </a:lnTo>
                  <a:lnTo>
                    <a:pt x="453624" y="608514"/>
                  </a:lnTo>
                  <a:lnTo>
                    <a:pt x="492843" y="586761"/>
                  </a:lnTo>
                  <a:lnTo>
                    <a:pt x="528436" y="559897"/>
                  </a:lnTo>
                  <a:lnTo>
                    <a:pt x="559909" y="528416"/>
                  </a:lnTo>
                  <a:lnTo>
                    <a:pt x="586767" y="492811"/>
                  </a:lnTo>
                  <a:lnTo>
                    <a:pt x="608517" y="453575"/>
                  </a:lnTo>
                  <a:lnTo>
                    <a:pt x="624664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90"/>
                  </a:lnTo>
                  <a:lnTo>
                    <a:pt x="624664" y="226901"/>
                  </a:lnTo>
                  <a:lnTo>
                    <a:pt x="608517" y="184550"/>
                  </a:lnTo>
                  <a:lnTo>
                    <a:pt x="586767" y="145331"/>
                  </a:lnTo>
                  <a:lnTo>
                    <a:pt x="559909" y="109738"/>
                  </a:lnTo>
                  <a:lnTo>
                    <a:pt x="528436" y="78265"/>
                  </a:lnTo>
                  <a:lnTo>
                    <a:pt x="492843" y="51407"/>
                  </a:lnTo>
                  <a:lnTo>
                    <a:pt x="453624" y="29657"/>
                  </a:lnTo>
                  <a:lnTo>
                    <a:pt x="411273" y="13510"/>
                  </a:lnTo>
                  <a:lnTo>
                    <a:pt x="366284" y="3460"/>
                  </a:lnTo>
                  <a:lnTo>
                    <a:pt x="319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92850" y="3761676"/>
            <a:ext cx="102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C519B"/>
                </a:solidFill>
                <a:latin typeface="Calibri"/>
                <a:cs typeface="Calibri"/>
              </a:rPr>
              <a:t>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77050" y="3811587"/>
            <a:ext cx="317690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FFFFFF"/>
                </a:solidFill>
                <a:latin typeface="Malgun Gothic"/>
                <a:cs typeface="Malgun Gothic"/>
              </a:rPr>
              <a:t>사내</a:t>
            </a:r>
            <a:r>
              <a:rPr sz="1850" b="1" spc="-229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On-premise</a:t>
            </a:r>
            <a:r>
              <a:rPr sz="185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r>
              <a:rPr sz="1850" b="1" dirty="0">
                <a:solidFill>
                  <a:srgbClr val="FFFFFF"/>
                </a:solidFill>
                <a:latin typeface="Malgun Gothic"/>
                <a:cs typeface="Malgun Gothic"/>
              </a:rPr>
              <a:t>의</a:t>
            </a:r>
            <a:r>
              <a:rPr sz="1850" b="1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필요성</a:t>
            </a:r>
            <a:endParaRPr sz="18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4750" y="4586922"/>
            <a:ext cx="177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9800" y="5334000"/>
            <a:ext cx="638175" cy="628650"/>
          </a:xfrm>
          <a:custGeom>
            <a:avLst/>
            <a:gdLst/>
            <a:ahLst/>
            <a:cxnLst/>
            <a:rect l="l" t="t" r="r" b="b"/>
            <a:pathLst>
              <a:path w="638175" h="628650">
                <a:moveTo>
                  <a:pt x="319150" y="0"/>
                </a:moveTo>
                <a:lnTo>
                  <a:pt x="271986" y="3407"/>
                </a:lnTo>
                <a:lnTo>
                  <a:pt x="226970" y="13307"/>
                </a:lnTo>
                <a:lnTo>
                  <a:pt x="184599" y="29212"/>
                </a:lnTo>
                <a:lnTo>
                  <a:pt x="145363" y="50636"/>
                </a:lnTo>
                <a:lnTo>
                  <a:pt x="109758" y="77094"/>
                </a:lnTo>
                <a:lnTo>
                  <a:pt x="78277" y="108099"/>
                </a:lnTo>
                <a:lnTo>
                  <a:pt x="51413" y="143166"/>
                </a:lnTo>
                <a:lnTo>
                  <a:pt x="29660" y="181808"/>
                </a:lnTo>
                <a:lnTo>
                  <a:pt x="13511" y="223539"/>
                </a:lnTo>
                <a:lnTo>
                  <a:pt x="3460" y="267873"/>
                </a:lnTo>
                <a:lnTo>
                  <a:pt x="0" y="314325"/>
                </a:lnTo>
                <a:lnTo>
                  <a:pt x="3460" y="360773"/>
                </a:lnTo>
                <a:lnTo>
                  <a:pt x="13511" y="405105"/>
                </a:lnTo>
                <a:lnTo>
                  <a:pt x="29660" y="446836"/>
                </a:lnTo>
                <a:lnTo>
                  <a:pt x="51413" y="485477"/>
                </a:lnTo>
                <a:lnTo>
                  <a:pt x="78277" y="520545"/>
                </a:lnTo>
                <a:lnTo>
                  <a:pt x="109758" y="551551"/>
                </a:lnTo>
                <a:lnTo>
                  <a:pt x="145363" y="578010"/>
                </a:lnTo>
                <a:lnTo>
                  <a:pt x="184599" y="599435"/>
                </a:lnTo>
                <a:lnTo>
                  <a:pt x="226970" y="615341"/>
                </a:lnTo>
                <a:lnTo>
                  <a:pt x="271986" y="625241"/>
                </a:lnTo>
                <a:lnTo>
                  <a:pt x="319150" y="628650"/>
                </a:lnTo>
                <a:lnTo>
                  <a:pt x="366284" y="625241"/>
                </a:lnTo>
                <a:lnTo>
                  <a:pt x="411273" y="615341"/>
                </a:lnTo>
                <a:lnTo>
                  <a:pt x="453624" y="599435"/>
                </a:lnTo>
                <a:lnTo>
                  <a:pt x="492843" y="578010"/>
                </a:lnTo>
                <a:lnTo>
                  <a:pt x="528436" y="551551"/>
                </a:lnTo>
                <a:lnTo>
                  <a:pt x="559909" y="520545"/>
                </a:lnTo>
                <a:lnTo>
                  <a:pt x="586767" y="485477"/>
                </a:lnTo>
                <a:lnTo>
                  <a:pt x="608517" y="446836"/>
                </a:lnTo>
                <a:lnTo>
                  <a:pt x="624664" y="405105"/>
                </a:lnTo>
                <a:lnTo>
                  <a:pt x="634714" y="360773"/>
                </a:lnTo>
                <a:lnTo>
                  <a:pt x="638175" y="314325"/>
                </a:lnTo>
                <a:lnTo>
                  <a:pt x="634714" y="267873"/>
                </a:lnTo>
                <a:lnTo>
                  <a:pt x="624664" y="223539"/>
                </a:lnTo>
                <a:lnTo>
                  <a:pt x="608517" y="181808"/>
                </a:lnTo>
                <a:lnTo>
                  <a:pt x="586767" y="143166"/>
                </a:lnTo>
                <a:lnTo>
                  <a:pt x="559909" y="108099"/>
                </a:lnTo>
                <a:lnTo>
                  <a:pt x="528436" y="77094"/>
                </a:lnTo>
                <a:lnTo>
                  <a:pt x="492843" y="50636"/>
                </a:lnTo>
                <a:lnTo>
                  <a:pt x="453624" y="29212"/>
                </a:lnTo>
                <a:lnTo>
                  <a:pt x="411273" y="13307"/>
                </a:lnTo>
                <a:lnTo>
                  <a:pt x="366284" y="3407"/>
                </a:lnTo>
                <a:lnTo>
                  <a:pt x="319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16650" y="5438775"/>
            <a:ext cx="2540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5" dirty="0">
                <a:solidFill>
                  <a:srgbClr val="E99100"/>
                </a:solidFill>
                <a:latin typeface="Calibri"/>
                <a:cs typeface="Calibri"/>
              </a:rPr>
              <a:t>III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8950" y="4648517"/>
            <a:ext cx="241300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On-premise</a:t>
            </a:r>
            <a:r>
              <a:rPr sz="18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r>
              <a:rPr sz="18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솔루션</a:t>
            </a:r>
            <a:endParaRPr sz="1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48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5150" y="-1"/>
            <a:ext cx="5276850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590" y="5912358"/>
            <a:ext cx="1521834" cy="3869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37684" y="2260853"/>
            <a:ext cx="154305" cy="262890"/>
          </a:xfrm>
          <a:custGeom>
            <a:avLst/>
            <a:gdLst/>
            <a:ahLst/>
            <a:cxnLst/>
            <a:rect l="l" t="t" r="r" b="b"/>
            <a:pathLst>
              <a:path w="154304" h="262889">
                <a:moveTo>
                  <a:pt x="52832" y="6985"/>
                </a:moveTo>
                <a:lnTo>
                  <a:pt x="26416" y="0"/>
                </a:lnTo>
                <a:lnTo>
                  <a:pt x="17145" y="127"/>
                </a:lnTo>
                <a:lnTo>
                  <a:pt x="0" y="6985"/>
                </a:lnTo>
                <a:lnTo>
                  <a:pt x="0" y="254000"/>
                </a:lnTo>
                <a:lnTo>
                  <a:pt x="17145" y="260985"/>
                </a:lnTo>
                <a:lnTo>
                  <a:pt x="35941" y="260985"/>
                </a:lnTo>
                <a:lnTo>
                  <a:pt x="52832" y="254000"/>
                </a:lnTo>
                <a:lnTo>
                  <a:pt x="52832" y="6985"/>
                </a:lnTo>
                <a:close/>
              </a:path>
              <a:path w="154304" h="262889">
                <a:moveTo>
                  <a:pt x="154051" y="219202"/>
                </a:moveTo>
                <a:lnTo>
                  <a:pt x="151892" y="211201"/>
                </a:lnTo>
                <a:lnTo>
                  <a:pt x="143383" y="202819"/>
                </a:lnTo>
                <a:lnTo>
                  <a:pt x="135636" y="200787"/>
                </a:lnTo>
                <a:lnTo>
                  <a:pt x="124587" y="200787"/>
                </a:lnTo>
                <a:lnTo>
                  <a:pt x="113284" y="200787"/>
                </a:lnTo>
                <a:lnTo>
                  <a:pt x="94615" y="232283"/>
                </a:lnTo>
                <a:lnTo>
                  <a:pt x="94615" y="244094"/>
                </a:lnTo>
                <a:lnTo>
                  <a:pt x="96774" y="251968"/>
                </a:lnTo>
                <a:lnTo>
                  <a:pt x="100965" y="256286"/>
                </a:lnTo>
                <a:lnTo>
                  <a:pt x="105283" y="260477"/>
                </a:lnTo>
                <a:lnTo>
                  <a:pt x="113030" y="262509"/>
                </a:lnTo>
                <a:lnTo>
                  <a:pt x="135382" y="262509"/>
                </a:lnTo>
                <a:lnTo>
                  <a:pt x="154051" y="231140"/>
                </a:lnTo>
                <a:lnTo>
                  <a:pt x="154051" y="2192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39720" y="2837814"/>
            <a:ext cx="742950" cy="386080"/>
          </a:xfrm>
          <a:custGeom>
            <a:avLst/>
            <a:gdLst/>
            <a:ahLst/>
            <a:cxnLst/>
            <a:rect l="l" t="t" r="r" b="b"/>
            <a:pathLst>
              <a:path w="742950" h="386080">
                <a:moveTo>
                  <a:pt x="482727" y="30352"/>
                </a:moveTo>
                <a:lnTo>
                  <a:pt x="433324" y="30352"/>
                </a:lnTo>
                <a:lnTo>
                  <a:pt x="433324" y="272288"/>
                </a:lnTo>
                <a:lnTo>
                  <a:pt x="459680" y="272288"/>
                </a:lnTo>
                <a:lnTo>
                  <a:pt x="497998" y="271970"/>
                </a:lnTo>
                <a:lnTo>
                  <a:pt x="537718" y="270890"/>
                </a:lnTo>
                <a:lnTo>
                  <a:pt x="579187" y="266801"/>
                </a:lnTo>
                <a:lnTo>
                  <a:pt x="593217" y="264540"/>
                </a:lnTo>
                <a:lnTo>
                  <a:pt x="588954" y="230124"/>
                </a:lnTo>
                <a:lnTo>
                  <a:pt x="482727" y="230124"/>
                </a:lnTo>
                <a:lnTo>
                  <a:pt x="482727" y="30352"/>
                </a:lnTo>
                <a:close/>
              </a:path>
              <a:path w="742950" h="386080">
                <a:moveTo>
                  <a:pt x="588137" y="223520"/>
                </a:moveTo>
                <a:lnTo>
                  <a:pt x="564701" y="226427"/>
                </a:lnTo>
                <a:lnTo>
                  <a:pt x="539337" y="228488"/>
                </a:lnTo>
                <a:lnTo>
                  <a:pt x="512020" y="229717"/>
                </a:lnTo>
                <a:lnTo>
                  <a:pt x="482727" y="230124"/>
                </a:lnTo>
                <a:lnTo>
                  <a:pt x="588954" y="230124"/>
                </a:lnTo>
                <a:lnTo>
                  <a:pt x="588137" y="223520"/>
                </a:lnTo>
                <a:close/>
              </a:path>
              <a:path w="742950" h="386080">
                <a:moveTo>
                  <a:pt x="152781" y="25781"/>
                </a:moveTo>
                <a:lnTo>
                  <a:pt x="102870" y="25781"/>
                </a:lnTo>
                <a:lnTo>
                  <a:pt x="102870" y="101473"/>
                </a:lnTo>
                <a:lnTo>
                  <a:pt x="101161" y="123640"/>
                </a:lnTo>
                <a:lnTo>
                  <a:pt x="86421" y="171856"/>
                </a:lnTo>
                <a:lnTo>
                  <a:pt x="58060" y="216026"/>
                </a:lnTo>
                <a:lnTo>
                  <a:pt x="21242" y="250126"/>
                </a:lnTo>
                <a:lnTo>
                  <a:pt x="0" y="262889"/>
                </a:lnTo>
                <a:lnTo>
                  <a:pt x="38862" y="296545"/>
                </a:lnTo>
                <a:lnTo>
                  <a:pt x="66149" y="274901"/>
                </a:lnTo>
                <a:lnTo>
                  <a:pt x="90090" y="250745"/>
                </a:lnTo>
                <a:lnTo>
                  <a:pt x="110674" y="224089"/>
                </a:lnTo>
                <a:lnTo>
                  <a:pt x="127889" y="194945"/>
                </a:lnTo>
                <a:lnTo>
                  <a:pt x="184661" y="194945"/>
                </a:lnTo>
                <a:lnTo>
                  <a:pt x="160004" y="146510"/>
                </a:lnTo>
                <a:lnTo>
                  <a:pt x="152869" y="101473"/>
                </a:lnTo>
                <a:lnTo>
                  <a:pt x="152781" y="25781"/>
                </a:lnTo>
                <a:close/>
              </a:path>
              <a:path w="742950" h="386080">
                <a:moveTo>
                  <a:pt x="184661" y="194945"/>
                </a:moveTo>
                <a:lnTo>
                  <a:pt x="127889" y="194945"/>
                </a:lnTo>
                <a:lnTo>
                  <a:pt x="143486" y="220664"/>
                </a:lnTo>
                <a:lnTo>
                  <a:pt x="163417" y="245062"/>
                </a:lnTo>
                <a:lnTo>
                  <a:pt x="187682" y="268150"/>
                </a:lnTo>
                <a:lnTo>
                  <a:pt x="216281" y="289940"/>
                </a:lnTo>
                <a:lnTo>
                  <a:pt x="251460" y="251968"/>
                </a:lnTo>
                <a:lnTo>
                  <a:pt x="231669" y="241583"/>
                </a:lnTo>
                <a:lnTo>
                  <a:pt x="213439" y="227949"/>
                </a:lnTo>
                <a:lnTo>
                  <a:pt x="196756" y="211052"/>
                </a:lnTo>
                <a:lnTo>
                  <a:pt x="184661" y="194945"/>
                </a:lnTo>
                <a:close/>
              </a:path>
              <a:path w="742950" h="386080">
                <a:moveTo>
                  <a:pt x="742823" y="192912"/>
                </a:moveTo>
                <a:lnTo>
                  <a:pt x="692912" y="192912"/>
                </a:lnTo>
                <a:lnTo>
                  <a:pt x="692912" y="385699"/>
                </a:lnTo>
                <a:lnTo>
                  <a:pt x="742823" y="385699"/>
                </a:lnTo>
                <a:lnTo>
                  <a:pt x="742823" y="192912"/>
                </a:lnTo>
                <a:close/>
              </a:path>
              <a:path w="742950" h="386080">
                <a:moveTo>
                  <a:pt x="657606" y="7747"/>
                </a:moveTo>
                <a:lnTo>
                  <a:pt x="608076" y="7747"/>
                </a:lnTo>
                <a:lnTo>
                  <a:pt x="608076" y="374269"/>
                </a:lnTo>
                <a:lnTo>
                  <a:pt x="657606" y="374269"/>
                </a:lnTo>
                <a:lnTo>
                  <a:pt x="657606" y="192912"/>
                </a:lnTo>
                <a:lnTo>
                  <a:pt x="742823" y="192912"/>
                </a:lnTo>
                <a:lnTo>
                  <a:pt x="742823" y="150749"/>
                </a:lnTo>
                <a:lnTo>
                  <a:pt x="657606" y="150749"/>
                </a:lnTo>
                <a:lnTo>
                  <a:pt x="657606" y="7747"/>
                </a:lnTo>
                <a:close/>
              </a:path>
              <a:path w="742950" h="386080">
                <a:moveTo>
                  <a:pt x="742823" y="0"/>
                </a:moveTo>
                <a:lnTo>
                  <a:pt x="692912" y="0"/>
                </a:lnTo>
                <a:lnTo>
                  <a:pt x="692912" y="150749"/>
                </a:lnTo>
                <a:lnTo>
                  <a:pt x="742823" y="150749"/>
                </a:lnTo>
                <a:lnTo>
                  <a:pt x="742823" y="0"/>
                </a:lnTo>
                <a:close/>
              </a:path>
              <a:path w="742950" h="386080">
                <a:moveTo>
                  <a:pt x="321818" y="0"/>
                </a:moveTo>
                <a:lnTo>
                  <a:pt x="272034" y="0"/>
                </a:lnTo>
                <a:lnTo>
                  <a:pt x="272034" y="385699"/>
                </a:lnTo>
                <a:lnTo>
                  <a:pt x="321818" y="385699"/>
                </a:lnTo>
                <a:lnTo>
                  <a:pt x="321818" y="190373"/>
                </a:lnTo>
                <a:lnTo>
                  <a:pt x="382270" y="190373"/>
                </a:lnTo>
                <a:lnTo>
                  <a:pt x="382270" y="148082"/>
                </a:lnTo>
                <a:lnTo>
                  <a:pt x="321818" y="148082"/>
                </a:lnTo>
                <a:lnTo>
                  <a:pt x="3218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5385" y="2915920"/>
            <a:ext cx="1854835" cy="34404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182870" y="2837814"/>
            <a:ext cx="996950" cy="386080"/>
          </a:xfrm>
          <a:custGeom>
            <a:avLst/>
            <a:gdLst/>
            <a:ahLst/>
            <a:cxnLst/>
            <a:rect l="l" t="t" r="r" b="b"/>
            <a:pathLst>
              <a:path w="996950" h="386080">
                <a:moveTo>
                  <a:pt x="142113" y="320294"/>
                </a:moveTo>
                <a:lnTo>
                  <a:pt x="137668" y="307467"/>
                </a:lnTo>
                <a:lnTo>
                  <a:pt x="136779" y="306705"/>
                </a:lnTo>
                <a:lnTo>
                  <a:pt x="135509" y="306324"/>
                </a:lnTo>
                <a:lnTo>
                  <a:pt x="52832" y="306324"/>
                </a:lnTo>
                <a:lnTo>
                  <a:pt x="52832" y="96774"/>
                </a:lnTo>
                <a:lnTo>
                  <a:pt x="35941" y="89916"/>
                </a:lnTo>
                <a:lnTo>
                  <a:pt x="17145" y="89916"/>
                </a:lnTo>
                <a:lnTo>
                  <a:pt x="0" y="96774"/>
                </a:lnTo>
                <a:lnTo>
                  <a:pt x="0" y="338963"/>
                </a:lnTo>
                <a:lnTo>
                  <a:pt x="1524" y="343281"/>
                </a:lnTo>
                <a:lnTo>
                  <a:pt x="4572" y="345821"/>
                </a:lnTo>
                <a:lnTo>
                  <a:pt x="7632" y="348488"/>
                </a:lnTo>
                <a:lnTo>
                  <a:pt x="7823" y="348488"/>
                </a:lnTo>
                <a:lnTo>
                  <a:pt x="11176" y="349758"/>
                </a:lnTo>
                <a:lnTo>
                  <a:pt x="135509" y="349758"/>
                </a:lnTo>
                <a:lnTo>
                  <a:pt x="136779" y="349377"/>
                </a:lnTo>
                <a:lnTo>
                  <a:pt x="137668" y="348488"/>
                </a:lnTo>
                <a:lnTo>
                  <a:pt x="138684" y="347726"/>
                </a:lnTo>
                <a:lnTo>
                  <a:pt x="142113" y="335026"/>
                </a:lnTo>
                <a:lnTo>
                  <a:pt x="142113" y="320294"/>
                </a:lnTo>
                <a:close/>
              </a:path>
              <a:path w="996950" h="386080">
                <a:moveTo>
                  <a:pt x="304038" y="320294"/>
                </a:moveTo>
                <a:lnTo>
                  <a:pt x="299593" y="307467"/>
                </a:lnTo>
                <a:lnTo>
                  <a:pt x="298704" y="306705"/>
                </a:lnTo>
                <a:lnTo>
                  <a:pt x="297434" y="306324"/>
                </a:lnTo>
                <a:lnTo>
                  <a:pt x="214757" y="306324"/>
                </a:lnTo>
                <a:lnTo>
                  <a:pt x="214757" y="96774"/>
                </a:lnTo>
                <a:lnTo>
                  <a:pt x="197866" y="89916"/>
                </a:lnTo>
                <a:lnTo>
                  <a:pt x="179070" y="89916"/>
                </a:lnTo>
                <a:lnTo>
                  <a:pt x="161925" y="96774"/>
                </a:lnTo>
                <a:lnTo>
                  <a:pt x="161925" y="338963"/>
                </a:lnTo>
                <a:lnTo>
                  <a:pt x="163449" y="343281"/>
                </a:lnTo>
                <a:lnTo>
                  <a:pt x="166497" y="345821"/>
                </a:lnTo>
                <a:lnTo>
                  <a:pt x="169557" y="348488"/>
                </a:lnTo>
                <a:lnTo>
                  <a:pt x="169748" y="348488"/>
                </a:lnTo>
                <a:lnTo>
                  <a:pt x="173101" y="349758"/>
                </a:lnTo>
                <a:lnTo>
                  <a:pt x="297434" y="349758"/>
                </a:lnTo>
                <a:lnTo>
                  <a:pt x="298704" y="349377"/>
                </a:lnTo>
                <a:lnTo>
                  <a:pt x="299593" y="348488"/>
                </a:lnTo>
                <a:lnTo>
                  <a:pt x="300609" y="347726"/>
                </a:lnTo>
                <a:lnTo>
                  <a:pt x="304038" y="335026"/>
                </a:lnTo>
                <a:lnTo>
                  <a:pt x="304038" y="320294"/>
                </a:lnTo>
                <a:close/>
              </a:path>
              <a:path w="996950" h="386080">
                <a:moveTo>
                  <a:pt x="333476" y="349885"/>
                </a:moveTo>
                <a:lnTo>
                  <a:pt x="331597" y="349504"/>
                </a:lnTo>
                <a:lnTo>
                  <a:pt x="330327" y="349504"/>
                </a:lnTo>
                <a:lnTo>
                  <a:pt x="333476" y="349885"/>
                </a:lnTo>
                <a:close/>
              </a:path>
              <a:path w="996950" h="386080">
                <a:moveTo>
                  <a:pt x="360807" y="350266"/>
                </a:moveTo>
                <a:lnTo>
                  <a:pt x="336677" y="350266"/>
                </a:lnTo>
                <a:lnTo>
                  <a:pt x="339852" y="350774"/>
                </a:lnTo>
                <a:lnTo>
                  <a:pt x="357632" y="350774"/>
                </a:lnTo>
                <a:lnTo>
                  <a:pt x="360807" y="350266"/>
                </a:lnTo>
                <a:close/>
              </a:path>
              <a:path w="996950" h="386080">
                <a:moveTo>
                  <a:pt x="366903" y="349504"/>
                </a:moveTo>
                <a:lnTo>
                  <a:pt x="365848" y="349504"/>
                </a:lnTo>
                <a:lnTo>
                  <a:pt x="363829" y="349897"/>
                </a:lnTo>
                <a:lnTo>
                  <a:pt x="366903" y="349504"/>
                </a:lnTo>
                <a:close/>
              </a:path>
              <a:path w="996950" h="386080">
                <a:moveTo>
                  <a:pt x="585190" y="349885"/>
                </a:moveTo>
                <a:lnTo>
                  <a:pt x="583311" y="349504"/>
                </a:lnTo>
                <a:lnTo>
                  <a:pt x="581914" y="349504"/>
                </a:lnTo>
                <a:lnTo>
                  <a:pt x="585190" y="349885"/>
                </a:lnTo>
                <a:close/>
              </a:path>
              <a:path w="996950" h="386080">
                <a:moveTo>
                  <a:pt x="612648" y="350266"/>
                </a:moveTo>
                <a:lnTo>
                  <a:pt x="588518" y="350266"/>
                </a:lnTo>
                <a:lnTo>
                  <a:pt x="591693" y="350774"/>
                </a:lnTo>
                <a:lnTo>
                  <a:pt x="609473" y="350774"/>
                </a:lnTo>
                <a:lnTo>
                  <a:pt x="612648" y="350266"/>
                </a:lnTo>
                <a:close/>
              </a:path>
              <a:path w="996950" h="386080">
                <a:moveTo>
                  <a:pt x="618998" y="349504"/>
                </a:moveTo>
                <a:lnTo>
                  <a:pt x="617816" y="349504"/>
                </a:lnTo>
                <a:lnTo>
                  <a:pt x="615797" y="349897"/>
                </a:lnTo>
                <a:lnTo>
                  <a:pt x="618998" y="349504"/>
                </a:lnTo>
                <a:close/>
              </a:path>
              <a:path w="996950" h="386080">
                <a:moveTo>
                  <a:pt x="625475" y="108585"/>
                </a:moveTo>
                <a:lnTo>
                  <a:pt x="614286" y="92456"/>
                </a:lnTo>
                <a:lnTo>
                  <a:pt x="611378" y="91440"/>
                </a:lnTo>
                <a:lnTo>
                  <a:pt x="608330" y="90932"/>
                </a:lnTo>
                <a:lnTo>
                  <a:pt x="564388" y="90932"/>
                </a:lnTo>
                <a:lnTo>
                  <a:pt x="559943" y="91440"/>
                </a:lnTo>
                <a:lnTo>
                  <a:pt x="552577" y="93472"/>
                </a:lnTo>
                <a:lnTo>
                  <a:pt x="549275" y="95123"/>
                </a:lnTo>
                <a:lnTo>
                  <a:pt x="546608" y="97536"/>
                </a:lnTo>
                <a:lnTo>
                  <a:pt x="543814" y="99949"/>
                </a:lnTo>
                <a:lnTo>
                  <a:pt x="533654" y="121158"/>
                </a:lnTo>
                <a:lnTo>
                  <a:pt x="475615" y="274955"/>
                </a:lnTo>
                <a:lnTo>
                  <a:pt x="474853" y="274955"/>
                </a:lnTo>
                <a:lnTo>
                  <a:pt x="422897" y="131953"/>
                </a:lnTo>
                <a:lnTo>
                  <a:pt x="418846" y="120777"/>
                </a:lnTo>
                <a:lnTo>
                  <a:pt x="417423" y="115570"/>
                </a:lnTo>
                <a:lnTo>
                  <a:pt x="417322" y="115189"/>
                </a:lnTo>
                <a:lnTo>
                  <a:pt x="415518" y="110744"/>
                </a:lnTo>
                <a:lnTo>
                  <a:pt x="384175" y="90932"/>
                </a:lnTo>
                <a:lnTo>
                  <a:pt x="337693" y="90932"/>
                </a:lnTo>
                <a:lnTo>
                  <a:pt x="332867" y="92710"/>
                </a:lnTo>
                <a:lnTo>
                  <a:pt x="329311" y="96393"/>
                </a:lnTo>
                <a:lnTo>
                  <a:pt x="325628" y="99949"/>
                </a:lnTo>
                <a:lnTo>
                  <a:pt x="323850" y="105156"/>
                </a:lnTo>
                <a:lnTo>
                  <a:pt x="323926" y="344043"/>
                </a:lnTo>
                <a:lnTo>
                  <a:pt x="324231" y="345059"/>
                </a:lnTo>
                <a:lnTo>
                  <a:pt x="324993" y="346075"/>
                </a:lnTo>
                <a:lnTo>
                  <a:pt x="325755" y="347218"/>
                </a:lnTo>
                <a:lnTo>
                  <a:pt x="327025" y="348107"/>
                </a:lnTo>
                <a:lnTo>
                  <a:pt x="329336" y="348869"/>
                </a:lnTo>
                <a:lnTo>
                  <a:pt x="330962" y="349377"/>
                </a:lnTo>
                <a:lnTo>
                  <a:pt x="331597" y="349504"/>
                </a:lnTo>
                <a:lnTo>
                  <a:pt x="365848" y="349504"/>
                </a:lnTo>
                <a:lnTo>
                  <a:pt x="366522" y="349377"/>
                </a:lnTo>
                <a:lnTo>
                  <a:pt x="368833" y="348615"/>
                </a:lnTo>
                <a:lnTo>
                  <a:pt x="370459" y="348107"/>
                </a:lnTo>
                <a:lnTo>
                  <a:pt x="373634" y="131953"/>
                </a:lnTo>
                <a:lnTo>
                  <a:pt x="374142" y="131953"/>
                </a:lnTo>
                <a:lnTo>
                  <a:pt x="446532" y="342265"/>
                </a:lnTo>
                <a:lnTo>
                  <a:pt x="446913" y="343789"/>
                </a:lnTo>
                <a:lnTo>
                  <a:pt x="447675" y="345059"/>
                </a:lnTo>
                <a:lnTo>
                  <a:pt x="458990" y="350266"/>
                </a:lnTo>
                <a:lnTo>
                  <a:pt x="460044" y="350266"/>
                </a:lnTo>
                <a:lnTo>
                  <a:pt x="461645" y="350393"/>
                </a:lnTo>
                <a:lnTo>
                  <a:pt x="464820" y="350774"/>
                </a:lnTo>
                <a:lnTo>
                  <a:pt x="483298" y="350774"/>
                </a:lnTo>
                <a:lnTo>
                  <a:pt x="488061" y="350393"/>
                </a:lnTo>
                <a:lnTo>
                  <a:pt x="488950" y="350266"/>
                </a:lnTo>
                <a:lnTo>
                  <a:pt x="489915" y="350266"/>
                </a:lnTo>
                <a:lnTo>
                  <a:pt x="500253" y="342265"/>
                </a:lnTo>
                <a:lnTo>
                  <a:pt x="524268" y="274955"/>
                </a:lnTo>
                <a:lnTo>
                  <a:pt x="575310" y="131953"/>
                </a:lnTo>
                <a:lnTo>
                  <a:pt x="575691" y="131953"/>
                </a:lnTo>
                <a:lnTo>
                  <a:pt x="575767" y="344043"/>
                </a:lnTo>
                <a:lnTo>
                  <a:pt x="576072" y="345059"/>
                </a:lnTo>
                <a:lnTo>
                  <a:pt x="577723" y="347218"/>
                </a:lnTo>
                <a:lnTo>
                  <a:pt x="578993" y="348107"/>
                </a:lnTo>
                <a:lnTo>
                  <a:pt x="581253" y="348869"/>
                </a:lnTo>
                <a:lnTo>
                  <a:pt x="582676" y="349377"/>
                </a:lnTo>
                <a:lnTo>
                  <a:pt x="583311" y="349504"/>
                </a:lnTo>
                <a:lnTo>
                  <a:pt x="617816" y="349504"/>
                </a:lnTo>
                <a:lnTo>
                  <a:pt x="618490" y="349377"/>
                </a:lnTo>
                <a:lnTo>
                  <a:pt x="622300" y="348107"/>
                </a:lnTo>
                <a:lnTo>
                  <a:pt x="623697" y="347218"/>
                </a:lnTo>
                <a:lnTo>
                  <a:pt x="624332" y="346075"/>
                </a:lnTo>
                <a:lnTo>
                  <a:pt x="625094" y="345059"/>
                </a:lnTo>
                <a:lnTo>
                  <a:pt x="625398" y="344043"/>
                </a:lnTo>
                <a:lnTo>
                  <a:pt x="625475" y="131953"/>
                </a:lnTo>
                <a:lnTo>
                  <a:pt x="625475" y="108585"/>
                </a:lnTo>
                <a:close/>
              </a:path>
              <a:path w="996950" h="386080">
                <a:moveTo>
                  <a:pt x="896620" y="121158"/>
                </a:moveTo>
                <a:lnTo>
                  <a:pt x="889165" y="81826"/>
                </a:lnTo>
                <a:lnTo>
                  <a:pt x="866775" y="50673"/>
                </a:lnTo>
                <a:lnTo>
                  <a:pt x="845439" y="36398"/>
                </a:lnTo>
                <a:lnTo>
                  <a:pt x="845439" y="121158"/>
                </a:lnTo>
                <a:lnTo>
                  <a:pt x="844461" y="132308"/>
                </a:lnTo>
                <a:lnTo>
                  <a:pt x="821613" y="166878"/>
                </a:lnTo>
                <a:lnTo>
                  <a:pt x="811911" y="171881"/>
                </a:lnTo>
                <a:lnTo>
                  <a:pt x="811771" y="171881"/>
                </a:lnTo>
                <a:lnTo>
                  <a:pt x="801243" y="174802"/>
                </a:lnTo>
                <a:lnTo>
                  <a:pt x="801065" y="174802"/>
                </a:lnTo>
                <a:lnTo>
                  <a:pt x="789432" y="175768"/>
                </a:lnTo>
                <a:lnTo>
                  <a:pt x="777684" y="174802"/>
                </a:lnTo>
                <a:lnTo>
                  <a:pt x="742137" y="151993"/>
                </a:lnTo>
                <a:lnTo>
                  <a:pt x="733298" y="121158"/>
                </a:lnTo>
                <a:lnTo>
                  <a:pt x="734225" y="109918"/>
                </a:lnTo>
                <a:lnTo>
                  <a:pt x="756996" y="74701"/>
                </a:lnTo>
                <a:lnTo>
                  <a:pt x="766406" y="69900"/>
                </a:lnTo>
                <a:lnTo>
                  <a:pt x="766267" y="69900"/>
                </a:lnTo>
                <a:lnTo>
                  <a:pt x="777290" y="66916"/>
                </a:lnTo>
                <a:lnTo>
                  <a:pt x="777113" y="66916"/>
                </a:lnTo>
                <a:lnTo>
                  <a:pt x="789432" y="65913"/>
                </a:lnTo>
                <a:lnTo>
                  <a:pt x="829716" y="81826"/>
                </a:lnTo>
                <a:lnTo>
                  <a:pt x="845439" y="121158"/>
                </a:lnTo>
                <a:lnTo>
                  <a:pt x="845439" y="36398"/>
                </a:lnTo>
                <a:lnTo>
                  <a:pt x="832878" y="30505"/>
                </a:lnTo>
                <a:lnTo>
                  <a:pt x="812952" y="25438"/>
                </a:lnTo>
                <a:lnTo>
                  <a:pt x="791083" y="23749"/>
                </a:lnTo>
                <a:lnTo>
                  <a:pt x="768883" y="25438"/>
                </a:lnTo>
                <a:lnTo>
                  <a:pt x="730110" y="38912"/>
                </a:lnTo>
                <a:lnTo>
                  <a:pt x="699731" y="65227"/>
                </a:lnTo>
                <a:lnTo>
                  <a:pt x="684060" y="100469"/>
                </a:lnTo>
                <a:lnTo>
                  <a:pt x="682117" y="121158"/>
                </a:lnTo>
                <a:lnTo>
                  <a:pt x="684009" y="141541"/>
                </a:lnTo>
                <a:lnTo>
                  <a:pt x="699312" y="176580"/>
                </a:lnTo>
                <a:lnTo>
                  <a:pt x="728980" y="202780"/>
                </a:lnTo>
                <a:lnTo>
                  <a:pt x="767029" y="216255"/>
                </a:lnTo>
                <a:lnTo>
                  <a:pt x="788797" y="217932"/>
                </a:lnTo>
                <a:lnTo>
                  <a:pt x="810768" y="216255"/>
                </a:lnTo>
                <a:lnTo>
                  <a:pt x="849071" y="202780"/>
                </a:lnTo>
                <a:lnTo>
                  <a:pt x="879195" y="176441"/>
                </a:lnTo>
                <a:lnTo>
                  <a:pt x="879589" y="175768"/>
                </a:lnTo>
                <a:lnTo>
                  <a:pt x="888707" y="160274"/>
                </a:lnTo>
                <a:lnTo>
                  <a:pt x="888784" y="160134"/>
                </a:lnTo>
                <a:lnTo>
                  <a:pt x="891400" y="151993"/>
                </a:lnTo>
                <a:lnTo>
                  <a:pt x="894638" y="141668"/>
                </a:lnTo>
                <a:lnTo>
                  <a:pt x="894676" y="141541"/>
                </a:lnTo>
                <a:lnTo>
                  <a:pt x="896620" y="121158"/>
                </a:lnTo>
                <a:close/>
              </a:path>
              <a:path w="996950" h="386080">
                <a:moveTo>
                  <a:pt x="932180" y="315341"/>
                </a:moveTo>
                <a:lnTo>
                  <a:pt x="929386" y="273939"/>
                </a:lnTo>
                <a:lnTo>
                  <a:pt x="889266" y="276021"/>
                </a:lnTo>
                <a:lnTo>
                  <a:pt x="841781" y="277647"/>
                </a:lnTo>
                <a:lnTo>
                  <a:pt x="786917" y="278828"/>
                </a:lnTo>
                <a:lnTo>
                  <a:pt x="655066" y="279781"/>
                </a:lnTo>
                <a:lnTo>
                  <a:pt x="660133" y="320865"/>
                </a:lnTo>
                <a:lnTo>
                  <a:pt x="660234" y="321678"/>
                </a:lnTo>
                <a:lnTo>
                  <a:pt x="660273" y="321945"/>
                </a:lnTo>
                <a:lnTo>
                  <a:pt x="773366" y="320865"/>
                </a:lnTo>
                <a:lnTo>
                  <a:pt x="827760" y="319532"/>
                </a:lnTo>
                <a:lnTo>
                  <a:pt x="880694" y="317690"/>
                </a:lnTo>
                <a:lnTo>
                  <a:pt x="932180" y="315341"/>
                </a:lnTo>
                <a:close/>
              </a:path>
              <a:path w="996950" h="386080">
                <a:moveTo>
                  <a:pt x="996696" y="0"/>
                </a:moveTo>
                <a:lnTo>
                  <a:pt x="947039" y="0"/>
                </a:lnTo>
                <a:lnTo>
                  <a:pt x="947039" y="385699"/>
                </a:lnTo>
                <a:lnTo>
                  <a:pt x="996696" y="385699"/>
                </a:lnTo>
                <a:lnTo>
                  <a:pt x="9966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34886" y="2837814"/>
            <a:ext cx="1118235" cy="384175"/>
          </a:xfrm>
          <a:custGeom>
            <a:avLst/>
            <a:gdLst/>
            <a:ahLst/>
            <a:cxnLst/>
            <a:rect l="l" t="t" r="r" b="b"/>
            <a:pathLst>
              <a:path w="1118234" h="384175">
                <a:moveTo>
                  <a:pt x="990727" y="223520"/>
                </a:moveTo>
                <a:lnTo>
                  <a:pt x="937592" y="229155"/>
                </a:lnTo>
                <a:lnTo>
                  <a:pt x="897354" y="246125"/>
                </a:lnTo>
                <a:lnTo>
                  <a:pt x="868267" y="281676"/>
                </a:lnTo>
                <a:lnTo>
                  <a:pt x="863981" y="303911"/>
                </a:lnTo>
                <a:lnTo>
                  <a:pt x="866076" y="320889"/>
                </a:lnTo>
                <a:lnTo>
                  <a:pt x="897509" y="361823"/>
                </a:lnTo>
                <a:lnTo>
                  <a:pt x="937498" y="378571"/>
                </a:lnTo>
                <a:lnTo>
                  <a:pt x="990727" y="384175"/>
                </a:lnTo>
                <a:lnTo>
                  <a:pt x="1019087" y="382772"/>
                </a:lnTo>
                <a:lnTo>
                  <a:pt x="1065950" y="371584"/>
                </a:lnTo>
                <a:lnTo>
                  <a:pt x="1099194" y="349845"/>
                </a:lnTo>
                <a:lnTo>
                  <a:pt x="1104645" y="342773"/>
                </a:lnTo>
                <a:lnTo>
                  <a:pt x="990727" y="342773"/>
                </a:lnTo>
                <a:lnTo>
                  <a:pt x="973526" y="342106"/>
                </a:lnTo>
                <a:lnTo>
                  <a:pt x="973164" y="342106"/>
                </a:lnTo>
                <a:lnTo>
                  <a:pt x="958090" y="340106"/>
                </a:lnTo>
                <a:lnTo>
                  <a:pt x="957857" y="340106"/>
                </a:lnTo>
                <a:lnTo>
                  <a:pt x="944957" y="336772"/>
                </a:lnTo>
                <a:lnTo>
                  <a:pt x="944787" y="336772"/>
                </a:lnTo>
                <a:lnTo>
                  <a:pt x="933831" y="331977"/>
                </a:lnTo>
                <a:lnTo>
                  <a:pt x="925677" y="326342"/>
                </a:lnTo>
                <a:lnTo>
                  <a:pt x="919643" y="319722"/>
                </a:lnTo>
                <a:lnTo>
                  <a:pt x="916006" y="312245"/>
                </a:lnTo>
                <a:lnTo>
                  <a:pt x="914781" y="303911"/>
                </a:lnTo>
                <a:lnTo>
                  <a:pt x="915941" y="295721"/>
                </a:lnTo>
                <a:lnTo>
                  <a:pt x="944105" y="271083"/>
                </a:lnTo>
                <a:lnTo>
                  <a:pt x="943931" y="271083"/>
                </a:lnTo>
                <a:lnTo>
                  <a:pt x="957159" y="267668"/>
                </a:lnTo>
                <a:lnTo>
                  <a:pt x="956917" y="267668"/>
                </a:lnTo>
                <a:lnTo>
                  <a:pt x="972717" y="265610"/>
                </a:lnTo>
                <a:lnTo>
                  <a:pt x="972339" y="265610"/>
                </a:lnTo>
                <a:lnTo>
                  <a:pt x="990727" y="264922"/>
                </a:lnTo>
                <a:lnTo>
                  <a:pt x="1104318" y="264922"/>
                </a:lnTo>
                <a:lnTo>
                  <a:pt x="1099141" y="258226"/>
                </a:lnTo>
                <a:lnTo>
                  <a:pt x="1084326" y="246125"/>
                </a:lnTo>
                <a:lnTo>
                  <a:pt x="1065825" y="236218"/>
                </a:lnTo>
                <a:lnTo>
                  <a:pt x="1044051" y="229155"/>
                </a:lnTo>
                <a:lnTo>
                  <a:pt x="1019014" y="224926"/>
                </a:lnTo>
                <a:lnTo>
                  <a:pt x="990727" y="223520"/>
                </a:lnTo>
                <a:close/>
              </a:path>
              <a:path w="1118234" h="384175">
                <a:moveTo>
                  <a:pt x="1104318" y="264922"/>
                </a:moveTo>
                <a:lnTo>
                  <a:pt x="990727" y="264922"/>
                </a:lnTo>
                <a:lnTo>
                  <a:pt x="1008753" y="265610"/>
                </a:lnTo>
                <a:lnTo>
                  <a:pt x="1024350" y="267668"/>
                </a:lnTo>
                <a:lnTo>
                  <a:pt x="1062545" y="288305"/>
                </a:lnTo>
                <a:lnTo>
                  <a:pt x="1067308" y="303911"/>
                </a:lnTo>
                <a:lnTo>
                  <a:pt x="1066113" y="312245"/>
                </a:lnTo>
                <a:lnTo>
                  <a:pt x="1024080" y="340106"/>
                </a:lnTo>
                <a:lnTo>
                  <a:pt x="990727" y="342773"/>
                </a:lnTo>
                <a:lnTo>
                  <a:pt x="1104645" y="342773"/>
                </a:lnTo>
                <a:lnTo>
                  <a:pt x="1109710" y="336200"/>
                </a:lnTo>
                <a:lnTo>
                  <a:pt x="1116010" y="320889"/>
                </a:lnTo>
                <a:lnTo>
                  <a:pt x="1118108" y="303911"/>
                </a:lnTo>
                <a:lnTo>
                  <a:pt x="1116008" y="287095"/>
                </a:lnTo>
                <a:lnTo>
                  <a:pt x="1109694" y="271875"/>
                </a:lnTo>
                <a:lnTo>
                  <a:pt x="1104318" y="264922"/>
                </a:lnTo>
                <a:close/>
              </a:path>
              <a:path w="1118234" h="384175">
                <a:moveTo>
                  <a:pt x="749808" y="291084"/>
                </a:moveTo>
                <a:lnTo>
                  <a:pt x="391794" y="291084"/>
                </a:lnTo>
                <a:lnTo>
                  <a:pt x="391794" y="332486"/>
                </a:lnTo>
                <a:lnTo>
                  <a:pt x="749808" y="332486"/>
                </a:lnTo>
                <a:lnTo>
                  <a:pt x="749808" y="291084"/>
                </a:lnTo>
                <a:close/>
              </a:path>
              <a:path w="1118234" h="384175">
                <a:moveTo>
                  <a:pt x="570864" y="26162"/>
                </a:moveTo>
                <a:lnTo>
                  <a:pt x="518064" y="32813"/>
                </a:lnTo>
                <a:lnTo>
                  <a:pt x="475361" y="52705"/>
                </a:lnTo>
                <a:lnTo>
                  <a:pt x="447071" y="84169"/>
                </a:lnTo>
                <a:lnTo>
                  <a:pt x="437641" y="125349"/>
                </a:lnTo>
                <a:lnTo>
                  <a:pt x="440348" y="148447"/>
                </a:lnTo>
                <a:lnTo>
                  <a:pt x="440382" y="148732"/>
                </a:lnTo>
                <a:lnTo>
                  <a:pt x="448611" y="169354"/>
                </a:lnTo>
                <a:lnTo>
                  <a:pt x="462341" y="187213"/>
                </a:lnTo>
                <a:lnTo>
                  <a:pt x="481584" y="202311"/>
                </a:lnTo>
                <a:lnTo>
                  <a:pt x="481584" y="291084"/>
                </a:lnTo>
                <a:lnTo>
                  <a:pt x="530987" y="291084"/>
                </a:lnTo>
                <a:lnTo>
                  <a:pt x="530987" y="221107"/>
                </a:lnTo>
                <a:lnTo>
                  <a:pt x="660018" y="221107"/>
                </a:lnTo>
                <a:lnTo>
                  <a:pt x="660018" y="202311"/>
                </a:lnTo>
                <a:lnTo>
                  <a:pt x="679094" y="186928"/>
                </a:lnTo>
                <a:lnTo>
                  <a:pt x="681778" y="183387"/>
                </a:lnTo>
                <a:lnTo>
                  <a:pt x="570864" y="183387"/>
                </a:lnTo>
                <a:lnTo>
                  <a:pt x="552908" y="182411"/>
                </a:lnTo>
                <a:lnTo>
                  <a:pt x="510920" y="167767"/>
                </a:lnTo>
                <a:lnTo>
                  <a:pt x="488822" y="125349"/>
                </a:lnTo>
                <a:lnTo>
                  <a:pt x="490204" y="112706"/>
                </a:lnTo>
                <a:lnTo>
                  <a:pt x="522948" y="76350"/>
                </a:lnTo>
                <a:lnTo>
                  <a:pt x="570864" y="67563"/>
                </a:lnTo>
                <a:lnTo>
                  <a:pt x="682592" y="67563"/>
                </a:lnTo>
                <a:lnTo>
                  <a:pt x="682363" y="67234"/>
                </a:lnTo>
                <a:lnTo>
                  <a:pt x="665861" y="52705"/>
                </a:lnTo>
                <a:lnTo>
                  <a:pt x="645713" y="41110"/>
                </a:lnTo>
                <a:lnTo>
                  <a:pt x="623173" y="32813"/>
                </a:lnTo>
                <a:lnTo>
                  <a:pt x="598227" y="27826"/>
                </a:lnTo>
                <a:lnTo>
                  <a:pt x="570864" y="26162"/>
                </a:lnTo>
                <a:close/>
              </a:path>
              <a:path w="1118234" h="384175">
                <a:moveTo>
                  <a:pt x="660018" y="221107"/>
                </a:moveTo>
                <a:lnTo>
                  <a:pt x="610615" y="221107"/>
                </a:lnTo>
                <a:lnTo>
                  <a:pt x="610615" y="291084"/>
                </a:lnTo>
                <a:lnTo>
                  <a:pt x="660018" y="291084"/>
                </a:lnTo>
                <a:lnTo>
                  <a:pt x="660018" y="221107"/>
                </a:lnTo>
                <a:close/>
              </a:path>
              <a:path w="1118234" h="384175">
                <a:moveTo>
                  <a:pt x="610615" y="221107"/>
                </a:moveTo>
                <a:lnTo>
                  <a:pt x="530987" y="221107"/>
                </a:lnTo>
                <a:lnTo>
                  <a:pt x="540914" y="222680"/>
                </a:lnTo>
                <a:lnTo>
                  <a:pt x="550878" y="223789"/>
                </a:lnTo>
                <a:lnTo>
                  <a:pt x="560865" y="224446"/>
                </a:lnTo>
                <a:lnTo>
                  <a:pt x="570864" y="224662"/>
                </a:lnTo>
                <a:lnTo>
                  <a:pt x="580844" y="224446"/>
                </a:lnTo>
                <a:lnTo>
                  <a:pt x="590788" y="223789"/>
                </a:lnTo>
                <a:lnTo>
                  <a:pt x="600708" y="222680"/>
                </a:lnTo>
                <a:lnTo>
                  <a:pt x="610615" y="221107"/>
                </a:lnTo>
                <a:close/>
              </a:path>
              <a:path w="1118234" h="384175">
                <a:moveTo>
                  <a:pt x="682592" y="67563"/>
                </a:moveTo>
                <a:lnTo>
                  <a:pt x="570864" y="67563"/>
                </a:lnTo>
                <a:lnTo>
                  <a:pt x="588746" y="68540"/>
                </a:lnTo>
                <a:lnTo>
                  <a:pt x="604662" y="71469"/>
                </a:lnTo>
                <a:lnTo>
                  <a:pt x="640129" y="91612"/>
                </a:lnTo>
                <a:lnTo>
                  <a:pt x="652398" y="125349"/>
                </a:lnTo>
                <a:lnTo>
                  <a:pt x="650993" y="138138"/>
                </a:lnTo>
                <a:lnTo>
                  <a:pt x="618478" y="174601"/>
                </a:lnTo>
                <a:lnTo>
                  <a:pt x="570864" y="183387"/>
                </a:lnTo>
                <a:lnTo>
                  <a:pt x="681778" y="183387"/>
                </a:lnTo>
                <a:lnTo>
                  <a:pt x="692705" y="168973"/>
                </a:lnTo>
                <a:lnTo>
                  <a:pt x="700749" y="148732"/>
                </a:lnTo>
                <a:lnTo>
                  <a:pt x="700863" y="148447"/>
                </a:lnTo>
                <a:lnTo>
                  <a:pt x="703580" y="125349"/>
                </a:lnTo>
                <a:lnTo>
                  <a:pt x="701222" y="103532"/>
                </a:lnTo>
                <a:lnTo>
                  <a:pt x="694150" y="84169"/>
                </a:lnTo>
                <a:lnTo>
                  <a:pt x="682592" y="67563"/>
                </a:lnTo>
                <a:close/>
              </a:path>
              <a:path w="1118234" h="384175">
                <a:moveTo>
                  <a:pt x="316230" y="212979"/>
                </a:moveTo>
                <a:lnTo>
                  <a:pt x="66801" y="212979"/>
                </a:lnTo>
                <a:lnTo>
                  <a:pt x="66801" y="255143"/>
                </a:lnTo>
                <a:lnTo>
                  <a:pt x="266954" y="255143"/>
                </a:lnTo>
                <a:lnTo>
                  <a:pt x="266954" y="277113"/>
                </a:lnTo>
                <a:lnTo>
                  <a:pt x="66801" y="277113"/>
                </a:lnTo>
                <a:lnTo>
                  <a:pt x="66801" y="381254"/>
                </a:lnTo>
                <a:lnTo>
                  <a:pt x="326009" y="381254"/>
                </a:lnTo>
                <a:lnTo>
                  <a:pt x="326009" y="339089"/>
                </a:lnTo>
                <a:lnTo>
                  <a:pt x="116332" y="339089"/>
                </a:lnTo>
                <a:lnTo>
                  <a:pt x="116332" y="315722"/>
                </a:lnTo>
                <a:lnTo>
                  <a:pt x="316230" y="315722"/>
                </a:lnTo>
                <a:lnTo>
                  <a:pt x="316230" y="212979"/>
                </a:lnTo>
                <a:close/>
              </a:path>
              <a:path w="1118234" h="384175">
                <a:moveTo>
                  <a:pt x="194563" y="72389"/>
                </a:moveTo>
                <a:lnTo>
                  <a:pt x="145796" y="72389"/>
                </a:lnTo>
                <a:lnTo>
                  <a:pt x="143552" y="141350"/>
                </a:lnTo>
                <a:lnTo>
                  <a:pt x="143484" y="143444"/>
                </a:lnTo>
                <a:lnTo>
                  <a:pt x="143383" y="146558"/>
                </a:lnTo>
                <a:lnTo>
                  <a:pt x="0" y="146558"/>
                </a:lnTo>
                <a:lnTo>
                  <a:pt x="0" y="187960"/>
                </a:lnTo>
                <a:lnTo>
                  <a:pt x="169544" y="187960"/>
                </a:lnTo>
                <a:lnTo>
                  <a:pt x="194067" y="187559"/>
                </a:lnTo>
                <a:lnTo>
                  <a:pt x="215233" y="186372"/>
                </a:lnTo>
                <a:lnTo>
                  <a:pt x="233017" y="184423"/>
                </a:lnTo>
                <a:lnTo>
                  <a:pt x="247395" y="181737"/>
                </a:lnTo>
                <a:lnTo>
                  <a:pt x="244298" y="146558"/>
                </a:lnTo>
                <a:lnTo>
                  <a:pt x="244264" y="146176"/>
                </a:lnTo>
                <a:lnTo>
                  <a:pt x="190372" y="146176"/>
                </a:lnTo>
                <a:lnTo>
                  <a:pt x="194563" y="72389"/>
                </a:lnTo>
                <a:close/>
              </a:path>
              <a:path w="1118234" h="384175">
                <a:moveTo>
                  <a:pt x="92201" y="72389"/>
                </a:moveTo>
                <a:lnTo>
                  <a:pt x="42545" y="72389"/>
                </a:lnTo>
                <a:lnTo>
                  <a:pt x="47046" y="143444"/>
                </a:lnTo>
                <a:lnTo>
                  <a:pt x="47142" y="144954"/>
                </a:lnTo>
                <a:lnTo>
                  <a:pt x="47243" y="146558"/>
                </a:lnTo>
                <a:lnTo>
                  <a:pt x="94614" y="146558"/>
                </a:lnTo>
                <a:lnTo>
                  <a:pt x="92201" y="72389"/>
                </a:lnTo>
                <a:close/>
              </a:path>
              <a:path w="1118234" h="384175">
                <a:moveTo>
                  <a:pt x="243839" y="141350"/>
                </a:moveTo>
                <a:lnTo>
                  <a:pt x="230860" y="143444"/>
                </a:lnTo>
                <a:lnTo>
                  <a:pt x="217630" y="144954"/>
                </a:lnTo>
                <a:lnTo>
                  <a:pt x="204138" y="145869"/>
                </a:lnTo>
                <a:lnTo>
                  <a:pt x="190372" y="146176"/>
                </a:lnTo>
                <a:lnTo>
                  <a:pt x="244264" y="146176"/>
                </a:lnTo>
                <a:lnTo>
                  <a:pt x="243839" y="141350"/>
                </a:lnTo>
                <a:close/>
              </a:path>
              <a:path w="1118234" h="384175">
                <a:moveTo>
                  <a:pt x="1112139" y="0"/>
                </a:moveTo>
                <a:lnTo>
                  <a:pt x="1062989" y="0"/>
                </a:lnTo>
                <a:lnTo>
                  <a:pt x="1062989" y="67945"/>
                </a:lnTo>
                <a:lnTo>
                  <a:pt x="980186" y="67945"/>
                </a:lnTo>
                <a:lnTo>
                  <a:pt x="980186" y="110489"/>
                </a:lnTo>
                <a:lnTo>
                  <a:pt x="1062989" y="110489"/>
                </a:lnTo>
                <a:lnTo>
                  <a:pt x="1062989" y="220725"/>
                </a:lnTo>
                <a:lnTo>
                  <a:pt x="1112139" y="220725"/>
                </a:lnTo>
                <a:lnTo>
                  <a:pt x="1112139" y="0"/>
                </a:lnTo>
                <a:close/>
              </a:path>
              <a:path w="1118234" h="384175">
                <a:moveTo>
                  <a:pt x="922019" y="12192"/>
                </a:moveTo>
                <a:lnTo>
                  <a:pt x="872109" y="12192"/>
                </a:lnTo>
                <a:lnTo>
                  <a:pt x="872109" y="60198"/>
                </a:lnTo>
                <a:lnTo>
                  <a:pt x="870438" y="78440"/>
                </a:lnTo>
                <a:lnTo>
                  <a:pt x="856999" y="114115"/>
                </a:lnTo>
                <a:lnTo>
                  <a:pt x="830705" y="147982"/>
                </a:lnTo>
                <a:lnTo>
                  <a:pt x="795982" y="174755"/>
                </a:lnTo>
                <a:lnTo>
                  <a:pt x="775715" y="185165"/>
                </a:lnTo>
                <a:lnTo>
                  <a:pt x="812418" y="219963"/>
                </a:lnTo>
                <a:lnTo>
                  <a:pt x="847030" y="194675"/>
                </a:lnTo>
                <a:lnTo>
                  <a:pt x="883443" y="156733"/>
                </a:lnTo>
                <a:lnTo>
                  <a:pt x="898397" y="133985"/>
                </a:lnTo>
                <a:lnTo>
                  <a:pt x="957226" y="133985"/>
                </a:lnTo>
                <a:lnTo>
                  <a:pt x="928989" y="94138"/>
                </a:lnTo>
                <a:lnTo>
                  <a:pt x="922019" y="58547"/>
                </a:lnTo>
                <a:lnTo>
                  <a:pt x="922019" y="12192"/>
                </a:lnTo>
                <a:close/>
              </a:path>
              <a:path w="1118234" h="384175">
                <a:moveTo>
                  <a:pt x="957226" y="133985"/>
                </a:moveTo>
                <a:lnTo>
                  <a:pt x="898397" y="133985"/>
                </a:lnTo>
                <a:lnTo>
                  <a:pt x="914900" y="155987"/>
                </a:lnTo>
                <a:lnTo>
                  <a:pt x="935069" y="175704"/>
                </a:lnTo>
                <a:lnTo>
                  <a:pt x="958905" y="193135"/>
                </a:lnTo>
                <a:lnTo>
                  <a:pt x="986409" y="208280"/>
                </a:lnTo>
                <a:lnTo>
                  <a:pt x="1018413" y="169545"/>
                </a:lnTo>
                <a:lnTo>
                  <a:pt x="998930" y="162663"/>
                </a:lnTo>
                <a:lnTo>
                  <a:pt x="981043" y="153257"/>
                </a:lnTo>
                <a:lnTo>
                  <a:pt x="964727" y="141327"/>
                </a:lnTo>
                <a:lnTo>
                  <a:pt x="957226" y="133985"/>
                </a:lnTo>
                <a:close/>
              </a:path>
              <a:path w="1118234" h="384175">
                <a:moveTo>
                  <a:pt x="227330" y="12192"/>
                </a:moveTo>
                <a:lnTo>
                  <a:pt x="9778" y="12192"/>
                </a:lnTo>
                <a:lnTo>
                  <a:pt x="9778" y="53086"/>
                </a:lnTo>
                <a:lnTo>
                  <a:pt x="227330" y="53086"/>
                </a:lnTo>
                <a:lnTo>
                  <a:pt x="227330" y="12192"/>
                </a:lnTo>
                <a:close/>
              </a:path>
              <a:path w="1118234" h="384175">
                <a:moveTo>
                  <a:pt x="316230" y="0"/>
                </a:moveTo>
                <a:lnTo>
                  <a:pt x="266954" y="0"/>
                </a:lnTo>
                <a:lnTo>
                  <a:pt x="266954" y="197358"/>
                </a:lnTo>
                <a:lnTo>
                  <a:pt x="316230" y="197358"/>
                </a:lnTo>
                <a:lnTo>
                  <a:pt x="3162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85160" y="3795077"/>
            <a:ext cx="3111500" cy="6934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sz="1500" spc="-10" dirty="0">
                <a:solidFill>
                  <a:srgbClr val="FFFFFF"/>
                </a:solidFill>
                <a:latin typeface="Malgun Gothic"/>
                <a:cs typeface="Malgun Gothic"/>
              </a:rPr>
              <a:t>업무</a:t>
            </a:r>
            <a:r>
              <a:rPr sz="1500" spc="-2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Malgun Gothic"/>
                <a:cs typeface="Malgun Gothic"/>
              </a:rPr>
              <a:t>프로세스를</a:t>
            </a:r>
            <a:r>
              <a:rPr sz="1500" spc="-20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Malgun Gothic"/>
                <a:cs typeface="Malgun Gothic"/>
              </a:rPr>
              <a:t>완전히</a:t>
            </a:r>
            <a:r>
              <a:rPr sz="15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Malgun Gothic"/>
                <a:cs typeface="Malgun Gothic"/>
              </a:rPr>
              <a:t>혁신하는</a:t>
            </a:r>
            <a:r>
              <a:rPr sz="1500" spc="-2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LLM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r>
              <a:rPr sz="1500" spc="-20" dirty="0">
                <a:solidFill>
                  <a:srgbClr val="FFFFFF"/>
                </a:solidFill>
                <a:latin typeface="Malgun Gothic"/>
                <a:cs typeface="Malgun Gothic"/>
              </a:rPr>
              <a:t>을</a:t>
            </a:r>
            <a:r>
              <a:rPr sz="1500" spc="-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35" dirty="0">
                <a:solidFill>
                  <a:srgbClr val="FFFFFF"/>
                </a:solidFill>
                <a:latin typeface="Malgun Gothic"/>
                <a:cs typeface="Malgun Gothic"/>
              </a:rPr>
              <a:t>활용한</a:t>
            </a:r>
            <a:r>
              <a:rPr sz="15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Usercases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premise</a:t>
            </a:r>
            <a:r>
              <a:rPr sz="15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LLM,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왜</a:t>
            </a:r>
            <a:r>
              <a:rPr sz="1500" spc="-229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Malgun Gothic"/>
                <a:cs typeface="Malgun Gothic"/>
              </a:rPr>
              <a:t>필요한가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76576" y="3891026"/>
            <a:ext cx="0" cy="523875"/>
          </a:xfrm>
          <a:custGeom>
            <a:avLst/>
            <a:gdLst/>
            <a:ahLst/>
            <a:cxnLst/>
            <a:rect l="l" t="t" r="r" b="b"/>
            <a:pathLst>
              <a:path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48A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5150" y="-1"/>
            <a:ext cx="5276850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590" y="5912358"/>
            <a:ext cx="1521834" cy="3869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932934" y="1994026"/>
            <a:ext cx="281305" cy="299720"/>
          </a:xfrm>
          <a:custGeom>
            <a:avLst/>
            <a:gdLst/>
            <a:ahLst/>
            <a:cxnLst/>
            <a:rect l="l" t="t" r="r" b="b"/>
            <a:pathLst>
              <a:path w="281304" h="299719">
                <a:moveTo>
                  <a:pt x="256920" y="238125"/>
                </a:moveTo>
                <a:lnTo>
                  <a:pt x="238505" y="238125"/>
                </a:lnTo>
                <a:lnTo>
                  <a:pt x="230504" y="241046"/>
                </a:lnTo>
                <a:lnTo>
                  <a:pt x="217042" y="252475"/>
                </a:lnTo>
                <a:lnTo>
                  <a:pt x="213613" y="259842"/>
                </a:lnTo>
                <a:lnTo>
                  <a:pt x="213613" y="277495"/>
                </a:lnTo>
                <a:lnTo>
                  <a:pt x="216915" y="284734"/>
                </a:lnTo>
                <a:lnTo>
                  <a:pt x="229869" y="296418"/>
                </a:lnTo>
                <a:lnTo>
                  <a:pt x="237616" y="299338"/>
                </a:lnTo>
                <a:lnTo>
                  <a:pt x="246887" y="299338"/>
                </a:lnTo>
                <a:lnTo>
                  <a:pt x="281050" y="277875"/>
                </a:lnTo>
                <a:lnTo>
                  <a:pt x="281050" y="259842"/>
                </a:lnTo>
                <a:lnTo>
                  <a:pt x="277749" y="252475"/>
                </a:lnTo>
                <a:lnTo>
                  <a:pt x="271271" y="246761"/>
                </a:lnTo>
                <a:lnTo>
                  <a:pt x="264667" y="241046"/>
                </a:lnTo>
                <a:lnTo>
                  <a:pt x="256920" y="238125"/>
                </a:lnTo>
                <a:close/>
              </a:path>
              <a:path w="281304" h="299719">
                <a:moveTo>
                  <a:pt x="171323" y="0"/>
                </a:moveTo>
                <a:lnTo>
                  <a:pt x="114300" y="0"/>
                </a:lnTo>
                <a:lnTo>
                  <a:pt x="114300" y="294386"/>
                </a:lnTo>
                <a:lnTo>
                  <a:pt x="171323" y="294386"/>
                </a:lnTo>
                <a:lnTo>
                  <a:pt x="171323" y="0"/>
                </a:lnTo>
                <a:close/>
              </a:path>
              <a:path w="281304" h="299719">
                <a:moveTo>
                  <a:pt x="57023" y="0"/>
                </a:moveTo>
                <a:lnTo>
                  <a:pt x="0" y="0"/>
                </a:lnTo>
                <a:lnTo>
                  <a:pt x="0" y="294386"/>
                </a:lnTo>
                <a:lnTo>
                  <a:pt x="57023" y="294386"/>
                </a:lnTo>
                <a:lnTo>
                  <a:pt x="570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8516" y="2605404"/>
            <a:ext cx="3103245" cy="386080"/>
          </a:xfrm>
          <a:custGeom>
            <a:avLst/>
            <a:gdLst/>
            <a:ahLst/>
            <a:cxnLst/>
            <a:rect l="l" t="t" r="r" b="b"/>
            <a:pathLst>
              <a:path w="3103245" h="386080">
                <a:moveTo>
                  <a:pt x="1548625" y="287147"/>
                </a:moveTo>
                <a:lnTo>
                  <a:pt x="1190612" y="287147"/>
                </a:lnTo>
                <a:lnTo>
                  <a:pt x="1190612" y="328295"/>
                </a:lnTo>
                <a:lnTo>
                  <a:pt x="1548625" y="328295"/>
                </a:lnTo>
                <a:lnTo>
                  <a:pt x="1548625" y="287147"/>
                </a:lnTo>
                <a:close/>
              </a:path>
              <a:path w="3103245" h="386080">
                <a:moveTo>
                  <a:pt x="3035541" y="273939"/>
                </a:moveTo>
                <a:lnTo>
                  <a:pt x="2995368" y="276058"/>
                </a:lnTo>
                <a:lnTo>
                  <a:pt x="2947850" y="277696"/>
                </a:lnTo>
                <a:lnTo>
                  <a:pt x="2892986" y="278858"/>
                </a:lnTo>
                <a:lnTo>
                  <a:pt x="2761221" y="279781"/>
                </a:lnTo>
                <a:lnTo>
                  <a:pt x="2766299" y="320900"/>
                </a:lnTo>
                <a:lnTo>
                  <a:pt x="2766396" y="321684"/>
                </a:lnTo>
                <a:lnTo>
                  <a:pt x="2766428" y="321945"/>
                </a:lnTo>
                <a:lnTo>
                  <a:pt x="2879531" y="320900"/>
                </a:lnTo>
                <a:lnTo>
                  <a:pt x="2933918" y="319585"/>
                </a:lnTo>
                <a:lnTo>
                  <a:pt x="2986855" y="317734"/>
                </a:lnTo>
                <a:lnTo>
                  <a:pt x="3038335" y="315341"/>
                </a:lnTo>
                <a:lnTo>
                  <a:pt x="3035541" y="273939"/>
                </a:lnTo>
                <a:close/>
              </a:path>
              <a:path w="3103245" h="386080">
                <a:moveTo>
                  <a:pt x="2584437" y="223520"/>
                </a:moveTo>
                <a:lnTo>
                  <a:pt x="2531446" y="229139"/>
                </a:lnTo>
                <a:lnTo>
                  <a:pt x="2491219" y="245999"/>
                </a:lnTo>
                <a:lnTo>
                  <a:pt x="2461732" y="281676"/>
                </a:lnTo>
                <a:lnTo>
                  <a:pt x="2457437" y="303911"/>
                </a:lnTo>
                <a:lnTo>
                  <a:pt x="2459552" y="320962"/>
                </a:lnTo>
                <a:lnTo>
                  <a:pt x="2491092" y="361950"/>
                </a:lnTo>
                <a:lnTo>
                  <a:pt x="2531287" y="378587"/>
                </a:lnTo>
                <a:lnTo>
                  <a:pt x="2584437" y="384175"/>
                </a:lnTo>
                <a:lnTo>
                  <a:pt x="2612593" y="382774"/>
                </a:lnTo>
                <a:lnTo>
                  <a:pt x="2659190" y="371637"/>
                </a:lnTo>
                <a:lnTo>
                  <a:pt x="2692589" y="349970"/>
                </a:lnTo>
                <a:lnTo>
                  <a:pt x="2698236" y="342773"/>
                </a:lnTo>
                <a:lnTo>
                  <a:pt x="2584437" y="342773"/>
                </a:lnTo>
                <a:lnTo>
                  <a:pt x="2566560" y="342086"/>
                </a:lnTo>
                <a:lnTo>
                  <a:pt x="2527287" y="331978"/>
                </a:lnTo>
                <a:lnTo>
                  <a:pt x="2508237" y="303911"/>
                </a:lnTo>
                <a:lnTo>
                  <a:pt x="2509406" y="295812"/>
                </a:lnTo>
                <a:lnTo>
                  <a:pt x="2550782" y="267684"/>
                </a:lnTo>
                <a:lnTo>
                  <a:pt x="2584437" y="264922"/>
                </a:lnTo>
                <a:lnTo>
                  <a:pt x="2698034" y="264922"/>
                </a:lnTo>
                <a:lnTo>
                  <a:pt x="2692744" y="258101"/>
                </a:lnTo>
                <a:lnTo>
                  <a:pt x="2677909" y="245999"/>
                </a:lnTo>
                <a:lnTo>
                  <a:pt x="2659357" y="236164"/>
                </a:lnTo>
                <a:lnTo>
                  <a:pt x="2637602" y="229139"/>
                </a:lnTo>
                <a:lnTo>
                  <a:pt x="2612633" y="224924"/>
                </a:lnTo>
                <a:lnTo>
                  <a:pt x="2584437" y="223520"/>
                </a:lnTo>
                <a:close/>
              </a:path>
              <a:path w="3103245" h="386080">
                <a:moveTo>
                  <a:pt x="2698034" y="264922"/>
                </a:moveTo>
                <a:lnTo>
                  <a:pt x="2584437" y="264922"/>
                </a:lnTo>
                <a:lnTo>
                  <a:pt x="2602387" y="265612"/>
                </a:lnTo>
                <a:lnTo>
                  <a:pt x="2617962" y="267684"/>
                </a:lnTo>
                <a:lnTo>
                  <a:pt x="2656239" y="288305"/>
                </a:lnTo>
                <a:lnTo>
                  <a:pt x="2661018" y="303911"/>
                </a:lnTo>
                <a:lnTo>
                  <a:pt x="2659805" y="312154"/>
                </a:lnTo>
                <a:lnTo>
                  <a:pt x="2617743" y="340042"/>
                </a:lnTo>
                <a:lnTo>
                  <a:pt x="2584437" y="342773"/>
                </a:lnTo>
                <a:lnTo>
                  <a:pt x="2698236" y="342773"/>
                </a:lnTo>
                <a:lnTo>
                  <a:pt x="2711818" y="303911"/>
                </a:lnTo>
                <a:lnTo>
                  <a:pt x="2709698" y="287021"/>
                </a:lnTo>
                <a:lnTo>
                  <a:pt x="2703341" y="271764"/>
                </a:lnTo>
                <a:lnTo>
                  <a:pt x="2698034" y="264922"/>
                </a:lnTo>
                <a:close/>
              </a:path>
              <a:path w="3103245" h="386080">
                <a:moveTo>
                  <a:pt x="502907" y="263779"/>
                </a:moveTo>
                <a:lnTo>
                  <a:pt x="452488" y="263779"/>
                </a:lnTo>
                <a:lnTo>
                  <a:pt x="452488" y="369316"/>
                </a:lnTo>
                <a:lnTo>
                  <a:pt x="710425" y="369316"/>
                </a:lnTo>
                <a:lnTo>
                  <a:pt x="710425" y="327152"/>
                </a:lnTo>
                <a:lnTo>
                  <a:pt x="502907" y="327152"/>
                </a:lnTo>
                <a:lnTo>
                  <a:pt x="502907" y="263779"/>
                </a:lnTo>
                <a:close/>
              </a:path>
              <a:path w="3103245" h="386080">
                <a:moveTo>
                  <a:pt x="1712582" y="242697"/>
                </a:moveTo>
                <a:lnTo>
                  <a:pt x="1662290" y="242697"/>
                </a:lnTo>
                <a:lnTo>
                  <a:pt x="1662290" y="372364"/>
                </a:lnTo>
                <a:lnTo>
                  <a:pt x="1918703" y="372364"/>
                </a:lnTo>
                <a:lnTo>
                  <a:pt x="1918703" y="330200"/>
                </a:lnTo>
                <a:lnTo>
                  <a:pt x="1712582" y="330200"/>
                </a:lnTo>
                <a:lnTo>
                  <a:pt x="1712582" y="242697"/>
                </a:lnTo>
                <a:close/>
              </a:path>
              <a:path w="3103245" h="386080">
                <a:moveTo>
                  <a:pt x="1911337" y="0"/>
                </a:moveTo>
                <a:lnTo>
                  <a:pt x="1862188" y="0"/>
                </a:lnTo>
                <a:lnTo>
                  <a:pt x="1862188" y="108966"/>
                </a:lnTo>
                <a:lnTo>
                  <a:pt x="1771129" y="108966"/>
                </a:lnTo>
                <a:lnTo>
                  <a:pt x="1771129" y="151130"/>
                </a:lnTo>
                <a:lnTo>
                  <a:pt x="1862188" y="151130"/>
                </a:lnTo>
                <a:lnTo>
                  <a:pt x="1862188" y="275971"/>
                </a:lnTo>
                <a:lnTo>
                  <a:pt x="1911337" y="275971"/>
                </a:lnTo>
                <a:lnTo>
                  <a:pt x="1911337" y="0"/>
                </a:lnTo>
                <a:close/>
              </a:path>
              <a:path w="3103245" h="386080">
                <a:moveTo>
                  <a:pt x="1750805" y="134747"/>
                </a:moveTo>
                <a:lnTo>
                  <a:pt x="1692135" y="134747"/>
                </a:lnTo>
                <a:lnTo>
                  <a:pt x="1666034" y="158557"/>
                </a:lnTo>
                <a:lnTo>
                  <a:pt x="1639541" y="178165"/>
                </a:lnTo>
                <a:lnTo>
                  <a:pt x="1612643" y="193557"/>
                </a:lnTo>
                <a:lnTo>
                  <a:pt x="1585328" y="204724"/>
                </a:lnTo>
                <a:lnTo>
                  <a:pt x="1619745" y="240792"/>
                </a:lnTo>
                <a:lnTo>
                  <a:pt x="1654555" y="222359"/>
                </a:lnTo>
                <a:lnTo>
                  <a:pt x="1686007" y="201342"/>
                </a:lnTo>
                <a:lnTo>
                  <a:pt x="1714078" y="177730"/>
                </a:lnTo>
                <a:lnTo>
                  <a:pt x="1738744" y="151511"/>
                </a:lnTo>
                <a:lnTo>
                  <a:pt x="1750805" y="134747"/>
                </a:lnTo>
                <a:close/>
              </a:path>
              <a:path w="3103245" h="386080">
                <a:moveTo>
                  <a:pt x="1792592" y="25019"/>
                </a:moveTo>
                <a:lnTo>
                  <a:pt x="1607299" y="25019"/>
                </a:lnTo>
                <a:lnTo>
                  <a:pt x="1607299" y="67183"/>
                </a:lnTo>
                <a:lnTo>
                  <a:pt x="1731886" y="67183"/>
                </a:lnTo>
                <a:lnTo>
                  <a:pt x="1729788" y="73729"/>
                </a:lnTo>
                <a:lnTo>
                  <a:pt x="1727298" y="80406"/>
                </a:lnTo>
                <a:lnTo>
                  <a:pt x="1724403" y="87203"/>
                </a:lnTo>
                <a:lnTo>
                  <a:pt x="1721091" y="94107"/>
                </a:lnTo>
                <a:lnTo>
                  <a:pt x="1583169" y="103124"/>
                </a:lnTo>
                <a:lnTo>
                  <a:pt x="1601584" y="144907"/>
                </a:lnTo>
                <a:lnTo>
                  <a:pt x="1692135" y="134747"/>
                </a:lnTo>
                <a:lnTo>
                  <a:pt x="1750805" y="134747"/>
                </a:lnTo>
                <a:lnTo>
                  <a:pt x="1759338" y="122888"/>
                </a:lnTo>
                <a:lnTo>
                  <a:pt x="1775193" y="92265"/>
                </a:lnTo>
                <a:lnTo>
                  <a:pt x="1786285" y="59642"/>
                </a:lnTo>
                <a:lnTo>
                  <a:pt x="1792592" y="25019"/>
                </a:lnTo>
                <a:close/>
              </a:path>
              <a:path w="3103245" h="386080">
                <a:moveTo>
                  <a:pt x="2311387" y="208787"/>
                </a:moveTo>
                <a:lnTo>
                  <a:pt x="2061832" y="208787"/>
                </a:lnTo>
                <a:lnTo>
                  <a:pt x="2061832" y="250952"/>
                </a:lnTo>
                <a:lnTo>
                  <a:pt x="2262238" y="250952"/>
                </a:lnTo>
                <a:lnTo>
                  <a:pt x="2262238" y="274320"/>
                </a:lnTo>
                <a:lnTo>
                  <a:pt x="2061832" y="274320"/>
                </a:lnTo>
                <a:lnTo>
                  <a:pt x="2061832" y="379603"/>
                </a:lnTo>
                <a:lnTo>
                  <a:pt x="2321166" y="379603"/>
                </a:lnTo>
                <a:lnTo>
                  <a:pt x="2321166" y="337566"/>
                </a:lnTo>
                <a:lnTo>
                  <a:pt x="2111362" y="337566"/>
                </a:lnTo>
                <a:lnTo>
                  <a:pt x="2111362" y="312928"/>
                </a:lnTo>
                <a:lnTo>
                  <a:pt x="2311387" y="312928"/>
                </a:lnTo>
                <a:lnTo>
                  <a:pt x="2311387" y="208787"/>
                </a:lnTo>
                <a:close/>
              </a:path>
              <a:path w="3103245" h="386080">
                <a:moveTo>
                  <a:pt x="1148575" y="291211"/>
                </a:moveTo>
                <a:lnTo>
                  <a:pt x="790562" y="291211"/>
                </a:lnTo>
                <a:lnTo>
                  <a:pt x="790562" y="332486"/>
                </a:lnTo>
                <a:lnTo>
                  <a:pt x="1148575" y="332486"/>
                </a:lnTo>
                <a:lnTo>
                  <a:pt x="1148575" y="291211"/>
                </a:lnTo>
                <a:close/>
              </a:path>
              <a:path w="3103245" h="386080">
                <a:moveTo>
                  <a:pt x="994524" y="203200"/>
                </a:moveTo>
                <a:lnTo>
                  <a:pt x="944105" y="203200"/>
                </a:lnTo>
                <a:lnTo>
                  <a:pt x="944105" y="291211"/>
                </a:lnTo>
                <a:lnTo>
                  <a:pt x="994524" y="291211"/>
                </a:lnTo>
                <a:lnTo>
                  <a:pt x="994524" y="203200"/>
                </a:lnTo>
                <a:close/>
              </a:path>
              <a:path w="3103245" h="386080">
                <a:moveTo>
                  <a:pt x="994905" y="25019"/>
                </a:moveTo>
                <a:lnTo>
                  <a:pt x="944105" y="25019"/>
                </a:lnTo>
                <a:lnTo>
                  <a:pt x="944105" y="53594"/>
                </a:lnTo>
                <a:lnTo>
                  <a:pt x="941857" y="69834"/>
                </a:lnTo>
                <a:lnTo>
                  <a:pt x="923424" y="104189"/>
                </a:lnTo>
                <a:lnTo>
                  <a:pt x="886755" y="138060"/>
                </a:lnTo>
                <a:lnTo>
                  <a:pt x="833998" y="163171"/>
                </a:lnTo>
                <a:lnTo>
                  <a:pt x="801611" y="171958"/>
                </a:lnTo>
                <a:lnTo>
                  <a:pt x="830821" y="210947"/>
                </a:lnTo>
                <a:lnTo>
                  <a:pt x="872064" y="196087"/>
                </a:lnTo>
                <a:lnTo>
                  <a:pt x="911212" y="173990"/>
                </a:lnTo>
                <a:lnTo>
                  <a:pt x="944740" y="147224"/>
                </a:lnTo>
                <a:lnTo>
                  <a:pt x="969124" y="118745"/>
                </a:lnTo>
                <a:lnTo>
                  <a:pt x="1029421" y="118745"/>
                </a:lnTo>
                <a:lnTo>
                  <a:pt x="1015693" y="103743"/>
                </a:lnTo>
                <a:lnTo>
                  <a:pt x="1004144" y="86550"/>
                </a:lnTo>
                <a:lnTo>
                  <a:pt x="997215" y="69834"/>
                </a:lnTo>
                <a:lnTo>
                  <a:pt x="994905" y="53594"/>
                </a:lnTo>
                <a:lnTo>
                  <a:pt x="994905" y="25019"/>
                </a:lnTo>
                <a:close/>
              </a:path>
              <a:path w="3103245" h="386080">
                <a:moveTo>
                  <a:pt x="1029421" y="118745"/>
                </a:moveTo>
                <a:lnTo>
                  <a:pt x="969124" y="118745"/>
                </a:lnTo>
                <a:lnTo>
                  <a:pt x="980292" y="132768"/>
                </a:lnTo>
                <a:lnTo>
                  <a:pt x="1009629" y="159767"/>
                </a:lnTo>
                <a:lnTo>
                  <a:pt x="1047225" y="184723"/>
                </a:lnTo>
                <a:lnTo>
                  <a:pt x="1087127" y="203634"/>
                </a:lnTo>
                <a:lnTo>
                  <a:pt x="1107554" y="210566"/>
                </a:lnTo>
                <a:lnTo>
                  <a:pt x="1136764" y="171958"/>
                </a:lnTo>
                <a:lnTo>
                  <a:pt x="1104710" y="163310"/>
                </a:lnTo>
                <a:lnTo>
                  <a:pt x="1076550" y="152019"/>
                </a:lnTo>
                <a:lnTo>
                  <a:pt x="1052271" y="138060"/>
                </a:lnTo>
                <a:lnTo>
                  <a:pt x="1031862" y="121412"/>
                </a:lnTo>
                <a:lnTo>
                  <a:pt x="1029421" y="118745"/>
                </a:lnTo>
                <a:close/>
              </a:path>
              <a:path w="3103245" h="386080">
                <a:moveTo>
                  <a:pt x="758050" y="201930"/>
                </a:moveTo>
                <a:lnTo>
                  <a:pt x="400037" y="201930"/>
                </a:lnTo>
                <a:lnTo>
                  <a:pt x="400037" y="244094"/>
                </a:lnTo>
                <a:lnTo>
                  <a:pt x="758050" y="244094"/>
                </a:lnTo>
                <a:lnTo>
                  <a:pt x="758050" y="201930"/>
                </a:lnTo>
                <a:close/>
              </a:path>
              <a:path w="3103245" h="386080">
                <a:moveTo>
                  <a:pt x="721220" y="129794"/>
                </a:moveTo>
                <a:lnTo>
                  <a:pt x="436486" y="129794"/>
                </a:lnTo>
                <a:lnTo>
                  <a:pt x="436486" y="171577"/>
                </a:lnTo>
                <a:lnTo>
                  <a:pt x="721220" y="171577"/>
                </a:lnTo>
                <a:lnTo>
                  <a:pt x="721220" y="129794"/>
                </a:lnTo>
                <a:close/>
              </a:path>
              <a:path w="3103245" h="386080">
                <a:moveTo>
                  <a:pt x="535292" y="68707"/>
                </a:moveTo>
                <a:lnTo>
                  <a:pt x="485635" y="68707"/>
                </a:lnTo>
                <a:lnTo>
                  <a:pt x="489191" y="129794"/>
                </a:lnTo>
                <a:lnTo>
                  <a:pt x="538086" y="129794"/>
                </a:lnTo>
                <a:lnTo>
                  <a:pt x="535292" y="68707"/>
                </a:lnTo>
                <a:close/>
              </a:path>
              <a:path w="3103245" h="386080">
                <a:moveTo>
                  <a:pt x="672452" y="68707"/>
                </a:moveTo>
                <a:lnTo>
                  <a:pt x="622795" y="68707"/>
                </a:lnTo>
                <a:lnTo>
                  <a:pt x="619620" y="129794"/>
                </a:lnTo>
                <a:lnTo>
                  <a:pt x="668896" y="129794"/>
                </a:lnTo>
                <a:lnTo>
                  <a:pt x="672452" y="68707"/>
                </a:lnTo>
                <a:close/>
              </a:path>
              <a:path w="3103245" h="386080">
                <a:moveTo>
                  <a:pt x="358000" y="291211"/>
                </a:moveTo>
                <a:lnTo>
                  <a:pt x="0" y="291211"/>
                </a:lnTo>
                <a:lnTo>
                  <a:pt x="0" y="332486"/>
                </a:lnTo>
                <a:lnTo>
                  <a:pt x="358000" y="332486"/>
                </a:lnTo>
                <a:lnTo>
                  <a:pt x="358000" y="291211"/>
                </a:lnTo>
                <a:close/>
              </a:path>
              <a:path w="3103245" h="386080">
                <a:moveTo>
                  <a:pt x="178930" y="26162"/>
                </a:moveTo>
                <a:lnTo>
                  <a:pt x="126193" y="32813"/>
                </a:lnTo>
                <a:lnTo>
                  <a:pt x="83553" y="52705"/>
                </a:lnTo>
                <a:lnTo>
                  <a:pt x="55264" y="84216"/>
                </a:lnTo>
                <a:lnTo>
                  <a:pt x="45834" y="125349"/>
                </a:lnTo>
                <a:lnTo>
                  <a:pt x="47036" y="138140"/>
                </a:lnTo>
                <a:lnTo>
                  <a:pt x="61961" y="177141"/>
                </a:lnTo>
                <a:lnTo>
                  <a:pt x="108604" y="211772"/>
                </a:lnTo>
                <a:lnTo>
                  <a:pt x="153530" y="223139"/>
                </a:lnTo>
                <a:lnTo>
                  <a:pt x="153530" y="291211"/>
                </a:lnTo>
                <a:lnTo>
                  <a:pt x="203949" y="291211"/>
                </a:lnTo>
                <a:lnTo>
                  <a:pt x="203949" y="223139"/>
                </a:lnTo>
                <a:lnTo>
                  <a:pt x="227668" y="218926"/>
                </a:lnTo>
                <a:lnTo>
                  <a:pt x="248732" y="212201"/>
                </a:lnTo>
                <a:lnTo>
                  <a:pt x="267153" y="202975"/>
                </a:lnTo>
                <a:lnTo>
                  <a:pt x="282943" y="191262"/>
                </a:lnTo>
                <a:lnTo>
                  <a:pt x="290111" y="183387"/>
                </a:lnTo>
                <a:lnTo>
                  <a:pt x="178930" y="183387"/>
                </a:lnTo>
                <a:lnTo>
                  <a:pt x="161047" y="182413"/>
                </a:lnTo>
                <a:lnTo>
                  <a:pt x="119113" y="167894"/>
                </a:lnTo>
                <a:lnTo>
                  <a:pt x="97015" y="125349"/>
                </a:lnTo>
                <a:lnTo>
                  <a:pt x="98396" y="112724"/>
                </a:lnTo>
                <a:lnTo>
                  <a:pt x="131138" y="76350"/>
                </a:lnTo>
                <a:lnTo>
                  <a:pt x="178930" y="67564"/>
                </a:lnTo>
                <a:lnTo>
                  <a:pt x="290718" y="67564"/>
                </a:lnTo>
                <a:lnTo>
                  <a:pt x="290501" y="67252"/>
                </a:lnTo>
                <a:lnTo>
                  <a:pt x="273926" y="52705"/>
                </a:lnTo>
                <a:lnTo>
                  <a:pt x="253850" y="41110"/>
                </a:lnTo>
                <a:lnTo>
                  <a:pt x="231333" y="32813"/>
                </a:lnTo>
                <a:lnTo>
                  <a:pt x="206364" y="27826"/>
                </a:lnTo>
                <a:lnTo>
                  <a:pt x="178930" y="26162"/>
                </a:lnTo>
                <a:close/>
              </a:path>
              <a:path w="3103245" h="386080">
                <a:moveTo>
                  <a:pt x="290718" y="67564"/>
                </a:moveTo>
                <a:lnTo>
                  <a:pt x="178930" y="67564"/>
                </a:lnTo>
                <a:lnTo>
                  <a:pt x="196884" y="68540"/>
                </a:lnTo>
                <a:lnTo>
                  <a:pt x="212839" y="71469"/>
                </a:lnTo>
                <a:lnTo>
                  <a:pt x="248268" y="91666"/>
                </a:lnTo>
                <a:lnTo>
                  <a:pt x="260591" y="125349"/>
                </a:lnTo>
                <a:lnTo>
                  <a:pt x="259185" y="138140"/>
                </a:lnTo>
                <a:lnTo>
                  <a:pt x="226461" y="174654"/>
                </a:lnTo>
                <a:lnTo>
                  <a:pt x="178930" y="183387"/>
                </a:lnTo>
                <a:lnTo>
                  <a:pt x="290111" y="183387"/>
                </a:lnTo>
                <a:lnTo>
                  <a:pt x="295538" y="177426"/>
                </a:lnTo>
                <a:lnTo>
                  <a:pt x="304549" y="161829"/>
                </a:lnTo>
                <a:lnTo>
                  <a:pt x="309964" y="144470"/>
                </a:lnTo>
                <a:lnTo>
                  <a:pt x="311772" y="125349"/>
                </a:lnTo>
                <a:lnTo>
                  <a:pt x="309412" y="103586"/>
                </a:lnTo>
                <a:lnTo>
                  <a:pt x="302326" y="84216"/>
                </a:lnTo>
                <a:lnTo>
                  <a:pt x="290718" y="67564"/>
                </a:lnTo>
                <a:close/>
              </a:path>
              <a:path w="3103245" h="386080">
                <a:moveTo>
                  <a:pt x="2897111" y="23749"/>
                </a:moveTo>
                <a:lnTo>
                  <a:pt x="2854645" y="30511"/>
                </a:lnTo>
                <a:lnTo>
                  <a:pt x="2819514" y="50800"/>
                </a:lnTo>
                <a:lnTo>
                  <a:pt x="2796197" y="81534"/>
                </a:lnTo>
                <a:lnTo>
                  <a:pt x="2788145" y="121158"/>
                </a:lnTo>
                <a:lnTo>
                  <a:pt x="2790072" y="141662"/>
                </a:lnTo>
                <a:lnTo>
                  <a:pt x="2805451" y="176575"/>
                </a:lnTo>
                <a:lnTo>
                  <a:pt x="2835141" y="202822"/>
                </a:lnTo>
                <a:lnTo>
                  <a:pt x="2873189" y="216261"/>
                </a:lnTo>
                <a:lnTo>
                  <a:pt x="2894952" y="217932"/>
                </a:lnTo>
                <a:lnTo>
                  <a:pt x="2916726" y="216261"/>
                </a:lnTo>
                <a:lnTo>
                  <a:pt x="2916887" y="216261"/>
                </a:lnTo>
                <a:lnTo>
                  <a:pt x="2955236" y="202822"/>
                </a:lnTo>
                <a:lnTo>
                  <a:pt x="2985295" y="176575"/>
                </a:lnTo>
                <a:lnTo>
                  <a:pt x="2985795" y="175768"/>
                </a:lnTo>
                <a:lnTo>
                  <a:pt x="2895587" y="175768"/>
                </a:lnTo>
                <a:lnTo>
                  <a:pt x="2883847" y="174793"/>
                </a:lnTo>
                <a:lnTo>
                  <a:pt x="2848273" y="152036"/>
                </a:lnTo>
                <a:lnTo>
                  <a:pt x="2839326" y="121158"/>
                </a:lnTo>
                <a:lnTo>
                  <a:pt x="2840280" y="109918"/>
                </a:lnTo>
                <a:lnTo>
                  <a:pt x="2840300" y="109680"/>
                </a:lnTo>
                <a:lnTo>
                  <a:pt x="2863101" y="74699"/>
                </a:lnTo>
                <a:lnTo>
                  <a:pt x="2872492" y="69913"/>
                </a:lnTo>
                <a:lnTo>
                  <a:pt x="2872327" y="69913"/>
                </a:lnTo>
                <a:lnTo>
                  <a:pt x="2883432" y="66913"/>
                </a:lnTo>
                <a:lnTo>
                  <a:pt x="2883225" y="66913"/>
                </a:lnTo>
                <a:lnTo>
                  <a:pt x="2895587" y="65912"/>
                </a:lnTo>
                <a:lnTo>
                  <a:pt x="2986258" y="65912"/>
                </a:lnTo>
                <a:lnTo>
                  <a:pt x="2985898" y="65276"/>
                </a:lnTo>
                <a:lnTo>
                  <a:pt x="2972803" y="50800"/>
                </a:lnTo>
                <a:lnTo>
                  <a:pt x="2956922" y="38965"/>
                </a:lnTo>
                <a:lnTo>
                  <a:pt x="2939005" y="30511"/>
                </a:lnTo>
                <a:lnTo>
                  <a:pt x="2919064" y="25439"/>
                </a:lnTo>
                <a:lnTo>
                  <a:pt x="2897111" y="23749"/>
                </a:lnTo>
                <a:close/>
              </a:path>
              <a:path w="3103245" h="386080">
                <a:moveTo>
                  <a:pt x="2986258" y="65912"/>
                </a:moveTo>
                <a:lnTo>
                  <a:pt x="2895587" y="65912"/>
                </a:lnTo>
                <a:lnTo>
                  <a:pt x="2907324" y="66913"/>
                </a:lnTo>
                <a:lnTo>
                  <a:pt x="2917955" y="69913"/>
                </a:lnTo>
                <a:lnTo>
                  <a:pt x="2947673" y="99631"/>
                </a:lnTo>
                <a:lnTo>
                  <a:pt x="2950547" y="109680"/>
                </a:lnTo>
                <a:lnTo>
                  <a:pt x="2950616" y="109918"/>
                </a:lnTo>
                <a:lnTo>
                  <a:pt x="2951594" y="121158"/>
                </a:lnTo>
                <a:lnTo>
                  <a:pt x="2950619" y="132302"/>
                </a:lnTo>
                <a:lnTo>
                  <a:pt x="2947704" y="142494"/>
                </a:lnTo>
                <a:lnTo>
                  <a:pt x="2918061" y="171878"/>
                </a:lnTo>
                <a:lnTo>
                  <a:pt x="2895587" y="175768"/>
                </a:lnTo>
                <a:lnTo>
                  <a:pt x="2985795" y="175768"/>
                </a:lnTo>
                <a:lnTo>
                  <a:pt x="3002775" y="121158"/>
                </a:lnTo>
                <a:lnTo>
                  <a:pt x="3000896" y="100466"/>
                </a:lnTo>
                <a:lnTo>
                  <a:pt x="2995290" y="81915"/>
                </a:lnTo>
                <a:lnTo>
                  <a:pt x="2995095" y="81534"/>
                </a:lnTo>
                <a:lnTo>
                  <a:pt x="2986258" y="65912"/>
                </a:lnTo>
                <a:close/>
              </a:path>
              <a:path w="3103245" h="386080">
                <a:moveTo>
                  <a:pt x="1394955" y="25019"/>
                </a:moveTo>
                <a:lnTo>
                  <a:pt x="1344155" y="25019"/>
                </a:lnTo>
                <a:lnTo>
                  <a:pt x="1344155" y="53594"/>
                </a:lnTo>
                <a:lnTo>
                  <a:pt x="1341907" y="69834"/>
                </a:lnTo>
                <a:lnTo>
                  <a:pt x="1323474" y="104189"/>
                </a:lnTo>
                <a:lnTo>
                  <a:pt x="1286805" y="138060"/>
                </a:lnTo>
                <a:lnTo>
                  <a:pt x="1234048" y="163171"/>
                </a:lnTo>
                <a:lnTo>
                  <a:pt x="1201661" y="171958"/>
                </a:lnTo>
                <a:lnTo>
                  <a:pt x="1230871" y="210947"/>
                </a:lnTo>
                <a:lnTo>
                  <a:pt x="1272114" y="196087"/>
                </a:lnTo>
                <a:lnTo>
                  <a:pt x="1311262" y="173990"/>
                </a:lnTo>
                <a:lnTo>
                  <a:pt x="1344790" y="147224"/>
                </a:lnTo>
                <a:lnTo>
                  <a:pt x="1369174" y="118745"/>
                </a:lnTo>
                <a:lnTo>
                  <a:pt x="1429471" y="118745"/>
                </a:lnTo>
                <a:lnTo>
                  <a:pt x="1415743" y="103743"/>
                </a:lnTo>
                <a:lnTo>
                  <a:pt x="1404194" y="86550"/>
                </a:lnTo>
                <a:lnTo>
                  <a:pt x="1397265" y="69834"/>
                </a:lnTo>
                <a:lnTo>
                  <a:pt x="1394955" y="53594"/>
                </a:lnTo>
                <a:lnTo>
                  <a:pt x="1394955" y="25019"/>
                </a:lnTo>
                <a:close/>
              </a:path>
              <a:path w="3103245" h="386080">
                <a:moveTo>
                  <a:pt x="1429471" y="118745"/>
                </a:moveTo>
                <a:lnTo>
                  <a:pt x="1369174" y="118745"/>
                </a:lnTo>
                <a:lnTo>
                  <a:pt x="1380342" y="132768"/>
                </a:lnTo>
                <a:lnTo>
                  <a:pt x="1409679" y="159767"/>
                </a:lnTo>
                <a:lnTo>
                  <a:pt x="1447275" y="184723"/>
                </a:lnTo>
                <a:lnTo>
                  <a:pt x="1487177" y="203634"/>
                </a:lnTo>
                <a:lnTo>
                  <a:pt x="1507604" y="210566"/>
                </a:lnTo>
                <a:lnTo>
                  <a:pt x="1536814" y="171958"/>
                </a:lnTo>
                <a:lnTo>
                  <a:pt x="1504760" y="163310"/>
                </a:lnTo>
                <a:lnTo>
                  <a:pt x="1476600" y="152019"/>
                </a:lnTo>
                <a:lnTo>
                  <a:pt x="1452321" y="138060"/>
                </a:lnTo>
                <a:lnTo>
                  <a:pt x="1431912" y="121412"/>
                </a:lnTo>
                <a:lnTo>
                  <a:pt x="1429471" y="118745"/>
                </a:lnTo>
                <a:close/>
              </a:path>
              <a:path w="3103245" h="386080">
                <a:moveTo>
                  <a:pt x="2597010" y="17907"/>
                </a:moveTo>
                <a:lnTo>
                  <a:pt x="2406637" y="17907"/>
                </a:lnTo>
                <a:lnTo>
                  <a:pt x="2406637" y="210947"/>
                </a:lnTo>
                <a:lnTo>
                  <a:pt x="2466003" y="210613"/>
                </a:lnTo>
                <a:lnTo>
                  <a:pt x="2519524" y="209613"/>
                </a:lnTo>
                <a:lnTo>
                  <a:pt x="2567210" y="207946"/>
                </a:lnTo>
                <a:lnTo>
                  <a:pt x="2609075" y="205612"/>
                </a:lnTo>
                <a:lnTo>
                  <a:pt x="2606683" y="169164"/>
                </a:lnTo>
                <a:lnTo>
                  <a:pt x="2456294" y="169164"/>
                </a:lnTo>
                <a:lnTo>
                  <a:pt x="2456294" y="134366"/>
                </a:lnTo>
                <a:lnTo>
                  <a:pt x="2581389" y="134366"/>
                </a:lnTo>
                <a:lnTo>
                  <a:pt x="2581389" y="94615"/>
                </a:lnTo>
                <a:lnTo>
                  <a:pt x="2456294" y="94615"/>
                </a:lnTo>
                <a:lnTo>
                  <a:pt x="2456294" y="59817"/>
                </a:lnTo>
                <a:lnTo>
                  <a:pt x="2597010" y="59817"/>
                </a:lnTo>
                <a:lnTo>
                  <a:pt x="2597010" y="17907"/>
                </a:lnTo>
                <a:close/>
              </a:path>
              <a:path w="3103245" h="386080">
                <a:moveTo>
                  <a:pt x="2606408" y="164973"/>
                </a:moveTo>
                <a:lnTo>
                  <a:pt x="2577452" y="166806"/>
                </a:lnTo>
                <a:lnTo>
                  <a:pt x="2542781" y="168116"/>
                </a:lnTo>
                <a:lnTo>
                  <a:pt x="2502395" y="168902"/>
                </a:lnTo>
                <a:lnTo>
                  <a:pt x="2456294" y="169164"/>
                </a:lnTo>
                <a:lnTo>
                  <a:pt x="2606683" y="169164"/>
                </a:lnTo>
                <a:lnTo>
                  <a:pt x="2606614" y="168116"/>
                </a:lnTo>
                <a:lnTo>
                  <a:pt x="2606528" y="166806"/>
                </a:lnTo>
                <a:lnTo>
                  <a:pt x="2606408" y="164973"/>
                </a:lnTo>
                <a:close/>
              </a:path>
              <a:path w="3103245" h="386080">
                <a:moveTo>
                  <a:pt x="716648" y="16383"/>
                </a:moveTo>
                <a:lnTo>
                  <a:pt x="441439" y="16383"/>
                </a:lnTo>
                <a:lnTo>
                  <a:pt x="441439" y="58547"/>
                </a:lnTo>
                <a:lnTo>
                  <a:pt x="716648" y="58547"/>
                </a:lnTo>
                <a:lnTo>
                  <a:pt x="716648" y="16383"/>
                </a:lnTo>
                <a:close/>
              </a:path>
              <a:path w="3103245" h="386080">
                <a:moveTo>
                  <a:pt x="2119617" y="8128"/>
                </a:moveTo>
                <a:lnTo>
                  <a:pt x="2071357" y="8128"/>
                </a:lnTo>
                <a:lnTo>
                  <a:pt x="2071357" y="44577"/>
                </a:lnTo>
                <a:lnTo>
                  <a:pt x="2069862" y="61864"/>
                </a:lnTo>
                <a:lnTo>
                  <a:pt x="2057051" y="97762"/>
                </a:lnTo>
                <a:lnTo>
                  <a:pt x="2031977" y="129242"/>
                </a:lnTo>
                <a:lnTo>
                  <a:pt x="1996683" y="154872"/>
                </a:lnTo>
                <a:lnTo>
                  <a:pt x="1975345" y="165354"/>
                </a:lnTo>
                <a:lnTo>
                  <a:pt x="2009000" y="199771"/>
                </a:lnTo>
                <a:lnTo>
                  <a:pt x="2047844" y="174553"/>
                </a:lnTo>
                <a:lnTo>
                  <a:pt x="2082469" y="139684"/>
                </a:lnTo>
                <a:lnTo>
                  <a:pt x="2097138" y="117602"/>
                </a:lnTo>
                <a:lnTo>
                  <a:pt x="2155075" y="117602"/>
                </a:lnTo>
                <a:lnTo>
                  <a:pt x="2126411" y="78486"/>
                </a:lnTo>
                <a:lnTo>
                  <a:pt x="2119617" y="44577"/>
                </a:lnTo>
                <a:lnTo>
                  <a:pt x="2119617" y="8128"/>
                </a:lnTo>
                <a:close/>
              </a:path>
              <a:path w="3103245" h="386080">
                <a:moveTo>
                  <a:pt x="2311387" y="0"/>
                </a:moveTo>
                <a:lnTo>
                  <a:pt x="2262238" y="0"/>
                </a:lnTo>
                <a:lnTo>
                  <a:pt x="2262238" y="59817"/>
                </a:lnTo>
                <a:lnTo>
                  <a:pt x="2180196" y="59817"/>
                </a:lnTo>
                <a:lnTo>
                  <a:pt x="2180196" y="100330"/>
                </a:lnTo>
                <a:lnTo>
                  <a:pt x="2262238" y="100330"/>
                </a:lnTo>
                <a:lnTo>
                  <a:pt x="2262238" y="193802"/>
                </a:lnTo>
                <a:lnTo>
                  <a:pt x="2311387" y="193802"/>
                </a:lnTo>
                <a:lnTo>
                  <a:pt x="2311387" y="0"/>
                </a:lnTo>
                <a:close/>
              </a:path>
              <a:path w="3103245" h="386080">
                <a:moveTo>
                  <a:pt x="2155075" y="117602"/>
                </a:moveTo>
                <a:lnTo>
                  <a:pt x="2097138" y="117602"/>
                </a:lnTo>
                <a:lnTo>
                  <a:pt x="2112902" y="137390"/>
                </a:lnTo>
                <a:lnTo>
                  <a:pt x="2132571" y="155987"/>
                </a:lnTo>
                <a:lnTo>
                  <a:pt x="2156145" y="173394"/>
                </a:lnTo>
                <a:lnTo>
                  <a:pt x="2183625" y="189611"/>
                </a:lnTo>
                <a:lnTo>
                  <a:pt x="2213343" y="151511"/>
                </a:lnTo>
                <a:lnTo>
                  <a:pt x="2194535" y="144482"/>
                </a:lnTo>
                <a:lnTo>
                  <a:pt x="2177180" y="135191"/>
                </a:lnTo>
                <a:lnTo>
                  <a:pt x="2161301" y="123614"/>
                </a:lnTo>
                <a:lnTo>
                  <a:pt x="2155075" y="117602"/>
                </a:lnTo>
                <a:close/>
              </a:path>
              <a:path w="3103245" h="386080">
                <a:moveTo>
                  <a:pt x="3102724" y="0"/>
                </a:moveTo>
                <a:lnTo>
                  <a:pt x="3053194" y="0"/>
                </a:lnTo>
                <a:lnTo>
                  <a:pt x="3053194" y="385699"/>
                </a:lnTo>
                <a:lnTo>
                  <a:pt x="3102724" y="385699"/>
                </a:lnTo>
                <a:lnTo>
                  <a:pt x="3102724" y="0"/>
                </a:lnTo>
                <a:close/>
              </a:path>
              <a:path w="3103245" h="386080">
                <a:moveTo>
                  <a:pt x="2705595" y="0"/>
                </a:moveTo>
                <a:lnTo>
                  <a:pt x="2656446" y="0"/>
                </a:lnTo>
                <a:lnTo>
                  <a:pt x="2656446" y="218312"/>
                </a:lnTo>
                <a:lnTo>
                  <a:pt x="2705595" y="218312"/>
                </a:lnTo>
                <a:lnTo>
                  <a:pt x="27055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4531741" y="2655950"/>
            <a:ext cx="668655" cy="304800"/>
          </a:xfrm>
          <a:custGeom>
            <a:avLst/>
            <a:gdLst/>
            <a:ahLst/>
            <a:cxnLst/>
            <a:rect l="l" t="t" r="r" b="b"/>
            <a:pathLst>
              <a:path w="668654" h="304800">
                <a:moveTo>
                  <a:pt x="285369" y="149352"/>
                </a:moveTo>
                <a:lnTo>
                  <a:pt x="275818" y="89725"/>
                </a:lnTo>
                <a:lnTo>
                  <a:pt x="252920" y="49657"/>
                </a:lnTo>
                <a:lnTo>
                  <a:pt x="225425" y="23025"/>
                </a:lnTo>
                <a:lnTo>
                  <a:pt x="225425" y="153416"/>
                </a:lnTo>
                <a:lnTo>
                  <a:pt x="224142" y="174040"/>
                </a:lnTo>
                <a:lnTo>
                  <a:pt x="213042" y="212623"/>
                </a:lnTo>
                <a:lnTo>
                  <a:pt x="177228" y="247967"/>
                </a:lnTo>
                <a:lnTo>
                  <a:pt x="142240" y="254762"/>
                </a:lnTo>
                <a:lnTo>
                  <a:pt x="125145" y="253072"/>
                </a:lnTo>
                <a:lnTo>
                  <a:pt x="124485" y="253072"/>
                </a:lnTo>
                <a:lnTo>
                  <a:pt x="82169" y="226060"/>
                </a:lnTo>
                <a:lnTo>
                  <a:pt x="61442" y="174040"/>
                </a:lnTo>
                <a:lnTo>
                  <a:pt x="60071" y="152654"/>
                </a:lnTo>
                <a:lnTo>
                  <a:pt x="61468" y="131203"/>
                </a:lnTo>
                <a:lnTo>
                  <a:pt x="72707" y="94272"/>
                </a:lnTo>
                <a:lnTo>
                  <a:pt x="109194" y="56921"/>
                </a:lnTo>
                <a:lnTo>
                  <a:pt x="144145" y="49657"/>
                </a:lnTo>
                <a:lnTo>
                  <a:pt x="163245" y="51473"/>
                </a:lnTo>
                <a:lnTo>
                  <a:pt x="162699" y="51473"/>
                </a:lnTo>
                <a:lnTo>
                  <a:pt x="178600" y="56616"/>
                </a:lnTo>
                <a:lnTo>
                  <a:pt x="213474" y="92595"/>
                </a:lnTo>
                <a:lnTo>
                  <a:pt x="224091" y="130594"/>
                </a:lnTo>
                <a:lnTo>
                  <a:pt x="225374" y="152654"/>
                </a:lnTo>
                <a:lnTo>
                  <a:pt x="225425" y="153416"/>
                </a:lnTo>
                <a:lnTo>
                  <a:pt x="225425" y="23025"/>
                </a:lnTo>
                <a:lnTo>
                  <a:pt x="202679" y="10490"/>
                </a:lnTo>
                <a:lnTo>
                  <a:pt x="176187" y="2717"/>
                </a:lnTo>
                <a:lnTo>
                  <a:pt x="176911" y="2717"/>
                </a:lnTo>
                <a:lnTo>
                  <a:pt x="146050" y="0"/>
                </a:lnTo>
                <a:lnTo>
                  <a:pt x="114554" y="2717"/>
                </a:lnTo>
                <a:lnTo>
                  <a:pt x="86385" y="10833"/>
                </a:lnTo>
                <a:lnTo>
                  <a:pt x="39878" y="43180"/>
                </a:lnTo>
                <a:lnTo>
                  <a:pt x="9982" y="92989"/>
                </a:lnTo>
                <a:lnTo>
                  <a:pt x="0" y="155829"/>
                </a:lnTo>
                <a:lnTo>
                  <a:pt x="2438" y="186867"/>
                </a:lnTo>
                <a:lnTo>
                  <a:pt x="22009" y="240258"/>
                </a:lnTo>
                <a:lnTo>
                  <a:pt x="60159" y="280898"/>
                </a:lnTo>
                <a:lnTo>
                  <a:pt x="111302" y="301802"/>
                </a:lnTo>
                <a:lnTo>
                  <a:pt x="141351" y="304419"/>
                </a:lnTo>
                <a:lnTo>
                  <a:pt x="171475" y="301802"/>
                </a:lnTo>
                <a:lnTo>
                  <a:pt x="172059" y="301802"/>
                </a:lnTo>
                <a:lnTo>
                  <a:pt x="200037" y="293674"/>
                </a:lnTo>
                <a:lnTo>
                  <a:pt x="224548" y="280263"/>
                </a:lnTo>
                <a:lnTo>
                  <a:pt x="245872" y="261493"/>
                </a:lnTo>
                <a:lnTo>
                  <a:pt x="250913" y="254762"/>
                </a:lnTo>
                <a:lnTo>
                  <a:pt x="263182" y="238417"/>
                </a:lnTo>
                <a:lnTo>
                  <a:pt x="275526" y="212051"/>
                </a:lnTo>
                <a:lnTo>
                  <a:pt x="282905" y="182359"/>
                </a:lnTo>
                <a:lnTo>
                  <a:pt x="285369" y="149352"/>
                </a:lnTo>
                <a:close/>
              </a:path>
              <a:path w="668654" h="304800">
                <a:moveTo>
                  <a:pt x="512191" y="170561"/>
                </a:moveTo>
                <a:lnTo>
                  <a:pt x="507809" y="132727"/>
                </a:lnTo>
                <a:lnTo>
                  <a:pt x="505206" y="127381"/>
                </a:lnTo>
                <a:lnTo>
                  <a:pt x="502983" y="122809"/>
                </a:lnTo>
                <a:lnTo>
                  <a:pt x="494741" y="105829"/>
                </a:lnTo>
                <a:lnTo>
                  <a:pt x="494677" y="105702"/>
                </a:lnTo>
                <a:lnTo>
                  <a:pt x="472808" y="89484"/>
                </a:lnTo>
                <a:lnTo>
                  <a:pt x="442214" y="84074"/>
                </a:lnTo>
                <a:lnTo>
                  <a:pt x="421081" y="86487"/>
                </a:lnTo>
                <a:lnTo>
                  <a:pt x="402678" y="93726"/>
                </a:lnTo>
                <a:lnTo>
                  <a:pt x="386981" y="105829"/>
                </a:lnTo>
                <a:lnTo>
                  <a:pt x="374015" y="122809"/>
                </a:lnTo>
                <a:lnTo>
                  <a:pt x="373380" y="122809"/>
                </a:lnTo>
                <a:lnTo>
                  <a:pt x="373380" y="89027"/>
                </a:lnTo>
                <a:lnTo>
                  <a:pt x="317627" y="89027"/>
                </a:lnTo>
                <a:lnTo>
                  <a:pt x="317627" y="299212"/>
                </a:lnTo>
                <a:lnTo>
                  <a:pt x="373380" y="299212"/>
                </a:lnTo>
                <a:lnTo>
                  <a:pt x="373380" y="179451"/>
                </a:lnTo>
                <a:lnTo>
                  <a:pt x="374154" y="168617"/>
                </a:lnTo>
                <a:lnTo>
                  <a:pt x="399821" y="131089"/>
                </a:lnTo>
                <a:lnTo>
                  <a:pt x="417576" y="127381"/>
                </a:lnTo>
                <a:lnTo>
                  <a:pt x="434644" y="130771"/>
                </a:lnTo>
                <a:lnTo>
                  <a:pt x="446824" y="140893"/>
                </a:lnTo>
                <a:lnTo>
                  <a:pt x="454126" y="157772"/>
                </a:lnTo>
                <a:lnTo>
                  <a:pt x="456565" y="181356"/>
                </a:lnTo>
                <a:lnTo>
                  <a:pt x="456565" y="299212"/>
                </a:lnTo>
                <a:lnTo>
                  <a:pt x="512191" y="299212"/>
                </a:lnTo>
                <a:lnTo>
                  <a:pt x="512191" y="170561"/>
                </a:lnTo>
                <a:close/>
              </a:path>
              <a:path w="668654" h="304800">
                <a:moveTo>
                  <a:pt x="668451" y="165620"/>
                </a:moveTo>
                <a:lnTo>
                  <a:pt x="556260" y="165620"/>
                </a:lnTo>
                <a:lnTo>
                  <a:pt x="556260" y="205613"/>
                </a:lnTo>
                <a:lnTo>
                  <a:pt x="668451" y="205613"/>
                </a:lnTo>
                <a:lnTo>
                  <a:pt x="668451" y="1656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5245861" y="2645791"/>
            <a:ext cx="2321560" cy="406400"/>
          </a:xfrm>
          <a:custGeom>
            <a:avLst/>
            <a:gdLst/>
            <a:ahLst/>
            <a:cxnLst/>
            <a:rect l="l" t="t" r="r" b="b"/>
            <a:pathLst>
              <a:path w="2321559" h="406400">
                <a:moveTo>
                  <a:pt x="55879" y="99187"/>
                </a:moveTo>
                <a:lnTo>
                  <a:pt x="0" y="99187"/>
                </a:lnTo>
                <a:lnTo>
                  <a:pt x="0" y="406146"/>
                </a:lnTo>
                <a:lnTo>
                  <a:pt x="55879" y="406146"/>
                </a:lnTo>
                <a:lnTo>
                  <a:pt x="55879" y="283210"/>
                </a:lnTo>
                <a:lnTo>
                  <a:pt x="184651" y="283210"/>
                </a:lnTo>
                <a:lnTo>
                  <a:pt x="185165" y="282701"/>
                </a:lnTo>
                <a:lnTo>
                  <a:pt x="192885" y="271018"/>
                </a:lnTo>
                <a:lnTo>
                  <a:pt x="101980" y="271018"/>
                </a:lnTo>
                <a:lnTo>
                  <a:pt x="92166" y="270067"/>
                </a:lnTo>
                <a:lnTo>
                  <a:pt x="58308" y="238823"/>
                </a:lnTo>
                <a:lnTo>
                  <a:pt x="54990" y="217932"/>
                </a:lnTo>
                <a:lnTo>
                  <a:pt x="54990" y="197358"/>
                </a:lnTo>
                <a:lnTo>
                  <a:pt x="69087" y="154559"/>
                </a:lnTo>
                <a:lnTo>
                  <a:pt x="105790" y="137541"/>
                </a:lnTo>
                <a:lnTo>
                  <a:pt x="198505" y="137541"/>
                </a:lnTo>
                <a:lnTo>
                  <a:pt x="198342" y="137134"/>
                </a:lnTo>
                <a:lnTo>
                  <a:pt x="195186" y="132334"/>
                </a:lnTo>
                <a:lnTo>
                  <a:pt x="55879" y="132334"/>
                </a:lnTo>
                <a:lnTo>
                  <a:pt x="55879" y="99187"/>
                </a:lnTo>
                <a:close/>
              </a:path>
              <a:path w="2321559" h="406400">
                <a:moveTo>
                  <a:pt x="184651" y="283210"/>
                </a:moveTo>
                <a:lnTo>
                  <a:pt x="56387" y="283210"/>
                </a:lnTo>
                <a:lnTo>
                  <a:pt x="67964" y="296898"/>
                </a:lnTo>
                <a:lnTo>
                  <a:pt x="81756" y="306705"/>
                </a:lnTo>
                <a:lnTo>
                  <a:pt x="97786" y="312606"/>
                </a:lnTo>
                <a:lnTo>
                  <a:pt x="116077" y="314579"/>
                </a:lnTo>
                <a:lnTo>
                  <a:pt x="136217" y="312606"/>
                </a:lnTo>
                <a:lnTo>
                  <a:pt x="136402" y="312606"/>
                </a:lnTo>
                <a:lnTo>
                  <a:pt x="154472" y="306705"/>
                </a:lnTo>
                <a:lnTo>
                  <a:pt x="154631" y="306705"/>
                </a:lnTo>
                <a:lnTo>
                  <a:pt x="171049" y="296630"/>
                </a:lnTo>
                <a:lnTo>
                  <a:pt x="184651" y="283210"/>
                </a:lnTo>
                <a:close/>
              </a:path>
              <a:path w="2321559" h="406400">
                <a:moveTo>
                  <a:pt x="198505" y="137541"/>
                </a:moveTo>
                <a:lnTo>
                  <a:pt x="105790" y="137541"/>
                </a:lnTo>
                <a:lnTo>
                  <a:pt x="126886" y="141352"/>
                </a:lnTo>
                <a:lnTo>
                  <a:pt x="141970" y="152796"/>
                </a:lnTo>
                <a:lnTo>
                  <a:pt x="151028" y="171884"/>
                </a:lnTo>
                <a:lnTo>
                  <a:pt x="153907" y="197358"/>
                </a:lnTo>
                <a:lnTo>
                  <a:pt x="154022" y="198374"/>
                </a:lnTo>
                <a:lnTo>
                  <a:pt x="154050" y="198628"/>
                </a:lnTo>
                <a:lnTo>
                  <a:pt x="153191" y="214820"/>
                </a:lnTo>
                <a:lnTo>
                  <a:pt x="140208" y="251968"/>
                </a:lnTo>
                <a:lnTo>
                  <a:pt x="101980" y="271018"/>
                </a:lnTo>
                <a:lnTo>
                  <a:pt x="192885" y="271018"/>
                </a:lnTo>
                <a:lnTo>
                  <a:pt x="196574" y="265435"/>
                </a:lnTo>
                <a:lnTo>
                  <a:pt x="204708" y="245633"/>
                </a:lnTo>
                <a:lnTo>
                  <a:pt x="209579" y="223283"/>
                </a:lnTo>
                <a:lnTo>
                  <a:pt x="211184" y="198628"/>
                </a:lnTo>
                <a:lnTo>
                  <a:pt x="211137" y="197358"/>
                </a:lnTo>
                <a:lnTo>
                  <a:pt x="209772" y="175373"/>
                </a:lnTo>
                <a:lnTo>
                  <a:pt x="205486" y="154955"/>
                </a:lnTo>
                <a:lnTo>
                  <a:pt x="198505" y="137541"/>
                </a:lnTo>
                <a:close/>
              </a:path>
              <a:path w="2321559" h="406400">
                <a:moveTo>
                  <a:pt x="125602" y="94234"/>
                </a:moveTo>
                <a:lnTo>
                  <a:pt x="104501" y="96615"/>
                </a:lnTo>
                <a:lnTo>
                  <a:pt x="85947" y="103759"/>
                </a:lnTo>
                <a:lnTo>
                  <a:pt x="69917" y="115665"/>
                </a:lnTo>
                <a:lnTo>
                  <a:pt x="56387" y="132334"/>
                </a:lnTo>
                <a:lnTo>
                  <a:pt x="195186" y="132334"/>
                </a:lnTo>
                <a:lnTo>
                  <a:pt x="161210" y="101123"/>
                </a:lnTo>
                <a:lnTo>
                  <a:pt x="125602" y="94234"/>
                </a:lnTo>
                <a:close/>
              </a:path>
              <a:path w="2321559" h="406400">
                <a:moveTo>
                  <a:pt x="1337564" y="94234"/>
                </a:moveTo>
                <a:lnTo>
                  <a:pt x="1297257" y="102044"/>
                </a:lnTo>
                <a:lnTo>
                  <a:pt x="1264285" y="125475"/>
                </a:lnTo>
                <a:lnTo>
                  <a:pt x="1242338" y="161478"/>
                </a:lnTo>
                <a:lnTo>
                  <a:pt x="1235075" y="206756"/>
                </a:lnTo>
                <a:lnTo>
                  <a:pt x="1236769" y="230856"/>
                </a:lnTo>
                <a:lnTo>
                  <a:pt x="1250398" y="270531"/>
                </a:lnTo>
                <a:lnTo>
                  <a:pt x="1277358" y="298559"/>
                </a:lnTo>
                <a:lnTo>
                  <a:pt x="1315458" y="312795"/>
                </a:lnTo>
                <a:lnTo>
                  <a:pt x="1338580" y="314579"/>
                </a:lnTo>
                <a:lnTo>
                  <a:pt x="1360487" y="313509"/>
                </a:lnTo>
                <a:lnTo>
                  <a:pt x="1380299" y="310308"/>
                </a:lnTo>
                <a:lnTo>
                  <a:pt x="1398015" y="304988"/>
                </a:lnTo>
                <a:lnTo>
                  <a:pt x="1413637" y="297561"/>
                </a:lnTo>
                <a:lnTo>
                  <a:pt x="1413637" y="273558"/>
                </a:lnTo>
                <a:lnTo>
                  <a:pt x="1351280" y="273558"/>
                </a:lnTo>
                <a:lnTo>
                  <a:pt x="1325915" y="270202"/>
                </a:lnTo>
                <a:lnTo>
                  <a:pt x="1307338" y="260143"/>
                </a:lnTo>
                <a:lnTo>
                  <a:pt x="1295523" y="243393"/>
                </a:lnTo>
                <a:lnTo>
                  <a:pt x="1290446" y="219963"/>
                </a:lnTo>
                <a:lnTo>
                  <a:pt x="1430782" y="219963"/>
                </a:lnTo>
                <a:lnTo>
                  <a:pt x="1430782" y="195325"/>
                </a:lnTo>
                <a:lnTo>
                  <a:pt x="1429964" y="183387"/>
                </a:lnTo>
                <a:lnTo>
                  <a:pt x="1290446" y="183387"/>
                </a:lnTo>
                <a:lnTo>
                  <a:pt x="1292565" y="173039"/>
                </a:lnTo>
                <a:lnTo>
                  <a:pt x="1313517" y="141011"/>
                </a:lnTo>
                <a:lnTo>
                  <a:pt x="1337056" y="133350"/>
                </a:lnTo>
                <a:lnTo>
                  <a:pt x="1415128" y="133350"/>
                </a:lnTo>
                <a:lnTo>
                  <a:pt x="1406270" y="121158"/>
                </a:lnTo>
                <a:lnTo>
                  <a:pt x="1392695" y="109343"/>
                </a:lnTo>
                <a:lnTo>
                  <a:pt x="1376727" y="100933"/>
                </a:lnTo>
                <a:lnTo>
                  <a:pt x="1358354" y="95904"/>
                </a:lnTo>
                <a:lnTo>
                  <a:pt x="1337564" y="94234"/>
                </a:lnTo>
                <a:close/>
              </a:path>
              <a:path w="2321559" h="406400">
                <a:moveTo>
                  <a:pt x="1413637" y="255143"/>
                </a:moveTo>
                <a:lnTo>
                  <a:pt x="1399446" y="263217"/>
                </a:lnTo>
                <a:lnTo>
                  <a:pt x="1384315" y="268970"/>
                </a:lnTo>
                <a:lnTo>
                  <a:pt x="1368256" y="272413"/>
                </a:lnTo>
                <a:lnTo>
                  <a:pt x="1351280" y="273558"/>
                </a:lnTo>
                <a:lnTo>
                  <a:pt x="1413637" y="273558"/>
                </a:lnTo>
                <a:lnTo>
                  <a:pt x="1413637" y="255143"/>
                </a:lnTo>
                <a:close/>
              </a:path>
              <a:path w="2321559" h="406400">
                <a:moveTo>
                  <a:pt x="1415128" y="133350"/>
                </a:moveTo>
                <a:lnTo>
                  <a:pt x="1337056" y="133350"/>
                </a:lnTo>
                <a:lnTo>
                  <a:pt x="1355058" y="136471"/>
                </a:lnTo>
                <a:lnTo>
                  <a:pt x="1367917" y="145843"/>
                </a:lnTo>
                <a:lnTo>
                  <a:pt x="1375632" y="161478"/>
                </a:lnTo>
                <a:lnTo>
                  <a:pt x="1378152" y="182947"/>
                </a:lnTo>
                <a:lnTo>
                  <a:pt x="1378204" y="183387"/>
                </a:lnTo>
                <a:lnTo>
                  <a:pt x="1429964" y="183387"/>
                </a:lnTo>
                <a:lnTo>
                  <a:pt x="1429256" y="173039"/>
                </a:lnTo>
                <a:lnTo>
                  <a:pt x="1424670" y="153241"/>
                </a:lnTo>
                <a:lnTo>
                  <a:pt x="1417012" y="135943"/>
                </a:lnTo>
                <a:lnTo>
                  <a:pt x="1415128" y="133350"/>
                </a:lnTo>
                <a:close/>
              </a:path>
              <a:path w="2321559" h="406400">
                <a:moveTo>
                  <a:pt x="480313" y="94234"/>
                </a:moveTo>
                <a:lnTo>
                  <a:pt x="440007" y="102044"/>
                </a:lnTo>
                <a:lnTo>
                  <a:pt x="407035" y="125475"/>
                </a:lnTo>
                <a:lnTo>
                  <a:pt x="385088" y="161478"/>
                </a:lnTo>
                <a:lnTo>
                  <a:pt x="377825" y="206756"/>
                </a:lnTo>
                <a:lnTo>
                  <a:pt x="379519" y="230856"/>
                </a:lnTo>
                <a:lnTo>
                  <a:pt x="393148" y="270531"/>
                </a:lnTo>
                <a:lnTo>
                  <a:pt x="420108" y="298559"/>
                </a:lnTo>
                <a:lnTo>
                  <a:pt x="458208" y="312795"/>
                </a:lnTo>
                <a:lnTo>
                  <a:pt x="481329" y="314579"/>
                </a:lnTo>
                <a:lnTo>
                  <a:pt x="503237" y="313509"/>
                </a:lnTo>
                <a:lnTo>
                  <a:pt x="523049" y="310308"/>
                </a:lnTo>
                <a:lnTo>
                  <a:pt x="540765" y="304988"/>
                </a:lnTo>
                <a:lnTo>
                  <a:pt x="556387" y="297561"/>
                </a:lnTo>
                <a:lnTo>
                  <a:pt x="556387" y="273558"/>
                </a:lnTo>
                <a:lnTo>
                  <a:pt x="494029" y="273558"/>
                </a:lnTo>
                <a:lnTo>
                  <a:pt x="468665" y="270202"/>
                </a:lnTo>
                <a:lnTo>
                  <a:pt x="450088" y="260143"/>
                </a:lnTo>
                <a:lnTo>
                  <a:pt x="438273" y="243393"/>
                </a:lnTo>
                <a:lnTo>
                  <a:pt x="433197" y="219963"/>
                </a:lnTo>
                <a:lnTo>
                  <a:pt x="573532" y="219963"/>
                </a:lnTo>
                <a:lnTo>
                  <a:pt x="573532" y="195325"/>
                </a:lnTo>
                <a:lnTo>
                  <a:pt x="572714" y="183387"/>
                </a:lnTo>
                <a:lnTo>
                  <a:pt x="433197" y="183387"/>
                </a:lnTo>
                <a:lnTo>
                  <a:pt x="435315" y="173039"/>
                </a:lnTo>
                <a:lnTo>
                  <a:pt x="456267" y="141011"/>
                </a:lnTo>
                <a:lnTo>
                  <a:pt x="479805" y="133350"/>
                </a:lnTo>
                <a:lnTo>
                  <a:pt x="557878" y="133350"/>
                </a:lnTo>
                <a:lnTo>
                  <a:pt x="549021" y="121158"/>
                </a:lnTo>
                <a:lnTo>
                  <a:pt x="535445" y="109343"/>
                </a:lnTo>
                <a:lnTo>
                  <a:pt x="519477" y="100933"/>
                </a:lnTo>
                <a:lnTo>
                  <a:pt x="501104" y="95904"/>
                </a:lnTo>
                <a:lnTo>
                  <a:pt x="480313" y="94234"/>
                </a:lnTo>
                <a:close/>
              </a:path>
              <a:path w="2321559" h="406400">
                <a:moveTo>
                  <a:pt x="556387" y="255143"/>
                </a:moveTo>
                <a:lnTo>
                  <a:pt x="542196" y="263217"/>
                </a:lnTo>
                <a:lnTo>
                  <a:pt x="527065" y="268970"/>
                </a:lnTo>
                <a:lnTo>
                  <a:pt x="511006" y="272413"/>
                </a:lnTo>
                <a:lnTo>
                  <a:pt x="494029" y="273558"/>
                </a:lnTo>
                <a:lnTo>
                  <a:pt x="556387" y="273558"/>
                </a:lnTo>
                <a:lnTo>
                  <a:pt x="556387" y="255143"/>
                </a:lnTo>
                <a:close/>
              </a:path>
              <a:path w="2321559" h="406400">
                <a:moveTo>
                  <a:pt x="557878" y="133350"/>
                </a:moveTo>
                <a:lnTo>
                  <a:pt x="479805" y="133350"/>
                </a:lnTo>
                <a:lnTo>
                  <a:pt x="497808" y="136471"/>
                </a:lnTo>
                <a:lnTo>
                  <a:pt x="510666" y="145843"/>
                </a:lnTo>
                <a:lnTo>
                  <a:pt x="518382" y="161478"/>
                </a:lnTo>
                <a:lnTo>
                  <a:pt x="520902" y="182947"/>
                </a:lnTo>
                <a:lnTo>
                  <a:pt x="520953" y="183387"/>
                </a:lnTo>
                <a:lnTo>
                  <a:pt x="572714" y="183387"/>
                </a:lnTo>
                <a:lnTo>
                  <a:pt x="572006" y="173039"/>
                </a:lnTo>
                <a:lnTo>
                  <a:pt x="567420" y="153241"/>
                </a:lnTo>
                <a:lnTo>
                  <a:pt x="559762" y="135943"/>
                </a:lnTo>
                <a:lnTo>
                  <a:pt x="557878" y="133350"/>
                </a:lnTo>
                <a:close/>
              </a:path>
              <a:path w="2321559" h="406400">
                <a:moveTo>
                  <a:pt x="1026413" y="99187"/>
                </a:moveTo>
                <a:lnTo>
                  <a:pt x="970788" y="99187"/>
                </a:lnTo>
                <a:lnTo>
                  <a:pt x="970788" y="309372"/>
                </a:lnTo>
                <a:lnTo>
                  <a:pt x="1026413" y="309372"/>
                </a:lnTo>
                <a:lnTo>
                  <a:pt x="1026413" y="99187"/>
                </a:lnTo>
                <a:close/>
              </a:path>
              <a:path w="2321559" h="406400">
                <a:moveTo>
                  <a:pt x="303529" y="99187"/>
                </a:moveTo>
                <a:lnTo>
                  <a:pt x="247650" y="99187"/>
                </a:lnTo>
                <a:lnTo>
                  <a:pt x="247650" y="309372"/>
                </a:lnTo>
                <a:lnTo>
                  <a:pt x="303529" y="309372"/>
                </a:lnTo>
                <a:lnTo>
                  <a:pt x="303529" y="207010"/>
                </a:lnTo>
                <a:lnTo>
                  <a:pt x="304315" y="193290"/>
                </a:lnTo>
                <a:lnTo>
                  <a:pt x="322913" y="153554"/>
                </a:lnTo>
                <a:lnTo>
                  <a:pt x="349630" y="144018"/>
                </a:lnTo>
                <a:lnTo>
                  <a:pt x="376682" y="144018"/>
                </a:lnTo>
                <a:lnTo>
                  <a:pt x="376682" y="139573"/>
                </a:lnTo>
                <a:lnTo>
                  <a:pt x="303529" y="139573"/>
                </a:lnTo>
                <a:lnTo>
                  <a:pt x="303529" y="99187"/>
                </a:lnTo>
                <a:close/>
              </a:path>
              <a:path w="2321559" h="406400">
                <a:moveTo>
                  <a:pt x="376682" y="144018"/>
                </a:moveTo>
                <a:lnTo>
                  <a:pt x="349630" y="144018"/>
                </a:lnTo>
                <a:lnTo>
                  <a:pt x="357322" y="144424"/>
                </a:lnTo>
                <a:lnTo>
                  <a:pt x="364394" y="145653"/>
                </a:lnTo>
                <a:lnTo>
                  <a:pt x="370847" y="147714"/>
                </a:lnTo>
                <a:lnTo>
                  <a:pt x="376682" y="150622"/>
                </a:lnTo>
                <a:lnTo>
                  <a:pt x="376682" y="144018"/>
                </a:lnTo>
                <a:close/>
              </a:path>
              <a:path w="2321559" h="406400">
                <a:moveTo>
                  <a:pt x="367029" y="95631"/>
                </a:moveTo>
                <a:lnTo>
                  <a:pt x="359537" y="95631"/>
                </a:lnTo>
                <a:lnTo>
                  <a:pt x="340699" y="98425"/>
                </a:lnTo>
                <a:lnTo>
                  <a:pt x="340960" y="98425"/>
                </a:lnTo>
                <a:lnTo>
                  <a:pt x="325643" y="106600"/>
                </a:lnTo>
                <a:lnTo>
                  <a:pt x="313299" y="120330"/>
                </a:lnTo>
                <a:lnTo>
                  <a:pt x="304038" y="139573"/>
                </a:lnTo>
                <a:lnTo>
                  <a:pt x="376682" y="139573"/>
                </a:lnTo>
                <a:lnTo>
                  <a:pt x="376682" y="98425"/>
                </a:lnTo>
                <a:lnTo>
                  <a:pt x="372872" y="96520"/>
                </a:lnTo>
                <a:lnTo>
                  <a:pt x="367029" y="95631"/>
                </a:lnTo>
                <a:close/>
              </a:path>
              <a:path w="2321559" h="406400">
                <a:moveTo>
                  <a:pt x="1059814" y="255397"/>
                </a:moveTo>
                <a:lnTo>
                  <a:pt x="1059814" y="303403"/>
                </a:lnTo>
                <a:lnTo>
                  <a:pt x="1073767" y="308256"/>
                </a:lnTo>
                <a:lnTo>
                  <a:pt x="1088755" y="311753"/>
                </a:lnTo>
                <a:lnTo>
                  <a:pt x="1104767" y="313868"/>
                </a:lnTo>
                <a:lnTo>
                  <a:pt x="1121790" y="314579"/>
                </a:lnTo>
                <a:lnTo>
                  <a:pt x="1141702" y="313481"/>
                </a:lnTo>
                <a:lnTo>
                  <a:pt x="1189101" y="296925"/>
                </a:lnTo>
                <a:lnTo>
                  <a:pt x="1208543" y="274955"/>
                </a:lnTo>
                <a:lnTo>
                  <a:pt x="1121410" y="274955"/>
                </a:lnTo>
                <a:lnTo>
                  <a:pt x="1106195" y="273738"/>
                </a:lnTo>
                <a:lnTo>
                  <a:pt x="1090850" y="270081"/>
                </a:lnTo>
                <a:lnTo>
                  <a:pt x="1075386" y="263971"/>
                </a:lnTo>
                <a:lnTo>
                  <a:pt x="1059814" y="255397"/>
                </a:lnTo>
                <a:close/>
              </a:path>
              <a:path w="2321559" h="406400">
                <a:moveTo>
                  <a:pt x="1148588" y="94234"/>
                </a:moveTo>
                <a:lnTo>
                  <a:pt x="1098117" y="103931"/>
                </a:lnTo>
                <a:lnTo>
                  <a:pt x="1066260" y="132079"/>
                </a:lnTo>
                <a:lnTo>
                  <a:pt x="1060068" y="159131"/>
                </a:lnTo>
                <a:lnTo>
                  <a:pt x="1060747" y="168925"/>
                </a:lnTo>
                <a:lnTo>
                  <a:pt x="1060830" y="170132"/>
                </a:lnTo>
                <a:lnTo>
                  <a:pt x="1080426" y="204229"/>
                </a:lnTo>
                <a:lnTo>
                  <a:pt x="1129664" y="226822"/>
                </a:lnTo>
                <a:lnTo>
                  <a:pt x="1143240" y="232370"/>
                </a:lnTo>
                <a:lnTo>
                  <a:pt x="1152921" y="238537"/>
                </a:lnTo>
                <a:lnTo>
                  <a:pt x="1158722" y="245324"/>
                </a:lnTo>
                <a:lnTo>
                  <a:pt x="1160652" y="252730"/>
                </a:lnTo>
                <a:lnTo>
                  <a:pt x="1158177" y="262493"/>
                </a:lnTo>
                <a:lnTo>
                  <a:pt x="1150842" y="269414"/>
                </a:lnTo>
                <a:lnTo>
                  <a:pt x="1138578" y="273571"/>
                </a:lnTo>
                <a:lnTo>
                  <a:pt x="1121410" y="274955"/>
                </a:lnTo>
                <a:lnTo>
                  <a:pt x="1208543" y="274955"/>
                </a:lnTo>
                <a:lnTo>
                  <a:pt x="1213032" y="262493"/>
                </a:lnTo>
                <a:lnTo>
                  <a:pt x="1214627" y="247396"/>
                </a:lnTo>
                <a:lnTo>
                  <a:pt x="1214149" y="239182"/>
                </a:lnTo>
                <a:lnTo>
                  <a:pt x="1191682" y="201838"/>
                </a:lnTo>
                <a:lnTo>
                  <a:pt x="1155176" y="184917"/>
                </a:lnTo>
                <a:lnTo>
                  <a:pt x="1141222" y="179705"/>
                </a:lnTo>
                <a:lnTo>
                  <a:pt x="1129793" y="174726"/>
                </a:lnTo>
                <a:lnTo>
                  <a:pt x="1121616" y="168925"/>
                </a:lnTo>
                <a:lnTo>
                  <a:pt x="1116701" y="162292"/>
                </a:lnTo>
                <a:lnTo>
                  <a:pt x="1115060" y="154812"/>
                </a:lnTo>
                <a:lnTo>
                  <a:pt x="1115060" y="148336"/>
                </a:lnTo>
                <a:lnTo>
                  <a:pt x="1149223" y="133604"/>
                </a:lnTo>
                <a:lnTo>
                  <a:pt x="1203071" y="133604"/>
                </a:lnTo>
                <a:lnTo>
                  <a:pt x="1203071" y="102743"/>
                </a:lnTo>
                <a:lnTo>
                  <a:pt x="1189450" y="99002"/>
                </a:lnTo>
                <a:lnTo>
                  <a:pt x="1175829" y="96345"/>
                </a:lnTo>
                <a:lnTo>
                  <a:pt x="1162208" y="94759"/>
                </a:lnTo>
                <a:lnTo>
                  <a:pt x="1148588" y="94234"/>
                </a:lnTo>
                <a:close/>
              </a:path>
              <a:path w="2321559" h="406400">
                <a:moveTo>
                  <a:pt x="1203071" y="133604"/>
                </a:moveTo>
                <a:lnTo>
                  <a:pt x="1149223" y="133604"/>
                </a:lnTo>
                <a:lnTo>
                  <a:pt x="1163530" y="134510"/>
                </a:lnTo>
                <a:lnTo>
                  <a:pt x="1177290" y="137239"/>
                </a:lnTo>
                <a:lnTo>
                  <a:pt x="1190478" y="141801"/>
                </a:lnTo>
                <a:lnTo>
                  <a:pt x="1203320" y="148336"/>
                </a:lnTo>
                <a:lnTo>
                  <a:pt x="1203071" y="148336"/>
                </a:lnTo>
                <a:lnTo>
                  <a:pt x="1203071" y="133604"/>
                </a:lnTo>
                <a:close/>
              </a:path>
              <a:path w="2321559" h="406400">
                <a:moveTo>
                  <a:pt x="665479" y="99187"/>
                </a:moveTo>
                <a:lnTo>
                  <a:pt x="609600" y="99187"/>
                </a:lnTo>
                <a:lnTo>
                  <a:pt x="609600" y="309372"/>
                </a:lnTo>
                <a:lnTo>
                  <a:pt x="665479" y="309372"/>
                </a:lnTo>
                <a:lnTo>
                  <a:pt x="665511" y="191008"/>
                </a:lnTo>
                <a:lnTo>
                  <a:pt x="666160" y="180363"/>
                </a:lnTo>
                <a:lnTo>
                  <a:pt x="682900" y="145845"/>
                </a:lnTo>
                <a:lnTo>
                  <a:pt x="697374" y="138519"/>
                </a:lnTo>
                <a:lnTo>
                  <a:pt x="697045" y="138519"/>
                </a:lnTo>
                <a:lnTo>
                  <a:pt x="705992" y="137541"/>
                </a:lnTo>
                <a:lnTo>
                  <a:pt x="926642" y="137541"/>
                </a:lnTo>
                <a:lnTo>
                  <a:pt x="925214" y="134620"/>
                </a:lnTo>
                <a:lnTo>
                  <a:pt x="793876" y="134620"/>
                </a:lnTo>
                <a:lnTo>
                  <a:pt x="792611" y="132334"/>
                </a:lnTo>
                <a:lnTo>
                  <a:pt x="665479" y="132334"/>
                </a:lnTo>
                <a:lnTo>
                  <a:pt x="665479" y="99187"/>
                </a:lnTo>
                <a:close/>
              </a:path>
              <a:path w="2321559" h="406400">
                <a:moveTo>
                  <a:pt x="839851" y="137541"/>
                </a:moveTo>
                <a:lnTo>
                  <a:pt x="705992" y="137541"/>
                </a:lnTo>
                <a:lnTo>
                  <a:pt x="722401" y="140638"/>
                </a:lnTo>
                <a:lnTo>
                  <a:pt x="734107" y="149939"/>
                </a:lnTo>
                <a:lnTo>
                  <a:pt x="741122" y="165455"/>
                </a:lnTo>
                <a:lnTo>
                  <a:pt x="743458" y="187198"/>
                </a:lnTo>
                <a:lnTo>
                  <a:pt x="743458" y="309372"/>
                </a:lnTo>
                <a:lnTo>
                  <a:pt x="799084" y="309372"/>
                </a:lnTo>
                <a:lnTo>
                  <a:pt x="799195" y="189357"/>
                </a:lnTo>
                <a:lnTo>
                  <a:pt x="816955" y="146381"/>
                </a:lnTo>
                <a:lnTo>
                  <a:pt x="831520" y="138519"/>
                </a:lnTo>
                <a:lnTo>
                  <a:pt x="839851" y="137541"/>
                </a:lnTo>
                <a:close/>
              </a:path>
              <a:path w="2321559" h="406400">
                <a:moveTo>
                  <a:pt x="926642" y="137541"/>
                </a:moveTo>
                <a:lnTo>
                  <a:pt x="839851" y="137541"/>
                </a:lnTo>
                <a:lnTo>
                  <a:pt x="856279" y="140779"/>
                </a:lnTo>
                <a:lnTo>
                  <a:pt x="868029" y="150495"/>
                </a:lnTo>
                <a:lnTo>
                  <a:pt x="875087" y="166687"/>
                </a:lnTo>
                <a:lnTo>
                  <a:pt x="877442" y="189357"/>
                </a:lnTo>
                <a:lnTo>
                  <a:pt x="877442" y="309372"/>
                </a:lnTo>
                <a:lnTo>
                  <a:pt x="933068" y="309372"/>
                </a:lnTo>
                <a:lnTo>
                  <a:pt x="933068" y="178943"/>
                </a:lnTo>
                <a:lnTo>
                  <a:pt x="928756" y="141864"/>
                </a:lnTo>
                <a:lnTo>
                  <a:pt x="926642" y="137541"/>
                </a:lnTo>
                <a:close/>
              </a:path>
              <a:path w="2321559" h="406400">
                <a:moveTo>
                  <a:pt x="863980" y="94234"/>
                </a:moveTo>
                <a:lnTo>
                  <a:pt x="842311" y="96758"/>
                </a:lnTo>
                <a:lnTo>
                  <a:pt x="823404" y="104330"/>
                </a:lnTo>
                <a:lnTo>
                  <a:pt x="807259" y="116951"/>
                </a:lnTo>
                <a:lnTo>
                  <a:pt x="793876" y="134620"/>
                </a:lnTo>
                <a:lnTo>
                  <a:pt x="925214" y="134620"/>
                </a:lnTo>
                <a:lnTo>
                  <a:pt x="915812" y="115395"/>
                </a:lnTo>
                <a:lnTo>
                  <a:pt x="894224" y="99522"/>
                </a:lnTo>
                <a:lnTo>
                  <a:pt x="863980" y="94234"/>
                </a:lnTo>
                <a:close/>
              </a:path>
              <a:path w="2321559" h="406400">
                <a:moveTo>
                  <a:pt x="733425" y="94234"/>
                </a:moveTo>
                <a:lnTo>
                  <a:pt x="712779" y="96615"/>
                </a:lnTo>
                <a:lnTo>
                  <a:pt x="694658" y="103759"/>
                </a:lnTo>
                <a:lnTo>
                  <a:pt x="679061" y="115665"/>
                </a:lnTo>
                <a:lnTo>
                  <a:pt x="665988" y="132334"/>
                </a:lnTo>
                <a:lnTo>
                  <a:pt x="792611" y="132334"/>
                </a:lnTo>
                <a:lnTo>
                  <a:pt x="784092" y="116951"/>
                </a:lnTo>
                <a:lnTo>
                  <a:pt x="770747" y="104330"/>
                </a:lnTo>
                <a:lnTo>
                  <a:pt x="753854" y="96758"/>
                </a:lnTo>
                <a:lnTo>
                  <a:pt x="733425" y="94234"/>
                </a:lnTo>
                <a:close/>
              </a:path>
              <a:path w="2321559" h="406400">
                <a:moveTo>
                  <a:pt x="2078609" y="14986"/>
                </a:moveTo>
                <a:lnTo>
                  <a:pt x="1996566" y="14986"/>
                </a:lnTo>
                <a:lnTo>
                  <a:pt x="1996566" y="309372"/>
                </a:lnTo>
                <a:lnTo>
                  <a:pt x="2048383" y="309372"/>
                </a:lnTo>
                <a:lnTo>
                  <a:pt x="2048311" y="127000"/>
                </a:lnTo>
                <a:lnTo>
                  <a:pt x="2048192" y="115667"/>
                </a:lnTo>
                <a:lnTo>
                  <a:pt x="2047916" y="103632"/>
                </a:lnTo>
                <a:lnTo>
                  <a:pt x="2047827" y="99774"/>
                </a:lnTo>
                <a:lnTo>
                  <a:pt x="2047451" y="90138"/>
                </a:lnTo>
                <a:lnTo>
                  <a:pt x="2047343" y="87376"/>
                </a:lnTo>
                <a:lnTo>
                  <a:pt x="2047252" y="85048"/>
                </a:lnTo>
                <a:lnTo>
                  <a:pt x="2047150" y="82428"/>
                </a:lnTo>
                <a:lnTo>
                  <a:pt x="2046223" y="65786"/>
                </a:lnTo>
                <a:lnTo>
                  <a:pt x="2097641" y="65786"/>
                </a:lnTo>
                <a:lnTo>
                  <a:pt x="2078609" y="14986"/>
                </a:lnTo>
                <a:close/>
              </a:path>
              <a:path w="2321559" h="406400">
                <a:moveTo>
                  <a:pt x="2097641" y="65786"/>
                </a:moveTo>
                <a:lnTo>
                  <a:pt x="2047620" y="65786"/>
                </a:lnTo>
                <a:lnTo>
                  <a:pt x="2050478" y="79307"/>
                </a:lnTo>
                <a:lnTo>
                  <a:pt x="2052955" y="90138"/>
                </a:lnTo>
                <a:lnTo>
                  <a:pt x="2055050" y="98254"/>
                </a:lnTo>
                <a:lnTo>
                  <a:pt x="2056764" y="103632"/>
                </a:lnTo>
                <a:lnTo>
                  <a:pt x="2135759" y="309372"/>
                </a:lnTo>
                <a:lnTo>
                  <a:pt x="2179192" y="309372"/>
                </a:lnTo>
                <a:lnTo>
                  <a:pt x="2205710" y="238760"/>
                </a:lnTo>
                <a:lnTo>
                  <a:pt x="2158745" y="238760"/>
                </a:lnTo>
                <a:lnTo>
                  <a:pt x="2156987" y="229711"/>
                </a:lnTo>
                <a:lnTo>
                  <a:pt x="2154507" y="219900"/>
                </a:lnTo>
                <a:lnTo>
                  <a:pt x="2151298" y="209470"/>
                </a:lnTo>
                <a:lnTo>
                  <a:pt x="2147316" y="198374"/>
                </a:lnTo>
                <a:lnTo>
                  <a:pt x="2097641" y="65786"/>
                </a:lnTo>
                <a:close/>
              </a:path>
              <a:path w="2321559" h="406400">
                <a:moveTo>
                  <a:pt x="2321560" y="65786"/>
                </a:moveTo>
                <a:lnTo>
                  <a:pt x="2267585" y="65786"/>
                </a:lnTo>
                <a:lnTo>
                  <a:pt x="2266511" y="85048"/>
                </a:lnTo>
                <a:lnTo>
                  <a:pt x="2266040" y="95468"/>
                </a:lnTo>
                <a:lnTo>
                  <a:pt x="2265914" y="98254"/>
                </a:lnTo>
                <a:lnTo>
                  <a:pt x="2265845" y="99774"/>
                </a:lnTo>
                <a:lnTo>
                  <a:pt x="2265757" y="101726"/>
                </a:lnTo>
                <a:lnTo>
                  <a:pt x="2265316" y="115667"/>
                </a:lnTo>
                <a:lnTo>
                  <a:pt x="2265289" y="117810"/>
                </a:lnTo>
                <a:lnTo>
                  <a:pt x="2265171" y="309372"/>
                </a:lnTo>
                <a:lnTo>
                  <a:pt x="2321560" y="309372"/>
                </a:lnTo>
                <a:lnTo>
                  <a:pt x="2321560" y="65786"/>
                </a:lnTo>
                <a:close/>
              </a:path>
              <a:path w="2321559" h="406400">
                <a:moveTo>
                  <a:pt x="2321560" y="14986"/>
                </a:moveTo>
                <a:lnTo>
                  <a:pt x="2241931" y="14986"/>
                </a:lnTo>
                <a:lnTo>
                  <a:pt x="2172589" y="197993"/>
                </a:lnTo>
                <a:lnTo>
                  <a:pt x="2168804" y="209327"/>
                </a:lnTo>
                <a:lnTo>
                  <a:pt x="2165461" y="219900"/>
                </a:lnTo>
                <a:lnTo>
                  <a:pt x="2162569" y="229711"/>
                </a:lnTo>
                <a:lnTo>
                  <a:pt x="2160142" y="238760"/>
                </a:lnTo>
                <a:lnTo>
                  <a:pt x="2205710" y="238760"/>
                </a:lnTo>
                <a:lnTo>
                  <a:pt x="2257170" y="101726"/>
                </a:lnTo>
                <a:lnTo>
                  <a:pt x="2266315" y="65786"/>
                </a:lnTo>
                <a:lnTo>
                  <a:pt x="2321560" y="65786"/>
                </a:lnTo>
                <a:lnTo>
                  <a:pt x="2321560" y="14986"/>
                </a:lnTo>
                <a:close/>
              </a:path>
              <a:path w="2321559" h="406400">
                <a:moveTo>
                  <a:pt x="1853564" y="14986"/>
                </a:moveTo>
                <a:lnTo>
                  <a:pt x="1796541" y="14986"/>
                </a:lnTo>
                <a:lnTo>
                  <a:pt x="1796541" y="309372"/>
                </a:lnTo>
                <a:lnTo>
                  <a:pt x="1964943" y="309372"/>
                </a:lnTo>
                <a:lnTo>
                  <a:pt x="1964943" y="262128"/>
                </a:lnTo>
                <a:lnTo>
                  <a:pt x="1853564" y="262128"/>
                </a:lnTo>
                <a:lnTo>
                  <a:pt x="1853564" y="14986"/>
                </a:lnTo>
                <a:close/>
              </a:path>
              <a:path w="2321559" h="406400">
                <a:moveTo>
                  <a:pt x="1653539" y="14986"/>
                </a:moveTo>
                <a:lnTo>
                  <a:pt x="1596516" y="14986"/>
                </a:lnTo>
                <a:lnTo>
                  <a:pt x="1596516" y="309372"/>
                </a:lnTo>
                <a:lnTo>
                  <a:pt x="1764918" y="309372"/>
                </a:lnTo>
                <a:lnTo>
                  <a:pt x="1764918" y="262128"/>
                </a:lnTo>
                <a:lnTo>
                  <a:pt x="1653539" y="262128"/>
                </a:lnTo>
                <a:lnTo>
                  <a:pt x="1653539" y="14986"/>
                </a:lnTo>
                <a:close/>
              </a:path>
              <a:path w="2321559" h="406400">
                <a:moveTo>
                  <a:pt x="1008379" y="0"/>
                </a:moveTo>
                <a:lnTo>
                  <a:pt x="989457" y="0"/>
                </a:lnTo>
                <a:lnTo>
                  <a:pt x="981583" y="2794"/>
                </a:lnTo>
                <a:lnTo>
                  <a:pt x="975487" y="8636"/>
                </a:lnTo>
                <a:lnTo>
                  <a:pt x="969390" y="14350"/>
                </a:lnTo>
                <a:lnTo>
                  <a:pt x="966342" y="21462"/>
                </a:lnTo>
                <a:lnTo>
                  <a:pt x="966456" y="38608"/>
                </a:lnTo>
                <a:lnTo>
                  <a:pt x="969517" y="45466"/>
                </a:lnTo>
                <a:lnTo>
                  <a:pt x="975613" y="51435"/>
                </a:lnTo>
                <a:lnTo>
                  <a:pt x="981710" y="57276"/>
                </a:lnTo>
                <a:lnTo>
                  <a:pt x="989584" y="60198"/>
                </a:lnTo>
                <a:lnTo>
                  <a:pt x="1008507" y="60198"/>
                </a:lnTo>
                <a:lnTo>
                  <a:pt x="1016253" y="57276"/>
                </a:lnTo>
                <a:lnTo>
                  <a:pt x="1028700" y="45847"/>
                </a:lnTo>
                <a:lnTo>
                  <a:pt x="1031748" y="38608"/>
                </a:lnTo>
                <a:lnTo>
                  <a:pt x="1031748" y="21462"/>
                </a:lnTo>
                <a:lnTo>
                  <a:pt x="1028806" y="14350"/>
                </a:lnTo>
                <a:lnTo>
                  <a:pt x="1028700" y="14097"/>
                </a:lnTo>
                <a:lnTo>
                  <a:pt x="1022494" y="8636"/>
                </a:lnTo>
                <a:lnTo>
                  <a:pt x="1016126" y="2794"/>
                </a:lnTo>
                <a:lnTo>
                  <a:pt x="1008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7747507" y="2605404"/>
            <a:ext cx="1128395" cy="386080"/>
          </a:xfrm>
          <a:custGeom>
            <a:avLst/>
            <a:gdLst/>
            <a:ahLst/>
            <a:cxnLst/>
            <a:rect l="l" t="t" r="r" b="b"/>
            <a:pathLst>
              <a:path w="1128395" h="386080">
                <a:moveTo>
                  <a:pt x="922020" y="240792"/>
                </a:moveTo>
                <a:lnTo>
                  <a:pt x="871727" y="240792"/>
                </a:lnTo>
                <a:lnTo>
                  <a:pt x="871727" y="372364"/>
                </a:lnTo>
                <a:lnTo>
                  <a:pt x="1128141" y="372364"/>
                </a:lnTo>
                <a:lnTo>
                  <a:pt x="1128141" y="330200"/>
                </a:lnTo>
                <a:lnTo>
                  <a:pt x="922020" y="330200"/>
                </a:lnTo>
                <a:lnTo>
                  <a:pt x="922020" y="240792"/>
                </a:lnTo>
                <a:close/>
              </a:path>
              <a:path w="1128395" h="386080">
                <a:moveTo>
                  <a:pt x="1120775" y="0"/>
                </a:moveTo>
                <a:lnTo>
                  <a:pt x="1071626" y="0"/>
                </a:lnTo>
                <a:lnTo>
                  <a:pt x="1071626" y="43307"/>
                </a:lnTo>
                <a:lnTo>
                  <a:pt x="995807" y="43307"/>
                </a:lnTo>
                <a:lnTo>
                  <a:pt x="995807" y="83566"/>
                </a:lnTo>
                <a:lnTo>
                  <a:pt x="1071626" y="83566"/>
                </a:lnTo>
                <a:lnTo>
                  <a:pt x="1071626" y="114554"/>
                </a:lnTo>
                <a:lnTo>
                  <a:pt x="995807" y="114554"/>
                </a:lnTo>
                <a:lnTo>
                  <a:pt x="995807" y="154812"/>
                </a:lnTo>
                <a:lnTo>
                  <a:pt x="1071626" y="154812"/>
                </a:lnTo>
                <a:lnTo>
                  <a:pt x="1071626" y="275971"/>
                </a:lnTo>
                <a:lnTo>
                  <a:pt x="1120775" y="275971"/>
                </a:lnTo>
                <a:lnTo>
                  <a:pt x="1120775" y="0"/>
                </a:lnTo>
                <a:close/>
              </a:path>
              <a:path w="1128395" h="386080">
                <a:moveTo>
                  <a:pt x="930528" y="16383"/>
                </a:moveTo>
                <a:lnTo>
                  <a:pt x="880364" y="16383"/>
                </a:lnTo>
                <a:lnTo>
                  <a:pt x="880364" y="72390"/>
                </a:lnTo>
                <a:lnTo>
                  <a:pt x="878669" y="90914"/>
                </a:lnTo>
                <a:lnTo>
                  <a:pt x="865040" y="127629"/>
                </a:lnTo>
                <a:lnTo>
                  <a:pt x="838531" y="162754"/>
                </a:lnTo>
                <a:lnTo>
                  <a:pt x="803999" y="189908"/>
                </a:lnTo>
                <a:lnTo>
                  <a:pt x="783971" y="200152"/>
                </a:lnTo>
                <a:lnTo>
                  <a:pt x="820547" y="236347"/>
                </a:lnTo>
                <a:lnTo>
                  <a:pt x="854783" y="210593"/>
                </a:lnTo>
                <a:lnTo>
                  <a:pt x="891333" y="171037"/>
                </a:lnTo>
                <a:lnTo>
                  <a:pt x="906526" y="147320"/>
                </a:lnTo>
                <a:lnTo>
                  <a:pt x="965075" y="147320"/>
                </a:lnTo>
                <a:lnTo>
                  <a:pt x="937577" y="106934"/>
                </a:lnTo>
                <a:lnTo>
                  <a:pt x="930528" y="70739"/>
                </a:lnTo>
                <a:lnTo>
                  <a:pt x="930528" y="16383"/>
                </a:lnTo>
                <a:close/>
              </a:path>
              <a:path w="1128395" h="386080">
                <a:moveTo>
                  <a:pt x="965075" y="147320"/>
                </a:moveTo>
                <a:lnTo>
                  <a:pt x="906526" y="147320"/>
                </a:lnTo>
                <a:lnTo>
                  <a:pt x="924099" y="171229"/>
                </a:lnTo>
                <a:lnTo>
                  <a:pt x="944626" y="192103"/>
                </a:lnTo>
                <a:lnTo>
                  <a:pt x="968105" y="209952"/>
                </a:lnTo>
                <a:lnTo>
                  <a:pt x="994537" y="224790"/>
                </a:lnTo>
                <a:lnTo>
                  <a:pt x="1026541" y="184785"/>
                </a:lnTo>
                <a:lnTo>
                  <a:pt x="1007371" y="177829"/>
                </a:lnTo>
                <a:lnTo>
                  <a:pt x="989679" y="168195"/>
                </a:lnTo>
                <a:lnTo>
                  <a:pt x="973462" y="155870"/>
                </a:lnTo>
                <a:lnTo>
                  <a:pt x="965075" y="147320"/>
                </a:lnTo>
                <a:close/>
              </a:path>
              <a:path w="1128395" h="386080">
                <a:moveTo>
                  <a:pt x="305181" y="219583"/>
                </a:moveTo>
                <a:lnTo>
                  <a:pt x="52450" y="219583"/>
                </a:lnTo>
                <a:lnTo>
                  <a:pt x="52450" y="259587"/>
                </a:lnTo>
                <a:lnTo>
                  <a:pt x="255143" y="259587"/>
                </a:lnTo>
                <a:lnTo>
                  <a:pt x="255143" y="280924"/>
                </a:lnTo>
                <a:lnTo>
                  <a:pt x="52450" y="280924"/>
                </a:lnTo>
                <a:lnTo>
                  <a:pt x="52450" y="379095"/>
                </a:lnTo>
                <a:lnTo>
                  <a:pt x="314578" y="379095"/>
                </a:lnTo>
                <a:lnTo>
                  <a:pt x="314578" y="339090"/>
                </a:lnTo>
                <a:lnTo>
                  <a:pt x="102362" y="339090"/>
                </a:lnTo>
                <a:lnTo>
                  <a:pt x="102362" y="317373"/>
                </a:lnTo>
                <a:lnTo>
                  <a:pt x="305181" y="317373"/>
                </a:lnTo>
                <a:lnTo>
                  <a:pt x="305181" y="219583"/>
                </a:lnTo>
                <a:close/>
              </a:path>
              <a:path w="1128395" h="386080">
                <a:moveTo>
                  <a:pt x="604012" y="259969"/>
                </a:moveTo>
                <a:lnTo>
                  <a:pt x="553593" y="259969"/>
                </a:lnTo>
                <a:lnTo>
                  <a:pt x="553593" y="385699"/>
                </a:lnTo>
                <a:lnTo>
                  <a:pt x="604012" y="385699"/>
                </a:lnTo>
                <a:lnTo>
                  <a:pt x="604012" y="259969"/>
                </a:lnTo>
                <a:close/>
              </a:path>
              <a:path w="1128395" h="386080">
                <a:moveTo>
                  <a:pt x="758063" y="217297"/>
                </a:moveTo>
                <a:lnTo>
                  <a:pt x="400050" y="217297"/>
                </a:lnTo>
                <a:lnTo>
                  <a:pt x="400050" y="259969"/>
                </a:lnTo>
                <a:lnTo>
                  <a:pt x="758063" y="259969"/>
                </a:lnTo>
                <a:lnTo>
                  <a:pt x="758063" y="217297"/>
                </a:lnTo>
                <a:close/>
              </a:path>
              <a:path w="1128395" h="386080">
                <a:moveTo>
                  <a:pt x="358013" y="157099"/>
                </a:moveTo>
                <a:lnTo>
                  <a:pt x="0" y="157099"/>
                </a:lnTo>
                <a:lnTo>
                  <a:pt x="0" y="198120"/>
                </a:lnTo>
                <a:lnTo>
                  <a:pt x="358013" y="198120"/>
                </a:lnTo>
                <a:lnTo>
                  <a:pt x="358013" y="157099"/>
                </a:lnTo>
                <a:close/>
              </a:path>
              <a:path w="1128395" h="386080">
                <a:moveTo>
                  <a:pt x="203962" y="114173"/>
                </a:moveTo>
                <a:lnTo>
                  <a:pt x="153543" y="114173"/>
                </a:lnTo>
                <a:lnTo>
                  <a:pt x="153543" y="157099"/>
                </a:lnTo>
                <a:lnTo>
                  <a:pt x="203962" y="157099"/>
                </a:lnTo>
                <a:lnTo>
                  <a:pt x="203962" y="114173"/>
                </a:lnTo>
                <a:close/>
              </a:path>
              <a:path w="1128395" h="386080">
                <a:moveTo>
                  <a:pt x="246404" y="67183"/>
                </a:moveTo>
                <a:lnTo>
                  <a:pt x="178943" y="67183"/>
                </a:lnTo>
                <a:lnTo>
                  <a:pt x="205757" y="89896"/>
                </a:lnTo>
                <a:lnTo>
                  <a:pt x="238204" y="108108"/>
                </a:lnTo>
                <a:lnTo>
                  <a:pt x="276294" y="121796"/>
                </a:lnTo>
                <a:lnTo>
                  <a:pt x="320040" y="130937"/>
                </a:lnTo>
                <a:lnTo>
                  <a:pt x="343535" y="93725"/>
                </a:lnTo>
                <a:lnTo>
                  <a:pt x="314555" y="90179"/>
                </a:lnTo>
                <a:lnTo>
                  <a:pt x="288194" y="84312"/>
                </a:lnTo>
                <a:lnTo>
                  <a:pt x="264453" y="76134"/>
                </a:lnTo>
                <a:lnTo>
                  <a:pt x="246404" y="67183"/>
                </a:lnTo>
                <a:close/>
              </a:path>
              <a:path w="1128395" h="386080">
                <a:moveTo>
                  <a:pt x="203581" y="2412"/>
                </a:moveTo>
                <a:lnTo>
                  <a:pt x="154050" y="2412"/>
                </a:lnTo>
                <a:lnTo>
                  <a:pt x="154050" y="18415"/>
                </a:lnTo>
                <a:lnTo>
                  <a:pt x="151632" y="30368"/>
                </a:lnTo>
                <a:lnTo>
                  <a:pt x="115570" y="65405"/>
                </a:lnTo>
                <a:lnTo>
                  <a:pt x="70913" y="83851"/>
                </a:lnTo>
                <a:lnTo>
                  <a:pt x="13589" y="93345"/>
                </a:lnTo>
                <a:lnTo>
                  <a:pt x="40259" y="130556"/>
                </a:lnTo>
                <a:lnTo>
                  <a:pt x="84449" y="120886"/>
                </a:lnTo>
                <a:lnTo>
                  <a:pt x="122316" y="107108"/>
                </a:lnTo>
                <a:lnTo>
                  <a:pt x="153826" y="89211"/>
                </a:lnTo>
                <a:lnTo>
                  <a:pt x="178943" y="67183"/>
                </a:lnTo>
                <a:lnTo>
                  <a:pt x="246404" y="67183"/>
                </a:lnTo>
                <a:lnTo>
                  <a:pt x="213502" y="42227"/>
                </a:lnTo>
                <a:lnTo>
                  <a:pt x="203581" y="18415"/>
                </a:lnTo>
                <a:lnTo>
                  <a:pt x="203581" y="2412"/>
                </a:lnTo>
                <a:close/>
              </a:path>
              <a:path w="1128395" h="386080">
                <a:moveTo>
                  <a:pt x="702691" y="11811"/>
                </a:moveTo>
                <a:lnTo>
                  <a:pt x="455422" y="11811"/>
                </a:lnTo>
                <a:lnTo>
                  <a:pt x="455422" y="53975"/>
                </a:lnTo>
                <a:lnTo>
                  <a:pt x="652907" y="53975"/>
                </a:lnTo>
                <a:lnTo>
                  <a:pt x="652907" y="79375"/>
                </a:lnTo>
                <a:lnTo>
                  <a:pt x="455422" y="79375"/>
                </a:lnTo>
                <a:lnTo>
                  <a:pt x="455422" y="187960"/>
                </a:lnTo>
                <a:lnTo>
                  <a:pt x="710819" y="187960"/>
                </a:lnTo>
                <a:lnTo>
                  <a:pt x="710819" y="145796"/>
                </a:lnTo>
                <a:lnTo>
                  <a:pt x="505206" y="145796"/>
                </a:lnTo>
                <a:lnTo>
                  <a:pt x="505206" y="119125"/>
                </a:lnTo>
                <a:lnTo>
                  <a:pt x="702691" y="119125"/>
                </a:lnTo>
                <a:lnTo>
                  <a:pt x="702691" y="118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83559" y="3859212"/>
            <a:ext cx="4688205" cy="13709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MAAL</a:t>
            </a:r>
            <a:r>
              <a:rPr sz="15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(Multilingual</a:t>
            </a:r>
            <a:r>
              <a:rPr sz="15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Adaptive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Augmentation</a:t>
            </a:r>
            <a:r>
              <a:rPr sz="15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Language-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model) MAAL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sz="1500" spc="-2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premise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패키지</a:t>
            </a:r>
            <a:endParaRPr sz="1500" dirty="0">
              <a:latin typeface="Malgun Gothic"/>
              <a:cs typeface="Malgun Gothic"/>
            </a:endParaRPr>
          </a:p>
          <a:p>
            <a:pPr marL="197485" indent="-99060">
              <a:lnSpc>
                <a:spcPts val="1764"/>
              </a:lnSpc>
              <a:spcBef>
                <a:spcPts val="1685"/>
              </a:spcBef>
              <a:buFont typeface="Calibri"/>
              <a:buChar char="-"/>
              <a:tabLst>
                <a:tab pos="197485" algn="l"/>
              </a:tabLst>
            </a:pPr>
            <a:r>
              <a:rPr sz="1500" spc="-25" dirty="0">
                <a:solidFill>
                  <a:srgbClr val="D7D7D7"/>
                </a:solidFill>
                <a:latin typeface="Malgun Gothic"/>
                <a:cs typeface="Malgun Gothic"/>
              </a:rPr>
              <a:t>챗봇</a:t>
            </a:r>
            <a:endParaRPr sz="1500" dirty="0">
              <a:latin typeface="Malgun Gothic"/>
              <a:cs typeface="Malgun Gothic"/>
            </a:endParaRPr>
          </a:p>
          <a:p>
            <a:pPr marL="283210" lvl="1" indent="-99060">
              <a:lnSpc>
                <a:spcPts val="1764"/>
              </a:lnSpc>
              <a:buChar char="-"/>
              <a:tabLst>
                <a:tab pos="283210" algn="l"/>
              </a:tabLst>
            </a:pPr>
            <a:r>
              <a:rPr sz="1500" spc="-10" dirty="0">
                <a:solidFill>
                  <a:srgbClr val="D7D7D7"/>
                </a:solidFill>
                <a:latin typeface="Calibri"/>
                <a:cs typeface="Calibri"/>
              </a:rPr>
              <a:t>Chatplay</a:t>
            </a:r>
            <a:endParaRPr sz="1500" dirty="0">
              <a:latin typeface="Calibri"/>
              <a:cs typeface="Calibri"/>
            </a:endParaRPr>
          </a:p>
          <a:p>
            <a:pPr marL="283210" lvl="1" indent="-99060">
              <a:lnSpc>
                <a:spcPct val="100000"/>
              </a:lnSpc>
              <a:buChar char="-"/>
              <a:tabLst>
                <a:tab pos="283210" algn="l"/>
              </a:tabLst>
            </a:pPr>
            <a:r>
              <a:rPr sz="1500" dirty="0">
                <a:solidFill>
                  <a:srgbClr val="D7D7D7"/>
                </a:solidFill>
                <a:latin typeface="Calibri"/>
                <a:cs typeface="Calibri"/>
              </a:rPr>
              <a:t>LLM</a:t>
            </a:r>
            <a:r>
              <a:rPr sz="1500" spc="-30" dirty="0">
                <a:solidFill>
                  <a:srgbClr val="D7D7D7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D7D7D7"/>
                </a:solidFill>
                <a:latin typeface="Calibri"/>
                <a:cs typeface="Calibri"/>
              </a:rPr>
              <a:t>Task</a:t>
            </a:r>
            <a:r>
              <a:rPr sz="1500" spc="-25" dirty="0">
                <a:solidFill>
                  <a:srgbClr val="D7D7D7"/>
                </a:solidFill>
                <a:latin typeface="Calibri"/>
                <a:cs typeface="Calibri"/>
              </a:rPr>
              <a:t> UI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52851" y="3871976"/>
            <a:ext cx="0" cy="1334770"/>
          </a:xfrm>
          <a:custGeom>
            <a:avLst/>
            <a:gdLst/>
            <a:ahLst/>
            <a:cxnLst/>
            <a:rect l="l" t="t" r="r" b="b"/>
            <a:pathLst>
              <a:path h="1334770">
                <a:moveTo>
                  <a:pt x="0" y="0"/>
                </a:moveTo>
                <a:lnTo>
                  <a:pt x="0" y="1334389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3D57C335-E244-4F88-B86A-703C7CF95C3E}"/>
              </a:ext>
            </a:extLst>
          </p:cNvPr>
          <p:cNvSpPr txBox="1"/>
          <p:nvPr/>
        </p:nvSpPr>
        <p:spPr>
          <a:xfrm>
            <a:off x="1238516" y="3268788"/>
            <a:ext cx="9205341" cy="2823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lang="en-US" altLang="ko-KR" sz="2800" b="1" dirty="0">
                <a:solidFill>
                  <a:schemeClr val="bg1"/>
                </a:solidFill>
                <a:latin typeface="Calibri"/>
                <a:cs typeface="Calibri"/>
              </a:rPr>
              <a:t>Chapter 2. </a:t>
            </a:r>
            <a:r>
              <a:rPr lang="ko-KR" altLang="en-US" sz="2800" b="1" dirty="0">
                <a:solidFill>
                  <a:schemeClr val="bg1"/>
                </a:solidFill>
                <a:latin typeface="Calibri"/>
                <a:cs typeface="Calibri"/>
              </a:rPr>
              <a:t>오픈소스 컨설팅의 </a:t>
            </a:r>
            <a:r>
              <a:rPr lang="en-US" altLang="ko-KR" sz="2800" b="1" dirty="0">
                <a:solidFill>
                  <a:schemeClr val="bg1"/>
                </a:solidFill>
                <a:latin typeface="Calibri"/>
                <a:cs typeface="Calibri"/>
              </a:rPr>
              <a:t>On-premise LLM </a:t>
            </a:r>
            <a:r>
              <a:rPr lang="ko-KR" altLang="en-US" sz="2800" b="1" dirty="0">
                <a:solidFill>
                  <a:schemeClr val="bg1"/>
                </a:solidFill>
                <a:latin typeface="Calibri"/>
                <a:cs typeface="Calibri"/>
              </a:rPr>
              <a:t>솔루션</a:t>
            </a:r>
            <a:endParaRPr sz="28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48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5150" y="-1"/>
            <a:ext cx="5276850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590" y="5912358"/>
            <a:ext cx="1521834" cy="3869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569334" y="2177160"/>
            <a:ext cx="351790" cy="262890"/>
          </a:xfrm>
          <a:custGeom>
            <a:avLst/>
            <a:gdLst/>
            <a:ahLst/>
            <a:cxnLst/>
            <a:rect l="l" t="t" r="r" b="b"/>
            <a:pathLst>
              <a:path w="351789" h="262889">
                <a:moveTo>
                  <a:pt x="333120" y="200660"/>
                </a:moveTo>
                <a:lnTo>
                  <a:pt x="310641" y="200660"/>
                </a:lnTo>
                <a:lnTo>
                  <a:pt x="302894" y="202818"/>
                </a:lnTo>
                <a:lnTo>
                  <a:pt x="291973" y="243966"/>
                </a:lnTo>
                <a:lnTo>
                  <a:pt x="292675" y="246570"/>
                </a:lnTo>
                <a:lnTo>
                  <a:pt x="294217" y="252051"/>
                </a:lnTo>
                <a:lnTo>
                  <a:pt x="298450" y="256159"/>
                </a:lnTo>
                <a:lnTo>
                  <a:pt x="302640" y="260350"/>
                </a:lnTo>
                <a:lnTo>
                  <a:pt x="310388" y="262381"/>
                </a:lnTo>
                <a:lnTo>
                  <a:pt x="332866" y="262381"/>
                </a:lnTo>
                <a:lnTo>
                  <a:pt x="351409" y="219201"/>
                </a:lnTo>
                <a:lnTo>
                  <a:pt x="349250" y="211074"/>
                </a:lnTo>
                <a:lnTo>
                  <a:pt x="345186" y="207010"/>
                </a:lnTo>
                <a:lnTo>
                  <a:pt x="340871" y="202818"/>
                </a:lnTo>
                <a:lnTo>
                  <a:pt x="341217" y="202818"/>
                </a:lnTo>
                <a:lnTo>
                  <a:pt x="333120" y="200660"/>
                </a:lnTo>
                <a:close/>
              </a:path>
              <a:path w="351789" h="262889">
                <a:moveTo>
                  <a:pt x="235838" y="0"/>
                </a:moveTo>
                <a:lnTo>
                  <a:pt x="217042" y="0"/>
                </a:lnTo>
                <a:lnTo>
                  <a:pt x="213740" y="508"/>
                </a:lnTo>
                <a:lnTo>
                  <a:pt x="210438" y="888"/>
                </a:lnTo>
                <a:lnTo>
                  <a:pt x="201294" y="4699"/>
                </a:lnTo>
                <a:lnTo>
                  <a:pt x="200405" y="5714"/>
                </a:lnTo>
                <a:lnTo>
                  <a:pt x="200025" y="6858"/>
                </a:lnTo>
                <a:lnTo>
                  <a:pt x="200025" y="254000"/>
                </a:lnTo>
                <a:lnTo>
                  <a:pt x="205612" y="258825"/>
                </a:lnTo>
                <a:lnTo>
                  <a:pt x="207517" y="259461"/>
                </a:lnTo>
                <a:lnTo>
                  <a:pt x="210312" y="259968"/>
                </a:lnTo>
                <a:lnTo>
                  <a:pt x="213613" y="260476"/>
                </a:lnTo>
                <a:lnTo>
                  <a:pt x="217042" y="260858"/>
                </a:lnTo>
                <a:lnTo>
                  <a:pt x="235838" y="260858"/>
                </a:lnTo>
                <a:lnTo>
                  <a:pt x="252729" y="254000"/>
                </a:lnTo>
                <a:lnTo>
                  <a:pt x="252729" y="6858"/>
                </a:lnTo>
                <a:lnTo>
                  <a:pt x="252349" y="5714"/>
                </a:lnTo>
                <a:lnTo>
                  <a:pt x="251460" y="4699"/>
                </a:lnTo>
                <a:lnTo>
                  <a:pt x="250570" y="3555"/>
                </a:lnTo>
                <a:lnTo>
                  <a:pt x="249174" y="2666"/>
                </a:lnTo>
                <a:lnTo>
                  <a:pt x="245110" y="1397"/>
                </a:lnTo>
                <a:lnTo>
                  <a:pt x="242442" y="888"/>
                </a:lnTo>
                <a:lnTo>
                  <a:pt x="239140" y="508"/>
                </a:lnTo>
                <a:lnTo>
                  <a:pt x="235838" y="0"/>
                </a:lnTo>
                <a:close/>
              </a:path>
              <a:path w="351789" h="262889">
                <a:moveTo>
                  <a:pt x="131063" y="0"/>
                </a:moveTo>
                <a:lnTo>
                  <a:pt x="112267" y="0"/>
                </a:lnTo>
                <a:lnTo>
                  <a:pt x="108965" y="508"/>
                </a:lnTo>
                <a:lnTo>
                  <a:pt x="105663" y="888"/>
                </a:lnTo>
                <a:lnTo>
                  <a:pt x="96519" y="4699"/>
                </a:lnTo>
                <a:lnTo>
                  <a:pt x="95630" y="5714"/>
                </a:lnTo>
                <a:lnTo>
                  <a:pt x="95250" y="6858"/>
                </a:lnTo>
                <a:lnTo>
                  <a:pt x="95250" y="254000"/>
                </a:lnTo>
                <a:lnTo>
                  <a:pt x="100837" y="258825"/>
                </a:lnTo>
                <a:lnTo>
                  <a:pt x="102742" y="259461"/>
                </a:lnTo>
                <a:lnTo>
                  <a:pt x="105537" y="259968"/>
                </a:lnTo>
                <a:lnTo>
                  <a:pt x="108838" y="260476"/>
                </a:lnTo>
                <a:lnTo>
                  <a:pt x="112267" y="260858"/>
                </a:lnTo>
                <a:lnTo>
                  <a:pt x="131063" y="260858"/>
                </a:lnTo>
                <a:lnTo>
                  <a:pt x="147954" y="254000"/>
                </a:lnTo>
                <a:lnTo>
                  <a:pt x="147954" y="6858"/>
                </a:lnTo>
                <a:lnTo>
                  <a:pt x="147574" y="5714"/>
                </a:lnTo>
                <a:lnTo>
                  <a:pt x="146685" y="4699"/>
                </a:lnTo>
                <a:lnTo>
                  <a:pt x="145795" y="3555"/>
                </a:lnTo>
                <a:lnTo>
                  <a:pt x="144399" y="2666"/>
                </a:lnTo>
                <a:lnTo>
                  <a:pt x="140335" y="1397"/>
                </a:lnTo>
                <a:lnTo>
                  <a:pt x="137667" y="888"/>
                </a:lnTo>
                <a:lnTo>
                  <a:pt x="134365" y="508"/>
                </a:lnTo>
                <a:lnTo>
                  <a:pt x="131063" y="0"/>
                </a:lnTo>
                <a:close/>
              </a:path>
              <a:path w="351789" h="262889">
                <a:moveTo>
                  <a:pt x="35813" y="0"/>
                </a:moveTo>
                <a:lnTo>
                  <a:pt x="17017" y="0"/>
                </a:lnTo>
                <a:lnTo>
                  <a:pt x="13715" y="508"/>
                </a:lnTo>
                <a:lnTo>
                  <a:pt x="10413" y="888"/>
                </a:lnTo>
                <a:lnTo>
                  <a:pt x="1269" y="4699"/>
                </a:lnTo>
                <a:lnTo>
                  <a:pt x="380" y="5714"/>
                </a:lnTo>
                <a:lnTo>
                  <a:pt x="0" y="6858"/>
                </a:lnTo>
                <a:lnTo>
                  <a:pt x="0" y="254000"/>
                </a:lnTo>
                <a:lnTo>
                  <a:pt x="5587" y="258825"/>
                </a:lnTo>
                <a:lnTo>
                  <a:pt x="7492" y="259461"/>
                </a:lnTo>
                <a:lnTo>
                  <a:pt x="10287" y="259968"/>
                </a:lnTo>
                <a:lnTo>
                  <a:pt x="13588" y="260476"/>
                </a:lnTo>
                <a:lnTo>
                  <a:pt x="17017" y="260858"/>
                </a:lnTo>
                <a:lnTo>
                  <a:pt x="35813" y="260858"/>
                </a:lnTo>
                <a:lnTo>
                  <a:pt x="52704" y="254000"/>
                </a:lnTo>
                <a:lnTo>
                  <a:pt x="52704" y="6858"/>
                </a:lnTo>
                <a:lnTo>
                  <a:pt x="52324" y="5714"/>
                </a:lnTo>
                <a:lnTo>
                  <a:pt x="51435" y="4699"/>
                </a:lnTo>
                <a:lnTo>
                  <a:pt x="50545" y="3555"/>
                </a:lnTo>
                <a:lnTo>
                  <a:pt x="49149" y="2666"/>
                </a:lnTo>
                <a:lnTo>
                  <a:pt x="45085" y="1397"/>
                </a:lnTo>
                <a:lnTo>
                  <a:pt x="42417" y="888"/>
                </a:lnTo>
                <a:lnTo>
                  <a:pt x="39115" y="508"/>
                </a:lnTo>
                <a:lnTo>
                  <a:pt x="35813" y="0"/>
                </a:lnTo>
                <a:close/>
              </a:path>
            </a:pathLst>
          </a:custGeom>
          <a:solidFill>
            <a:srgbClr val="E99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2469" y="2753995"/>
            <a:ext cx="1130935" cy="386080"/>
          </a:xfrm>
          <a:custGeom>
            <a:avLst/>
            <a:gdLst/>
            <a:ahLst/>
            <a:cxnLst/>
            <a:rect l="l" t="t" r="r" b="b"/>
            <a:pathLst>
              <a:path w="1130935" h="386080">
                <a:moveTo>
                  <a:pt x="714629" y="246506"/>
                </a:moveTo>
                <a:lnTo>
                  <a:pt x="462153" y="246506"/>
                </a:lnTo>
                <a:lnTo>
                  <a:pt x="462153" y="377570"/>
                </a:lnTo>
                <a:lnTo>
                  <a:pt x="714629" y="377570"/>
                </a:lnTo>
                <a:lnTo>
                  <a:pt x="714629" y="335788"/>
                </a:lnTo>
                <a:lnTo>
                  <a:pt x="512191" y="335788"/>
                </a:lnTo>
                <a:lnTo>
                  <a:pt x="512191" y="288797"/>
                </a:lnTo>
                <a:lnTo>
                  <a:pt x="714629" y="288797"/>
                </a:lnTo>
                <a:lnTo>
                  <a:pt x="714629" y="246506"/>
                </a:lnTo>
                <a:close/>
              </a:path>
              <a:path w="1130935" h="386080">
                <a:moveTo>
                  <a:pt x="714629" y="288797"/>
                </a:moveTo>
                <a:lnTo>
                  <a:pt x="664591" y="288797"/>
                </a:lnTo>
                <a:lnTo>
                  <a:pt x="664591" y="335788"/>
                </a:lnTo>
                <a:lnTo>
                  <a:pt x="714629" y="335788"/>
                </a:lnTo>
                <a:lnTo>
                  <a:pt x="714629" y="288797"/>
                </a:lnTo>
                <a:close/>
              </a:path>
              <a:path w="1130935" h="386080">
                <a:moveTo>
                  <a:pt x="613410" y="220344"/>
                </a:moveTo>
                <a:lnTo>
                  <a:pt x="562991" y="220344"/>
                </a:lnTo>
                <a:lnTo>
                  <a:pt x="562991" y="246506"/>
                </a:lnTo>
                <a:lnTo>
                  <a:pt x="613410" y="246506"/>
                </a:lnTo>
                <a:lnTo>
                  <a:pt x="613410" y="220344"/>
                </a:lnTo>
                <a:close/>
              </a:path>
              <a:path w="1130935" h="386080">
                <a:moveTo>
                  <a:pt x="767333" y="178180"/>
                </a:moveTo>
                <a:lnTo>
                  <a:pt x="409448" y="178180"/>
                </a:lnTo>
                <a:lnTo>
                  <a:pt x="409448" y="220344"/>
                </a:lnTo>
                <a:lnTo>
                  <a:pt x="767333" y="220344"/>
                </a:lnTo>
                <a:lnTo>
                  <a:pt x="767333" y="178180"/>
                </a:lnTo>
                <a:close/>
              </a:path>
              <a:path w="1130935" h="386080">
                <a:moveTo>
                  <a:pt x="1063752" y="273938"/>
                </a:moveTo>
                <a:lnTo>
                  <a:pt x="1023578" y="276058"/>
                </a:lnTo>
                <a:lnTo>
                  <a:pt x="976052" y="277696"/>
                </a:lnTo>
                <a:lnTo>
                  <a:pt x="921169" y="278858"/>
                </a:lnTo>
                <a:lnTo>
                  <a:pt x="789305" y="279780"/>
                </a:lnTo>
                <a:lnTo>
                  <a:pt x="794383" y="320900"/>
                </a:lnTo>
                <a:lnTo>
                  <a:pt x="794479" y="321684"/>
                </a:lnTo>
                <a:lnTo>
                  <a:pt x="794511" y="321944"/>
                </a:lnTo>
                <a:lnTo>
                  <a:pt x="907623" y="320900"/>
                </a:lnTo>
                <a:lnTo>
                  <a:pt x="962030" y="319585"/>
                </a:lnTo>
                <a:lnTo>
                  <a:pt x="1015004" y="317734"/>
                </a:lnTo>
                <a:lnTo>
                  <a:pt x="1066545" y="315340"/>
                </a:lnTo>
                <a:lnTo>
                  <a:pt x="1063752" y="273938"/>
                </a:lnTo>
                <a:close/>
              </a:path>
              <a:path w="1130935" h="386080">
                <a:moveTo>
                  <a:pt x="925321" y="23749"/>
                </a:moveTo>
                <a:lnTo>
                  <a:pt x="882808" y="30511"/>
                </a:lnTo>
                <a:lnTo>
                  <a:pt x="847725" y="50800"/>
                </a:lnTo>
                <a:lnTo>
                  <a:pt x="824360" y="81533"/>
                </a:lnTo>
                <a:lnTo>
                  <a:pt x="816356" y="121157"/>
                </a:lnTo>
                <a:lnTo>
                  <a:pt x="818262" y="141662"/>
                </a:lnTo>
                <a:lnTo>
                  <a:pt x="833554" y="176575"/>
                </a:lnTo>
                <a:lnTo>
                  <a:pt x="863280" y="202822"/>
                </a:lnTo>
                <a:lnTo>
                  <a:pt x="901344" y="216261"/>
                </a:lnTo>
                <a:lnTo>
                  <a:pt x="923163" y="217931"/>
                </a:lnTo>
                <a:lnTo>
                  <a:pt x="944882" y="216261"/>
                </a:lnTo>
                <a:lnTo>
                  <a:pt x="945043" y="216261"/>
                </a:lnTo>
                <a:lnTo>
                  <a:pt x="983375" y="202822"/>
                </a:lnTo>
                <a:lnTo>
                  <a:pt x="1013379" y="176575"/>
                </a:lnTo>
                <a:lnTo>
                  <a:pt x="1013878" y="175767"/>
                </a:lnTo>
                <a:lnTo>
                  <a:pt x="923670" y="175767"/>
                </a:lnTo>
                <a:lnTo>
                  <a:pt x="911931" y="174793"/>
                </a:lnTo>
                <a:lnTo>
                  <a:pt x="876377" y="152036"/>
                </a:lnTo>
                <a:lnTo>
                  <a:pt x="867536" y="121157"/>
                </a:lnTo>
                <a:lnTo>
                  <a:pt x="868471" y="109918"/>
                </a:lnTo>
                <a:lnTo>
                  <a:pt x="868491" y="109680"/>
                </a:lnTo>
                <a:lnTo>
                  <a:pt x="891238" y="74699"/>
                </a:lnTo>
                <a:lnTo>
                  <a:pt x="900624" y="69913"/>
                </a:lnTo>
                <a:lnTo>
                  <a:pt x="900459" y="69913"/>
                </a:lnTo>
                <a:lnTo>
                  <a:pt x="911533" y="66913"/>
                </a:lnTo>
                <a:lnTo>
                  <a:pt x="911327" y="66913"/>
                </a:lnTo>
                <a:lnTo>
                  <a:pt x="923670" y="65912"/>
                </a:lnTo>
                <a:lnTo>
                  <a:pt x="1014447" y="65912"/>
                </a:lnTo>
                <a:lnTo>
                  <a:pt x="1014089" y="65276"/>
                </a:lnTo>
                <a:lnTo>
                  <a:pt x="1001014" y="50800"/>
                </a:lnTo>
                <a:lnTo>
                  <a:pt x="985061" y="38965"/>
                </a:lnTo>
                <a:lnTo>
                  <a:pt x="967120" y="30511"/>
                </a:lnTo>
                <a:lnTo>
                  <a:pt x="947203" y="25439"/>
                </a:lnTo>
                <a:lnTo>
                  <a:pt x="925321" y="23749"/>
                </a:lnTo>
                <a:close/>
              </a:path>
              <a:path w="1130935" h="386080">
                <a:moveTo>
                  <a:pt x="1014447" y="65912"/>
                </a:moveTo>
                <a:lnTo>
                  <a:pt x="923670" y="65912"/>
                </a:lnTo>
                <a:lnTo>
                  <a:pt x="935464" y="66913"/>
                </a:lnTo>
                <a:lnTo>
                  <a:pt x="946102" y="69913"/>
                </a:lnTo>
                <a:lnTo>
                  <a:pt x="975772" y="99631"/>
                </a:lnTo>
                <a:lnTo>
                  <a:pt x="978633" y="109680"/>
                </a:lnTo>
                <a:lnTo>
                  <a:pt x="978701" y="109918"/>
                </a:lnTo>
                <a:lnTo>
                  <a:pt x="979678" y="121157"/>
                </a:lnTo>
                <a:lnTo>
                  <a:pt x="978721" y="132302"/>
                </a:lnTo>
                <a:lnTo>
                  <a:pt x="975836" y="142493"/>
                </a:lnTo>
                <a:lnTo>
                  <a:pt x="946240" y="171878"/>
                </a:lnTo>
                <a:lnTo>
                  <a:pt x="923670" y="175767"/>
                </a:lnTo>
                <a:lnTo>
                  <a:pt x="1013878" y="175767"/>
                </a:lnTo>
                <a:lnTo>
                  <a:pt x="1030858" y="121157"/>
                </a:lnTo>
                <a:lnTo>
                  <a:pt x="1028999" y="100466"/>
                </a:lnTo>
                <a:lnTo>
                  <a:pt x="1023437" y="81914"/>
                </a:lnTo>
                <a:lnTo>
                  <a:pt x="1023243" y="81533"/>
                </a:lnTo>
                <a:lnTo>
                  <a:pt x="1014447" y="65912"/>
                </a:lnTo>
                <a:close/>
              </a:path>
              <a:path w="1130935" h="386080">
                <a:moveTo>
                  <a:pt x="730631" y="113791"/>
                </a:moveTo>
                <a:lnTo>
                  <a:pt x="445769" y="113791"/>
                </a:lnTo>
                <a:lnTo>
                  <a:pt x="445769" y="155575"/>
                </a:lnTo>
                <a:lnTo>
                  <a:pt x="730631" y="155575"/>
                </a:lnTo>
                <a:lnTo>
                  <a:pt x="730631" y="113791"/>
                </a:lnTo>
                <a:close/>
              </a:path>
              <a:path w="1130935" h="386080">
                <a:moveTo>
                  <a:pt x="544576" y="60959"/>
                </a:moveTo>
                <a:lnTo>
                  <a:pt x="495045" y="60959"/>
                </a:lnTo>
                <a:lnTo>
                  <a:pt x="498601" y="113791"/>
                </a:lnTo>
                <a:lnTo>
                  <a:pt x="547369" y="113791"/>
                </a:lnTo>
                <a:lnTo>
                  <a:pt x="544576" y="60959"/>
                </a:lnTo>
                <a:close/>
              </a:path>
              <a:path w="1130935" h="386080">
                <a:moveTo>
                  <a:pt x="681736" y="60959"/>
                </a:moveTo>
                <a:lnTo>
                  <a:pt x="632206" y="60959"/>
                </a:lnTo>
                <a:lnTo>
                  <a:pt x="629031" y="113791"/>
                </a:lnTo>
                <a:lnTo>
                  <a:pt x="678180" y="113791"/>
                </a:lnTo>
                <a:lnTo>
                  <a:pt x="681736" y="60959"/>
                </a:lnTo>
                <a:close/>
              </a:path>
              <a:path w="1130935" h="386080">
                <a:moveTo>
                  <a:pt x="266954" y="7746"/>
                </a:moveTo>
                <a:lnTo>
                  <a:pt x="217297" y="7746"/>
                </a:lnTo>
                <a:lnTo>
                  <a:pt x="217297" y="127000"/>
                </a:lnTo>
                <a:lnTo>
                  <a:pt x="164083" y="127000"/>
                </a:lnTo>
                <a:lnTo>
                  <a:pt x="164083" y="167512"/>
                </a:lnTo>
                <a:lnTo>
                  <a:pt x="217297" y="167512"/>
                </a:lnTo>
                <a:lnTo>
                  <a:pt x="217297" y="374395"/>
                </a:lnTo>
                <a:lnTo>
                  <a:pt x="266954" y="374395"/>
                </a:lnTo>
                <a:lnTo>
                  <a:pt x="266954" y="7746"/>
                </a:lnTo>
                <a:close/>
              </a:path>
              <a:path w="1130935" h="386080">
                <a:moveTo>
                  <a:pt x="130937" y="74167"/>
                </a:moveTo>
                <a:lnTo>
                  <a:pt x="82295" y="74167"/>
                </a:lnTo>
                <a:lnTo>
                  <a:pt x="82295" y="116712"/>
                </a:lnTo>
                <a:lnTo>
                  <a:pt x="80960" y="139620"/>
                </a:lnTo>
                <a:lnTo>
                  <a:pt x="70240" y="182864"/>
                </a:lnTo>
                <a:lnTo>
                  <a:pt x="48952" y="222249"/>
                </a:lnTo>
                <a:lnTo>
                  <a:pt x="18524" y="255206"/>
                </a:lnTo>
                <a:lnTo>
                  <a:pt x="0" y="269113"/>
                </a:lnTo>
                <a:lnTo>
                  <a:pt x="36703" y="300608"/>
                </a:lnTo>
                <a:lnTo>
                  <a:pt x="66563" y="271480"/>
                </a:lnTo>
                <a:lnTo>
                  <a:pt x="95091" y="232759"/>
                </a:lnTo>
                <a:lnTo>
                  <a:pt x="106806" y="210184"/>
                </a:lnTo>
                <a:lnTo>
                  <a:pt x="159411" y="210184"/>
                </a:lnTo>
                <a:lnTo>
                  <a:pt x="135874" y="160210"/>
                </a:lnTo>
                <a:lnTo>
                  <a:pt x="130937" y="121157"/>
                </a:lnTo>
                <a:lnTo>
                  <a:pt x="130937" y="74167"/>
                </a:lnTo>
                <a:close/>
              </a:path>
              <a:path w="1130935" h="386080">
                <a:moveTo>
                  <a:pt x="159411" y="210184"/>
                </a:moveTo>
                <a:lnTo>
                  <a:pt x="106806" y="210184"/>
                </a:lnTo>
                <a:lnTo>
                  <a:pt x="111329" y="218971"/>
                </a:lnTo>
                <a:lnTo>
                  <a:pt x="134493" y="251332"/>
                </a:lnTo>
                <a:lnTo>
                  <a:pt x="162353" y="281122"/>
                </a:lnTo>
                <a:lnTo>
                  <a:pt x="170687" y="287908"/>
                </a:lnTo>
                <a:lnTo>
                  <a:pt x="204724" y="254762"/>
                </a:lnTo>
                <a:lnTo>
                  <a:pt x="188483" y="242405"/>
                </a:lnTo>
                <a:lnTo>
                  <a:pt x="174053" y="228584"/>
                </a:lnTo>
                <a:lnTo>
                  <a:pt x="161432" y="213310"/>
                </a:lnTo>
                <a:lnTo>
                  <a:pt x="159411" y="210184"/>
                </a:lnTo>
                <a:close/>
              </a:path>
              <a:path w="1130935" h="386080">
                <a:moveTo>
                  <a:pt x="189992" y="32384"/>
                </a:moveTo>
                <a:lnTo>
                  <a:pt x="16001" y="32384"/>
                </a:lnTo>
                <a:lnTo>
                  <a:pt x="16001" y="74167"/>
                </a:lnTo>
                <a:lnTo>
                  <a:pt x="189992" y="74167"/>
                </a:lnTo>
                <a:lnTo>
                  <a:pt x="189992" y="32384"/>
                </a:lnTo>
                <a:close/>
              </a:path>
              <a:path w="1130935" h="386080">
                <a:moveTo>
                  <a:pt x="725932" y="8508"/>
                </a:moveTo>
                <a:lnTo>
                  <a:pt x="450850" y="8508"/>
                </a:lnTo>
                <a:lnTo>
                  <a:pt x="450850" y="50800"/>
                </a:lnTo>
                <a:lnTo>
                  <a:pt x="725932" y="50800"/>
                </a:lnTo>
                <a:lnTo>
                  <a:pt x="725932" y="8508"/>
                </a:lnTo>
                <a:close/>
              </a:path>
              <a:path w="1130935" h="386080">
                <a:moveTo>
                  <a:pt x="1130934" y="0"/>
                </a:moveTo>
                <a:lnTo>
                  <a:pt x="1081278" y="0"/>
                </a:lnTo>
                <a:lnTo>
                  <a:pt x="1081278" y="385699"/>
                </a:lnTo>
                <a:lnTo>
                  <a:pt x="1130934" y="385699"/>
                </a:lnTo>
                <a:lnTo>
                  <a:pt x="1130934" y="0"/>
                </a:lnTo>
                <a:close/>
              </a:path>
              <a:path w="1130935" h="386080">
                <a:moveTo>
                  <a:pt x="345567" y="0"/>
                </a:moveTo>
                <a:lnTo>
                  <a:pt x="295782" y="0"/>
                </a:lnTo>
                <a:lnTo>
                  <a:pt x="295782" y="385699"/>
                </a:lnTo>
                <a:lnTo>
                  <a:pt x="345567" y="385699"/>
                </a:lnTo>
                <a:lnTo>
                  <a:pt x="3455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56659" y="2753995"/>
            <a:ext cx="1132205" cy="386080"/>
          </a:xfrm>
          <a:custGeom>
            <a:avLst/>
            <a:gdLst/>
            <a:ahLst/>
            <a:cxnLst/>
            <a:rect l="l" t="t" r="r" b="b"/>
            <a:pathLst>
              <a:path w="1132204" h="386080">
                <a:moveTo>
                  <a:pt x="1004697" y="223519"/>
                </a:moveTo>
                <a:lnTo>
                  <a:pt x="976181" y="224944"/>
                </a:lnTo>
                <a:lnTo>
                  <a:pt x="976461" y="224944"/>
                </a:lnTo>
                <a:lnTo>
                  <a:pt x="951299" y="229203"/>
                </a:lnTo>
                <a:lnTo>
                  <a:pt x="951478" y="229203"/>
                </a:lnTo>
                <a:lnTo>
                  <a:pt x="929678" y="236271"/>
                </a:lnTo>
                <a:lnTo>
                  <a:pt x="929808" y="236271"/>
                </a:lnTo>
                <a:lnTo>
                  <a:pt x="896864" y="258101"/>
                </a:lnTo>
                <a:lnTo>
                  <a:pt x="877951" y="303910"/>
                </a:lnTo>
                <a:lnTo>
                  <a:pt x="880046" y="320889"/>
                </a:lnTo>
                <a:lnTo>
                  <a:pt x="911478" y="361822"/>
                </a:lnTo>
                <a:lnTo>
                  <a:pt x="951563" y="378571"/>
                </a:lnTo>
                <a:lnTo>
                  <a:pt x="1004697" y="384175"/>
                </a:lnTo>
                <a:lnTo>
                  <a:pt x="1033057" y="382772"/>
                </a:lnTo>
                <a:lnTo>
                  <a:pt x="1079920" y="371584"/>
                </a:lnTo>
                <a:lnTo>
                  <a:pt x="1113184" y="349845"/>
                </a:lnTo>
                <a:lnTo>
                  <a:pt x="1118657" y="342772"/>
                </a:lnTo>
                <a:lnTo>
                  <a:pt x="1004697" y="342772"/>
                </a:lnTo>
                <a:lnTo>
                  <a:pt x="987002" y="342106"/>
                </a:lnTo>
                <a:lnTo>
                  <a:pt x="947801" y="332104"/>
                </a:lnTo>
                <a:lnTo>
                  <a:pt x="928751" y="303910"/>
                </a:lnTo>
                <a:lnTo>
                  <a:pt x="929929" y="295721"/>
                </a:lnTo>
                <a:lnTo>
                  <a:pt x="971313" y="267668"/>
                </a:lnTo>
                <a:lnTo>
                  <a:pt x="1004697" y="264921"/>
                </a:lnTo>
                <a:lnTo>
                  <a:pt x="1118304" y="264921"/>
                </a:lnTo>
                <a:lnTo>
                  <a:pt x="1113131" y="258244"/>
                </a:lnTo>
                <a:lnTo>
                  <a:pt x="1098295" y="246125"/>
                </a:lnTo>
                <a:lnTo>
                  <a:pt x="1079795" y="236271"/>
                </a:lnTo>
                <a:lnTo>
                  <a:pt x="1058021" y="229203"/>
                </a:lnTo>
                <a:lnTo>
                  <a:pt x="1032984" y="224944"/>
                </a:lnTo>
                <a:lnTo>
                  <a:pt x="1004697" y="223519"/>
                </a:lnTo>
                <a:close/>
              </a:path>
              <a:path w="1132204" h="386080">
                <a:moveTo>
                  <a:pt x="1118304" y="264921"/>
                </a:moveTo>
                <a:lnTo>
                  <a:pt x="1004697" y="264921"/>
                </a:lnTo>
                <a:lnTo>
                  <a:pt x="1022723" y="265610"/>
                </a:lnTo>
                <a:lnTo>
                  <a:pt x="1038320" y="267668"/>
                </a:lnTo>
                <a:lnTo>
                  <a:pt x="1076578" y="288305"/>
                </a:lnTo>
                <a:lnTo>
                  <a:pt x="1081404" y="303910"/>
                </a:lnTo>
                <a:lnTo>
                  <a:pt x="1080192" y="312316"/>
                </a:lnTo>
                <a:lnTo>
                  <a:pt x="1076632" y="319674"/>
                </a:lnTo>
                <a:lnTo>
                  <a:pt x="1076563" y="319817"/>
                </a:lnTo>
                <a:lnTo>
                  <a:pt x="1038066" y="340105"/>
                </a:lnTo>
                <a:lnTo>
                  <a:pt x="1004697" y="342772"/>
                </a:lnTo>
                <a:lnTo>
                  <a:pt x="1118657" y="342772"/>
                </a:lnTo>
                <a:lnTo>
                  <a:pt x="1123743" y="336200"/>
                </a:lnTo>
                <a:lnTo>
                  <a:pt x="1130087" y="320889"/>
                </a:lnTo>
                <a:lnTo>
                  <a:pt x="1132204" y="303910"/>
                </a:lnTo>
                <a:lnTo>
                  <a:pt x="1130085" y="287148"/>
                </a:lnTo>
                <a:lnTo>
                  <a:pt x="1123727" y="271922"/>
                </a:lnTo>
                <a:lnTo>
                  <a:pt x="1118304" y="264921"/>
                </a:lnTo>
                <a:close/>
              </a:path>
              <a:path w="1132204" h="386080">
                <a:moveTo>
                  <a:pt x="735964" y="210565"/>
                </a:moveTo>
                <a:lnTo>
                  <a:pt x="486410" y="210565"/>
                </a:lnTo>
                <a:lnTo>
                  <a:pt x="486410" y="251332"/>
                </a:lnTo>
                <a:lnTo>
                  <a:pt x="686815" y="251332"/>
                </a:lnTo>
                <a:lnTo>
                  <a:pt x="686815" y="275208"/>
                </a:lnTo>
                <a:lnTo>
                  <a:pt x="486410" y="275208"/>
                </a:lnTo>
                <a:lnTo>
                  <a:pt x="486410" y="379602"/>
                </a:lnTo>
                <a:lnTo>
                  <a:pt x="745870" y="379602"/>
                </a:lnTo>
                <a:lnTo>
                  <a:pt x="745870" y="338708"/>
                </a:lnTo>
                <a:lnTo>
                  <a:pt x="536066" y="338708"/>
                </a:lnTo>
                <a:lnTo>
                  <a:pt x="536066" y="313689"/>
                </a:lnTo>
                <a:lnTo>
                  <a:pt x="735964" y="313689"/>
                </a:lnTo>
                <a:lnTo>
                  <a:pt x="735964" y="210565"/>
                </a:lnTo>
                <a:close/>
              </a:path>
              <a:path w="1132204" h="386080">
                <a:moveTo>
                  <a:pt x="735964" y="160527"/>
                </a:moveTo>
                <a:lnTo>
                  <a:pt x="686815" y="160527"/>
                </a:lnTo>
                <a:lnTo>
                  <a:pt x="686815" y="193801"/>
                </a:lnTo>
                <a:lnTo>
                  <a:pt x="735964" y="193801"/>
                </a:lnTo>
                <a:lnTo>
                  <a:pt x="735964" y="160527"/>
                </a:lnTo>
                <a:close/>
              </a:path>
              <a:path w="1132204" h="386080">
                <a:moveTo>
                  <a:pt x="475488" y="12572"/>
                </a:moveTo>
                <a:lnTo>
                  <a:pt x="426212" y="12572"/>
                </a:lnTo>
                <a:lnTo>
                  <a:pt x="426212" y="187197"/>
                </a:lnTo>
                <a:lnTo>
                  <a:pt x="611886" y="187197"/>
                </a:lnTo>
                <a:lnTo>
                  <a:pt x="611886" y="160527"/>
                </a:lnTo>
                <a:lnTo>
                  <a:pt x="735964" y="160527"/>
                </a:lnTo>
                <a:lnTo>
                  <a:pt x="735964" y="145414"/>
                </a:lnTo>
                <a:lnTo>
                  <a:pt x="475488" y="145414"/>
                </a:lnTo>
                <a:lnTo>
                  <a:pt x="475488" y="102362"/>
                </a:lnTo>
                <a:lnTo>
                  <a:pt x="611886" y="102362"/>
                </a:lnTo>
                <a:lnTo>
                  <a:pt x="611886" y="85597"/>
                </a:lnTo>
                <a:lnTo>
                  <a:pt x="735964" y="85597"/>
                </a:lnTo>
                <a:lnTo>
                  <a:pt x="735964" y="60197"/>
                </a:lnTo>
                <a:lnTo>
                  <a:pt x="475488" y="60197"/>
                </a:lnTo>
                <a:lnTo>
                  <a:pt x="475488" y="12572"/>
                </a:lnTo>
                <a:close/>
              </a:path>
              <a:path w="1132204" h="386080">
                <a:moveTo>
                  <a:pt x="611886" y="102362"/>
                </a:moveTo>
                <a:lnTo>
                  <a:pt x="562228" y="102362"/>
                </a:lnTo>
                <a:lnTo>
                  <a:pt x="562228" y="145414"/>
                </a:lnTo>
                <a:lnTo>
                  <a:pt x="735964" y="145414"/>
                </a:lnTo>
                <a:lnTo>
                  <a:pt x="735964" y="122808"/>
                </a:lnTo>
                <a:lnTo>
                  <a:pt x="611886" y="122808"/>
                </a:lnTo>
                <a:lnTo>
                  <a:pt x="611886" y="102362"/>
                </a:lnTo>
                <a:close/>
              </a:path>
              <a:path w="1132204" h="386080">
                <a:moveTo>
                  <a:pt x="735964" y="85597"/>
                </a:moveTo>
                <a:lnTo>
                  <a:pt x="686815" y="85597"/>
                </a:lnTo>
                <a:lnTo>
                  <a:pt x="686815" y="122808"/>
                </a:lnTo>
                <a:lnTo>
                  <a:pt x="735964" y="122808"/>
                </a:lnTo>
                <a:lnTo>
                  <a:pt x="735964" y="85597"/>
                </a:lnTo>
                <a:close/>
              </a:path>
              <a:path w="1132204" h="386080">
                <a:moveTo>
                  <a:pt x="611886" y="12572"/>
                </a:moveTo>
                <a:lnTo>
                  <a:pt x="562228" y="12572"/>
                </a:lnTo>
                <a:lnTo>
                  <a:pt x="562228" y="60197"/>
                </a:lnTo>
                <a:lnTo>
                  <a:pt x="735964" y="60197"/>
                </a:lnTo>
                <a:lnTo>
                  <a:pt x="735964" y="48005"/>
                </a:lnTo>
                <a:lnTo>
                  <a:pt x="611886" y="48005"/>
                </a:lnTo>
                <a:lnTo>
                  <a:pt x="611886" y="12572"/>
                </a:lnTo>
                <a:close/>
              </a:path>
              <a:path w="1132204" h="386080">
                <a:moveTo>
                  <a:pt x="735964" y="0"/>
                </a:moveTo>
                <a:lnTo>
                  <a:pt x="686815" y="0"/>
                </a:lnTo>
                <a:lnTo>
                  <a:pt x="686815" y="48005"/>
                </a:lnTo>
                <a:lnTo>
                  <a:pt x="735964" y="48005"/>
                </a:lnTo>
                <a:lnTo>
                  <a:pt x="735964" y="0"/>
                </a:lnTo>
                <a:close/>
              </a:path>
              <a:path w="1132204" h="386080">
                <a:moveTo>
                  <a:pt x="1126109" y="0"/>
                </a:moveTo>
                <a:lnTo>
                  <a:pt x="1076960" y="0"/>
                </a:lnTo>
                <a:lnTo>
                  <a:pt x="1076960" y="67944"/>
                </a:lnTo>
                <a:lnTo>
                  <a:pt x="994155" y="67944"/>
                </a:lnTo>
                <a:lnTo>
                  <a:pt x="994155" y="110616"/>
                </a:lnTo>
                <a:lnTo>
                  <a:pt x="1076960" y="110616"/>
                </a:lnTo>
                <a:lnTo>
                  <a:pt x="1076960" y="220725"/>
                </a:lnTo>
                <a:lnTo>
                  <a:pt x="1126109" y="220725"/>
                </a:lnTo>
                <a:lnTo>
                  <a:pt x="1126109" y="0"/>
                </a:lnTo>
                <a:close/>
              </a:path>
              <a:path w="1132204" h="386080">
                <a:moveTo>
                  <a:pt x="935989" y="12191"/>
                </a:moveTo>
                <a:lnTo>
                  <a:pt x="886205" y="12191"/>
                </a:lnTo>
                <a:lnTo>
                  <a:pt x="886205" y="60197"/>
                </a:lnTo>
                <a:lnTo>
                  <a:pt x="884515" y="78460"/>
                </a:lnTo>
                <a:lnTo>
                  <a:pt x="870989" y="114222"/>
                </a:lnTo>
                <a:lnTo>
                  <a:pt x="844676" y="148036"/>
                </a:lnTo>
                <a:lnTo>
                  <a:pt x="810005" y="174757"/>
                </a:lnTo>
                <a:lnTo>
                  <a:pt x="789813" y="185165"/>
                </a:lnTo>
                <a:lnTo>
                  <a:pt x="826388" y="219963"/>
                </a:lnTo>
                <a:lnTo>
                  <a:pt x="861054" y="194675"/>
                </a:lnTo>
                <a:lnTo>
                  <a:pt x="897413" y="156733"/>
                </a:lnTo>
                <a:lnTo>
                  <a:pt x="912367" y="133984"/>
                </a:lnTo>
                <a:lnTo>
                  <a:pt x="971111" y="133984"/>
                </a:lnTo>
                <a:lnTo>
                  <a:pt x="942959" y="94154"/>
                </a:lnTo>
                <a:lnTo>
                  <a:pt x="935989" y="58546"/>
                </a:lnTo>
                <a:lnTo>
                  <a:pt x="935989" y="12191"/>
                </a:lnTo>
                <a:close/>
              </a:path>
              <a:path w="1132204" h="386080">
                <a:moveTo>
                  <a:pt x="971111" y="133984"/>
                </a:moveTo>
                <a:lnTo>
                  <a:pt x="912367" y="133984"/>
                </a:lnTo>
                <a:lnTo>
                  <a:pt x="928870" y="156007"/>
                </a:lnTo>
                <a:lnTo>
                  <a:pt x="949039" y="175767"/>
                </a:lnTo>
                <a:lnTo>
                  <a:pt x="972875" y="193242"/>
                </a:lnTo>
                <a:lnTo>
                  <a:pt x="1000378" y="208406"/>
                </a:lnTo>
                <a:lnTo>
                  <a:pt x="1032382" y="169544"/>
                </a:lnTo>
                <a:lnTo>
                  <a:pt x="1012953" y="162665"/>
                </a:lnTo>
                <a:lnTo>
                  <a:pt x="995060" y="153273"/>
                </a:lnTo>
                <a:lnTo>
                  <a:pt x="978715" y="141380"/>
                </a:lnTo>
                <a:lnTo>
                  <a:pt x="971111" y="133984"/>
                </a:lnTo>
                <a:close/>
              </a:path>
              <a:path w="1132204" h="386080">
                <a:moveTo>
                  <a:pt x="317118" y="0"/>
                </a:moveTo>
                <a:lnTo>
                  <a:pt x="266318" y="0"/>
                </a:lnTo>
                <a:lnTo>
                  <a:pt x="266318" y="385699"/>
                </a:lnTo>
                <a:lnTo>
                  <a:pt x="317118" y="385699"/>
                </a:lnTo>
                <a:lnTo>
                  <a:pt x="317118" y="192150"/>
                </a:lnTo>
                <a:lnTo>
                  <a:pt x="377316" y="192150"/>
                </a:lnTo>
                <a:lnTo>
                  <a:pt x="377316" y="149987"/>
                </a:lnTo>
                <a:lnTo>
                  <a:pt x="317118" y="149987"/>
                </a:lnTo>
                <a:lnTo>
                  <a:pt x="317118" y="0"/>
                </a:lnTo>
                <a:close/>
              </a:path>
              <a:path w="1132204" h="386080">
                <a:moveTo>
                  <a:pt x="149225" y="92582"/>
                </a:moveTo>
                <a:lnTo>
                  <a:pt x="99187" y="92582"/>
                </a:lnTo>
                <a:lnTo>
                  <a:pt x="99187" y="119125"/>
                </a:lnTo>
                <a:lnTo>
                  <a:pt x="97422" y="139013"/>
                </a:lnTo>
                <a:lnTo>
                  <a:pt x="83274" y="179883"/>
                </a:lnTo>
                <a:lnTo>
                  <a:pt x="55864" y="220918"/>
                </a:lnTo>
                <a:lnTo>
                  <a:pt x="20431" y="254117"/>
                </a:lnTo>
                <a:lnTo>
                  <a:pt x="0" y="267334"/>
                </a:lnTo>
                <a:lnTo>
                  <a:pt x="36194" y="300608"/>
                </a:lnTo>
                <a:lnTo>
                  <a:pt x="71360" y="270908"/>
                </a:lnTo>
                <a:lnTo>
                  <a:pt x="97024" y="241550"/>
                </a:lnTo>
                <a:lnTo>
                  <a:pt x="124205" y="199008"/>
                </a:lnTo>
                <a:lnTo>
                  <a:pt x="178900" y="199008"/>
                </a:lnTo>
                <a:lnTo>
                  <a:pt x="156114" y="158495"/>
                </a:lnTo>
                <a:lnTo>
                  <a:pt x="149225" y="120776"/>
                </a:lnTo>
                <a:lnTo>
                  <a:pt x="149225" y="92582"/>
                </a:lnTo>
                <a:close/>
              </a:path>
              <a:path w="1132204" h="386080">
                <a:moveTo>
                  <a:pt x="178900" y="199008"/>
                </a:moveTo>
                <a:lnTo>
                  <a:pt x="124205" y="199008"/>
                </a:lnTo>
                <a:lnTo>
                  <a:pt x="139874" y="222988"/>
                </a:lnTo>
                <a:lnTo>
                  <a:pt x="160400" y="246538"/>
                </a:lnTo>
                <a:lnTo>
                  <a:pt x="185785" y="269660"/>
                </a:lnTo>
                <a:lnTo>
                  <a:pt x="216026" y="292353"/>
                </a:lnTo>
                <a:lnTo>
                  <a:pt x="246920" y="254117"/>
                </a:lnTo>
                <a:lnTo>
                  <a:pt x="247235" y="254117"/>
                </a:lnTo>
                <a:lnTo>
                  <a:pt x="226702" y="243191"/>
                </a:lnTo>
                <a:lnTo>
                  <a:pt x="208248" y="230012"/>
                </a:lnTo>
                <a:lnTo>
                  <a:pt x="191650" y="214477"/>
                </a:lnTo>
                <a:lnTo>
                  <a:pt x="178900" y="199008"/>
                </a:lnTo>
                <a:close/>
              </a:path>
              <a:path w="1132204" h="386080">
                <a:moveTo>
                  <a:pt x="237616" y="50418"/>
                </a:moveTo>
                <a:lnTo>
                  <a:pt x="11175" y="50418"/>
                </a:lnTo>
                <a:lnTo>
                  <a:pt x="11175" y="92582"/>
                </a:lnTo>
                <a:lnTo>
                  <a:pt x="237616" y="92582"/>
                </a:lnTo>
                <a:lnTo>
                  <a:pt x="237616" y="50418"/>
                </a:lnTo>
                <a:close/>
              </a:path>
              <a:path w="1132204" h="386080">
                <a:moveTo>
                  <a:pt x="149225" y="0"/>
                </a:moveTo>
                <a:lnTo>
                  <a:pt x="98805" y="0"/>
                </a:lnTo>
                <a:lnTo>
                  <a:pt x="98805" y="50418"/>
                </a:lnTo>
                <a:lnTo>
                  <a:pt x="149225" y="50418"/>
                </a:lnTo>
                <a:lnTo>
                  <a:pt x="1492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8395" y="3620516"/>
            <a:ext cx="2941320" cy="881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차별성</a:t>
            </a:r>
            <a:r>
              <a:rPr sz="1400" spc="-1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1 –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독보적인</a:t>
            </a:r>
            <a:r>
              <a:rPr sz="1400" spc="-1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기술력</a:t>
            </a:r>
            <a:endParaRPr sz="1400">
              <a:latin typeface="Malgun Gothic"/>
              <a:cs typeface="Malgun Gothic"/>
            </a:endParaRPr>
          </a:p>
          <a:p>
            <a:pPr marL="12700" marR="5080">
              <a:lnSpc>
                <a:spcPts val="1650"/>
              </a:lnSpc>
              <a:spcBef>
                <a:spcPts val="6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차별성</a:t>
            </a:r>
            <a:r>
              <a:rPr sz="14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2 – 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획기적인</a:t>
            </a:r>
            <a:r>
              <a:rPr sz="1400" spc="-1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가격</a:t>
            </a:r>
            <a:r>
              <a:rPr sz="1400" spc="-2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경쟁력 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차별성</a:t>
            </a:r>
            <a:r>
              <a:rPr sz="14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맞춤형</a:t>
            </a:r>
            <a:r>
              <a:rPr sz="1400" spc="-1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서비스로</a:t>
            </a:r>
            <a:r>
              <a:rPr sz="1400" spc="-1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확장</a:t>
            </a:r>
            <a:r>
              <a:rPr sz="1400" spc="-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지원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ts val="1680"/>
              </a:lnSpc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차별성</a:t>
            </a:r>
            <a:r>
              <a:rPr sz="1400" spc="-1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원활한</a:t>
            </a:r>
            <a:r>
              <a:rPr sz="1400" spc="-1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고객</a:t>
            </a:r>
            <a:r>
              <a:rPr sz="1400" spc="-2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Malgun Gothic"/>
                <a:cs typeface="Malgun Gothic"/>
              </a:rPr>
              <a:t>지원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81601" y="3633851"/>
            <a:ext cx="0" cy="812800"/>
          </a:xfrm>
          <a:custGeom>
            <a:avLst/>
            <a:gdLst/>
            <a:ahLst/>
            <a:cxnLst/>
            <a:rect l="l" t="t" r="r" b="b"/>
            <a:pathLst>
              <a:path h="812800">
                <a:moveTo>
                  <a:pt x="0" y="0"/>
                </a:moveTo>
                <a:lnTo>
                  <a:pt x="0" y="81280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48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3725" y="581023"/>
            <a:ext cx="4838700" cy="62769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42925" y="3058744"/>
            <a:ext cx="448309" cy="582930"/>
          </a:xfrm>
          <a:custGeom>
            <a:avLst/>
            <a:gdLst/>
            <a:ahLst/>
            <a:cxnLst/>
            <a:rect l="l" t="t" r="r" b="b"/>
            <a:pathLst>
              <a:path w="448309" h="582929">
                <a:moveTo>
                  <a:pt x="448119" y="0"/>
                </a:moveTo>
                <a:lnTo>
                  <a:pt x="0" y="0"/>
                </a:lnTo>
                <a:lnTo>
                  <a:pt x="0" y="113207"/>
                </a:lnTo>
                <a:lnTo>
                  <a:pt x="153174" y="113207"/>
                </a:lnTo>
                <a:lnTo>
                  <a:pt x="153174" y="582599"/>
                </a:lnTo>
                <a:lnTo>
                  <a:pt x="294944" y="582599"/>
                </a:lnTo>
                <a:lnTo>
                  <a:pt x="294944" y="113207"/>
                </a:lnTo>
                <a:lnTo>
                  <a:pt x="448119" y="113207"/>
                </a:lnTo>
                <a:lnTo>
                  <a:pt x="448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62403" y="3027966"/>
            <a:ext cx="459105" cy="613410"/>
          </a:xfrm>
          <a:custGeom>
            <a:avLst/>
            <a:gdLst/>
            <a:ahLst/>
            <a:cxnLst/>
            <a:rect l="l" t="t" r="r" b="b"/>
            <a:pathLst>
              <a:path w="459105" h="613410">
                <a:moveTo>
                  <a:pt x="140814" y="0"/>
                </a:moveTo>
                <a:lnTo>
                  <a:pt x="0" y="0"/>
                </a:lnTo>
                <a:lnTo>
                  <a:pt x="0" y="613147"/>
                </a:lnTo>
                <a:lnTo>
                  <a:pt x="140814" y="613147"/>
                </a:lnTo>
                <a:lnTo>
                  <a:pt x="140814" y="361974"/>
                </a:lnTo>
                <a:lnTo>
                  <a:pt x="142390" y="339753"/>
                </a:lnTo>
                <a:lnTo>
                  <a:pt x="154458" y="303545"/>
                </a:lnTo>
                <a:lnTo>
                  <a:pt x="193024" y="270041"/>
                </a:lnTo>
                <a:lnTo>
                  <a:pt x="229301" y="263591"/>
                </a:lnTo>
                <a:lnTo>
                  <a:pt x="248771" y="265204"/>
                </a:lnTo>
                <a:lnTo>
                  <a:pt x="293995" y="289383"/>
                </a:lnTo>
                <a:lnTo>
                  <a:pt x="316333" y="339753"/>
                </a:lnTo>
                <a:lnTo>
                  <a:pt x="317774" y="361974"/>
                </a:lnTo>
                <a:lnTo>
                  <a:pt x="317774" y="613147"/>
                </a:lnTo>
                <a:lnTo>
                  <a:pt x="458589" y="613147"/>
                </a:lnTo>
                <a:lnTo>
                  <a:pt x="458589" y="342862"/>
                </a:lnTo>
                <a:lnTo>
                  <a:pt x="455557" y="298958"/>
                </a:lnTo>
                <a:lnTo>
                  <a:pt x="446460" y="260248"/>
                </a:lnTo>
                <a:lnTo>
                  <a:pt x="410066" y="197693"/>
                </a:lnTo>
                <a:lnTo>
                  <a:pt x="354646" y="158180"/>
                </a:lnTo>
                <a:lnTo>
                  <a:pt x="283531" y="145168"/>
                </a:lnTo>
                <a:lnTo>
                  <a:pt x="260679" y="146257"/>
                </a:lnTo>
                <a:lnTo>
                  <a:pt x="218901" y="155239"/>
                </a:lnTo>
                <a:lnTo>
                  <a:pt x="182152" y="173343"/>
                </a:lnTo>
                <a:lnTo>
                  <a:pt x="152571" y="197697"/>
                </a:lnTo>
                <a:lnTo>
                  <a:pt x="140814" y="212021"/>
                </a:lnTo>
                <a:lnTo>
                  <a:pt x="140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91394" y="3171227"/>
            <a:ext cx="486409" cy="476884"/>
          </a:xfrm>
          <a:custGeom>
            <a:avLst/>
            <a:gdLst/>
            <a:ahLst/>
            <a:cxnLst/>
            <a:rect l="l" t="t" r="r" b="b"/>
            <a:pathLst>
              <a:path w="486410" h="476885">
                <a:moveTo>
                  <a:pt x="202655" y="0"/>
                </a:moveTo>
                <a:lnTo>
                  <a:pt x="148429" y="7279"/>
                </a:lnTo>
                <a:lnTo>
                  <a:pt x="99900" y="29608"/>
                </a:lnTo>
                <a:lnTo>
                  <a:pt x="58279" y="64587"/>
                </a:lnTo>
                <a:lnTo>
                  <a:pt x="26646" y="111742"/>
                </a:lnTo>
                <a:lnTo>
                  <a:pt x="6545" y="170478"/>
                </a:lnTo>
                <a:lnTo>
                  <a:pt x="0" y="237812"/>
                </a:lnTo>
                <a:lnTo>
                  <a:pt x="1621" y="272000"/>
                </a:lnTo>
                <a:lnTo>
                  <a:pt x="14858" y="334645"/>
                </a:lnTo>
                <a:lnTo>
                  <a:pt x="41302" y="388549"/>
                </a:lnTo>
                <a:lnTo>
                  <a:pt x="77753" y="430482"/>
                </a:lnTo>
                <a:lnTo>
                  <a:pt x="123437" y="459654"/>
                </a:lnTo>
                <a:lnTo>
                  <a:pt x="174429" y="474639"/>
                </a:lnTo>
                <a:lnTo>
                  <a:pt x="201703" y="476580"/>
                </a:lnTo>
                <a:lnTo>
                  <a:pt x="225236" y="475325"/>
                </a:lnTo>
                <a:lnTo>
                  <a:pt x="268106" y="465296"/>
                </a:lnTo>
                <a:lnTo>
                  <a:pt x="304879" y="445766"/>
                </a:lnTo>
                <a:lnTo>
                  <a:pt x="333775" y="419588"/>
                </a:lnTo>
                <a:lnTo>
                  <a:pt x="345346" y="403989"/>
                </a:lnTo>
                <a:lnTo>
                  <a:pt x="486123" y="403989"/>
                </a:lnTo>
                <a:lnTo>
                  <a:pt x="486123" y="352418"/>
                </a:lnTo>
                <a:lnTo>
                  <a:pt x="244520" y="352418"/>
                </a:lnTo>
                <a:lnTo>
                  <a:pt x="223993" y="350463"/>
                </a:lnTo>
                <a:lnTo>
                  <a:pt x="187928" y="335090"/>
                </a:lnTo>
                <a:lnTo>
                  <a:pt x="159725" y="304830"/>
                </a:lnTo>
                <a:lnTo>
                  <a:pt x="145452" y="262897"/>
                </a:lnTo>
                <a:lnTo>
                  <a:pt x="143668" y="237812"/>
                </a:lnTo>
                <a:lnTo>
                  <a:pt x="145441" y="212743"/>
                </a:lnTo>
                <a:lnTo>
                  <a:pt x="145452" y="212594"/>
                </a:lnTo>
                <a:lnTo>
                  <a:pt x="159683" y="170478"/>
                </a:lnTo>
                <a:lnTo>
                  <a:pt x="187928" y="140673"/>
                </a:lnTo>
                <a:lnTo>
                  <a:pt x="204932" y="131560"/>
                </a:lnTo>
                <a:lnTo>
                  <a:pt x="204742" y="131560"/>
                </a:lnTo>
                <a:lnTo>
                  <a:pt x="223941" y="125981"/>
                </a:lnTo>
                <a:lnTo>
                  <a:pt x="244520" y="124161"/>
                </a:lnTo>
                <a:lnTo>
                  <a:pt x="486123" y="124161"/>
                </a:lnTo>
                <a:lnTo>
                  <a:pt x="486123" y="72578"/>
                </a:lnTo>
                <a:lnTo>
                  <a:pt x="345346" y="72578"/>
                </a:lnTo>
                <a:lnTo>
                  <a:pt x="334289" y="56986"/>
                </a:lnTo>
                <a:lnTo>
                  <a:pt x="321091" y="43094"/>
                </a:lnTo>
                <a:lnTo>
                  <a:pt x="288275" y="20053"/>
                </a:lnTo>
                <a:lnTo>
                  <a:pt x="248323" y="5011"/>
                </a:lnTo>
                <a:lnTo>
                  <a:pt x="226204" y="1252"/>
                </a:lnTo>
                <a:lnTo>
                  <a:pt x="202655" y="0"/>
                </a:lnTo>
                <a:close/>
              </a:path>
              <a:path w="486410" h="476885">
                <a:moveTo>
                  <a:pt x="486123" y="403989"/>
                </a:moveTo>
                <a:lnTo>
                  <a:pt x="345346" y="403989"/>
                </a:lnTo>
                <a:lnTo>
                  <a:pt x="345346" y="469887"/>
                </a:lnTo>
                <a:lnTo>
                  <a:pt x="486123" y="469887"/>
                </a:lnTo>
                <a:lnTo>
                  <a:pt x="486123" y="403989"/>
                </a:lnTo>
                <a:close/>
              </a:path>
              <a:path w="486410" h="476885">
                <a:moveTo>
                  <a:pt x="486123" y="124161"/>
                </a:moveTo>
                <a:lnTo>
                  <a:pt x="244520" y="124161"/>
                </a:lnTo>
                <a:lnTo>
                  <a:pt x="264523" y="125981"/>
                </a:lnTo>
                <a:lnTo>
                  <a:pt x="283075" y="131560"/>
                </a:lnTo>
                <a:lnTo>
                  <a:pt x="315923" y="154724"/>
                </a:lnTo>
                <a:lnTo>
                  <a:pt x="337768" y="190538"/>
                </a:lnTo>
                <a:lnTo>
                  <a:pt x="345346" y="237812"/>
                </a:lnTo>
                <a:lnTo>
                  <a:pt x="343464" y="262897"/>
                </a:lnTo>
                <a:lnTo>
                  <a:pt x="328546" y="305366"/>
                </a:lnTo>
                <a:lnTo>
                  <a:pt x="300200" y="335493"/>
                </a:lnTo>
                <a:lnTo>
                  <a:pt x="264523" y="350597"/>
                </a:lnTo>
                <a:lnTo>
                  <a:pt x="244520" y="352418"/>
                </a:lnTo>
                <a:lnTo>
                  <a:pt x="486123" y="352418"/>
                </a:lnTo>
                <a:lnTo>
                  <a:pt x="486123" y="124161"/>
                </a:lnTo>
                <a:close/>
              </a:path>
              <a:path w="486410" h="476885">
                <a:moveTo>
                  <a:pt x="486123" y="6680"/>
                </a:moveTo>
                <a:lnTo>
                  <a:pt x="345346" y="6680"/>
                </a:lnTo>
                <a:lnTo>
                  <a:pt x="345346" y="72578"/>
                </a:lnTo>
                <a:lnTo>
                  <a:pt x="486123" y="72578"/>
                </a:lnTo>
                <a:lnTo>
                  <a:pt x="486123" y="6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80373" y="3173135"/>
            <a:ext cx="459105" cy="467995"/>
          </a:xfrm>
          <a:custGeom>
            <a:avLst/>
            <a:gdLst/>
            <a:ahLst/>
            <a:cxnLst/>
            <a:rect l="l" t="t" r="r" b="b"/>
            <a:pathLst>
              <a:path w="459105" h="467995">
                <a:moveTo>
                  <a:pt x="280665" y="0"/>
                </a:moveTo>
                <a:lnTo>
                  <a:pt x="237243" y="4415"/>
                </a:lnTo>
                <a:lnTo>
                  <a:pt x="198862" y="18144"/>
                </a:lnTo>
                <a:lnTo>
                  <a:pt x="166205" y="38800"/>
                </a:lnTo>
                <a:lnTo>
                  <a:pt x="140776" y="65897"/>
                </a:lnTo>
                <a:lnTo>
                  <a:pt x="140776" y="4771"/>
                </a:lnTo>
                <a:lnTo>
                  <a:pt x="0" y="4771"/>
                </a:lnTo>
                <a:lnTo>
                  <a:pt x="0" y="467978"/>
                </a:lnTo>
                <a:lnTo>
                  <a:pt x="140776" y="467978"/>
                </a:lnTo>
                <a:lnTo>
                  <a:pt x="140776" y="216805"/>
                </a:lnTo>
                <a:lnTo>
                  <a:pt x="142344" y="194584"/>
                </a:lnTo>
                <a:lnTo>
                  <a:pt x="154420" y="158376"/>
                </a:lnTo>
                <a:lnTo>
                  <a:pt x="193013" y="124872"/>
                </a:lnTo>
                <a:lnTo>
                  <a:pt x="229301" y="118422"/>
                </a:lnTo>
                <a:lnTo>
                  <a:pt x="248360" y="120035"/>
                </a:lnTo>
                <a:lnTo>
                  <a:pt x="293982" y="144214"/>
                </a:lnTo>
                <a:lnTo>
                  <a:pt x="316258" y="194584"/>
                </a:lnTo>
                <a:lnTo>
                  <a:pt x="317698" y="216805"/>
                </a:lnTo>
                <a:lnTo>
                  <a:pt x="317698" y="467978"/>
                </a:lnTo>
                <a:lnTo>
                  <a:pt x="458602" y="467978"/>
                </a:lnTo>
                <a:lnTo>
                  <a:pt x="458602" y="197693"/>
                </a:lnTo>
                <a:lnTo>
                  <a:pt x="455560" y="153789"/>
                </a:lnTo>
                <a:lnTo>
                  <a:pt x="446442" y="115079"/>
                </a:lnTo>
                <a:lnTo>
                  <a:pt x="410027" y="52524"/>
                </a:lnTo>
                <a:lnTo>
                  <a:pt x="353527" y="13011"/>
                </a:lnTo>
                <a:lnTo>
                  <a:pt x="319177" y="3238"/>
                </a:lnTo>
                <a:lnTo>
                  <a:pt x="2806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36885" y="3027966"/>
            <a:ext cx="457200" cy="613410"/>
          </a:xfrm>
          <a:custGeom>
            <a:avLst/>
            <a:gdLst/>
            <a:ahLst/>
            <a:cxnLst/>
            <a:rect l="l" t="t" r="r" b="b"/>
            <a:pathLst>
              <a:path w="457200" h="613410">
                <a:moveTo>
                  <a:pt x="141791" y="0"/>
                </a:moveTo>
                <a:lnTo>
                  <a:pt x="0" y="0"/>
                </a:lnTo>
                <a:lnTo>
                  <a:pt x="0" y="613147"/>
                </a:lnTo>
                <a:lnTo>
                  <a:pt x="141791" y="613147"/>
                </a:lnTo>
                <a:lnTo>
                  <a:pt x="141791" y="419270"/>
                </a:lnTo>
                <a:lnTo>
                  <a:pt x="281680" y="613147"/>
                </a:lnTo>
                <a:lnTo>
                  <a:pt x="456699" y="613147"/>
                </a:lnTo>
                <a:lnTo>
                  <a:pt x="263544" y="382027"/>
                </a:lnTo>
                <a:lnTo>
                  <a:pt x="455812" y="149940"/>
                </a:lnTo>
                <a:lnTo>
                  <a:pt x="280665" y="149940"/>
                </a:lnTo>
                <a:lnTo>
                  <a:pt x="141791" y="338091"/>
                </a:lnTo>
                <a:lnTo>
                  <a:pt x="1417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0503" y="3171227"/>
            <a:ext cx="1026160" cy="689610"/>
          </a:xfrm>
          <a:custGeom>
            <a:avLst/>
            <a:gdLst/>
            <a:ahLst/>
            <a:cxnLst/>
            <a:rect l="l" t="t" r="r" b="b"/>
            <a:pathLst>
              <a:path w="1026160" h="689610">
                <a:moveTo>
                  <a:pt x="523405" y="6680"/>
                </a:moveTo>
                <a:lnTo>
                  <a:pt x="370205" y="6680"/>
                </a:lnTo>
                <a:lnTo>
                  <a:pt x="264553" y="296075"/>
                </a:lnTo>
                <a:lnTo>
                  <a:pt x="158026" y="6680"/>
                </a:lnTo>
                <a:lnTo>
                  <a:pt x="0" y="6680"/>
                </a:lnTo>
                <a:lnTo>
                  <a:pt x="187452" y="453656"/>
                </a:lnTo>
                <a:lnTo>
                  <a:pt x="81927" y="689559"/>
                </a:lnTo>
                <a:lnTo>
                  <a:pt x="234111" y="689559"/>
                </a:lnTo>
                <a:lnTo>
                  <a:pt x="523405" y="6680"/>
                </a:lnTo>
                <a:close/>
              </a:path>
              <a:path w="1026160" h="689610">
                <a:moveTo>
                  <a:pt x="1025639" y="237820"/>
                </a:moveTo>
                <a:lnTo>
                  <a:pt x="1017816" y="171323"/>
                </a:lnTo>
                <a:lnTo>
                  <a:pt x="999413" y="123215"/>
                </a:lnTo>
                <a:lnTo>
                  <a:pt x="977188" y="87096"/>
                </a:lnTo>
                <a:lnTo>
                  <a:pt x="934389" y="45554"/>
                </a:lnTo>
                <a:lnTo>
                  <a:pt x="882065" y="17411"/>
                </a:lnTo>
                <a:lnTo>
                  <a:pt x="882065" y="237820"/>
                </a:lnTo>
                <a:lnTo>
                  <a:pt x="880287" y="264134"/>
                </a:lnTo>
                <a:lnTo>
                  <a:pt x="866025" y="307111"/>
                </a:lnTo>
                <a:lnTo>
                  <a:pt x="838542" y="336854"/>
                </a:lnTo>
                <a:lnTo>
                  <a:pt x="784034" y="353377"/>
                </a:lnTo>
                <a:lnTo>
                  <a:pt x="764781" y="351574"/>
                </a:lnTo>
                <a:lnTo>
                  <a:pt x="716432" y="323773"/>
                </a:lnTo>
                <a:lnTo>
                  <a:pt x="696696" y="287235"/>
                </a:lnTo>
                <a:lnTo>
                  <a:pt x="689800" y="237820"/>
                </a:lnTo>
                <a:lnTo>
                  <a:pt x="691540" y="212039"/>
                </a:lnTo>
                <a:lnTo>
                  <a:pt x="705485" y="168910"/>
                </a:lnTo>
                <a:lnTo>
                  <a:pt x="731862" y="139725"/>
                </a:lnTo>
                <a:lnTo>
                  <a:pt x="785939" y="123215"/>
                </a:lnTo>
                <a:lnTo>
                  <a:pt x="805192" y="125018"/>
                </a:lnTo>
                <a:lnTo>
                  <a:pt x="854417" y="152806"/>
                </a:lnTo>
                <a:lnTo>
                  <a:pt x="875042" y="189230"/>
                </a:lnTo>
                <a:lnTo>
                  <a:pt x="880173" y="211505"/>
                </a:lnTo>
                <a:lnTo>
                  <a:pt x="880300" y="212039"/>
                </a:lnTo>
                <a:lnTo>
                  <a:pt x="882065" y="237820"/>
                </a:lnTo>
                <a:lnTo>
                  <a:pt x="882065" y="17411"/>
                </a:lnTo>
                <a:lnTo>
                  <a:pt x="880135" y="16522"/>
                </a:lnTo>
                <a:lnTo>
                  <a:pt x="850176" y="7289"/>
                </a:lnTo>
                <a:lnTo>
                  <a:pt x="818781" y="1816"/>
                </a:lnTo>
                <a:lnTo>
                  <a:pt x="785939" y="0"/>
                </a:lnTo>
                <a:lnTo>
                  <a:pt x="753097" y="1816"/>
                </a:lnTo>
                <a:lnTo>
                  <a:pt x="691730" y="16522"/>
                </a:lnTo>
                <a:lnTo>
                  <a:pt x="637489" y="45554"/>
                </a:lnTo>
                <a:lnTo>
                  <a:pt x="594677" y="87096"/>
                </a:lnTo>
                <a:lnTo>
                  <a:pt x="563841" y="140982"/>
                </a:lnTo>
                <a:lnTo>
                  <a:pt x="548182" y="203631"/>
                </a:lnTo>
                <a:lnTo>
                  <a:pt x="546239" y="237820"/>
                </a:lnTo>
                <a:lnTo>
                  <a:pt x="548157" y="272554"/>
                </a:lnTo>
                <a:lnTo>
                  <a:pt x="548182" y="273100"/>
                </a:lnTo>
                <a:lnTo>
                  <a:pt x="563841" y="336130"/>
                </a:lnTo>
                <a:lnTo>
                  <a:pt x="594169" y="389496"/>
                </a:lnTo>
                <a:lnTo>
                  <a:pt x="636612" y="431038"/>
                </a:lnTo>
                <a:lnTo>
                  <a:pt x="690257" y="460057"/>
                </a:lnTo>
                <a:lnTo>
                  <a:pt x="751205" y="474776"/>
                </a:lnTo>
                <a:lnTo>
                  <a:pt x="784034" y="476580"/>
                </a:lnTo>
                <a:lnTo>
                  <a:pt x="817397" y="474776"/>
                </a:lnTo>
                <a:lnTo>
                  <a:pt x="878789" y="460057"/>
                </a:lnTo>
                <a:lnTo>
                  <a:pt x="932992" y="431038"/>
                </a:lnTo>
                <a:lnTo>
                  <a:pt x="976160" y="389496"/>
                </a:lnTo>
                <a:lnTo>
                  <a:pt x="998613" y="353377"/>
                </a:lnTo>
                <a:lnTo>
                  <a:pt x="1017701" y="305142"/>
                </a:lnTo>
                <a:lnTo>
                  <a:pt x="1023569" y="273100"/>
                </a:lnTo>
                <a:lnTo>
                  <a:pt x="1023670" y="272554"/>
                </a:lnTo>
                <a:lnTo>
                  <a:pt x="1025639" y="237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66663" y="3177907"/>
            <a:ext cx="459740" cy="467995"/>
          </a:xfrm>
          <a:custGeom>
            <a:avLst/>
            <a:gdLst/>
            <a:ahLst/>
            <a:cxnLst/>
            <a:rect l="l" t="t" r="r" b="b"/>
            <a:pathLst>
              <a:path w="459739" h="467995">
                <a:moveTo>
                  <a:pt x="459490" y="0"/>
                </a:moveTo>
                <a:lnTo>
                  <a:pt x="318713" y="0"/>
                </a:lnTo>
                <a:lnTo>
                  <a:pt x="318713" y="251185"/>
                </a:lnTo>
                <a:lnTo>
                  <a:pt x="317128" y="273405"/>
                </a:lnTo>
                <a:lnTo>
                  <a:pt x="305016" y="309609"/>
                </a:lnTo>
                <a:lnTo>
                  <a:pt x="266366" y="343112"/>
                </a:lnTo>
                <a:lnTo>
                  <a:pt x="229301" y="349555"/>
                </a:lnTo>
                <a:lnTo>
                  <a:pt x="210221" y="347945"/>
                </a:lnTo>
                <a:lnTo>
                  <a:pt x="164493" y="323776"/>
                </a:lnTo>
                <a:lnTo>
                  <a:pt x="142342" y="273405"/>
                </a:lnTo>
                <a:lnTo>
                  <a:pt x="140776" y="251185"/>
                </a:lnTo>
                <a:lnTo>
                  <a:pt x="140776" y="0"/>
                </a:lnTo>
                <a:lnTo>
                  <a:pt x="0" y="0"/>
                </a:lnTo>
                <a:lnTo>
                  <a:pt x="0" y="270284"/>
                </a:lnTo>
                <a:lnTo>
                  <a:pt x="1426" y="299879"/>
                </a:lnTo>
                <a:lnTo>
                  <a:pt x="12841" y="352618"/>
                </a:lnTo>
                <a:lnTo>
                  <a:pt x="35313" y="397238"/>
                </a:lnTo>
                <a:lnTo>
                  <a:pt x="66702" y="431230"/>
                </a:lnTo>
                <a:lnTo>
                  <a:pt x="106450" y="454689"/>
                </a:lnTo>
                <a:lnTo>
                  <a:pt x="153130" y="466542"/>
                </a:lnTo>
                <a:lnTo>
                  <a:pt x="178824" y="467991"/>
                </a:lnTo>
                <a:lnTo>
                  <a:pt x="200594" y="466751"/>
                </a:lnTo>
                <a:lnTo>
                  <a:pt x="241567" y="457105"/>
                </a:lnTo>
                <a:lnTo>
                  <a:pt x="277746" y="438857"/>
                </a:lnTo>
                <a:lnTo>
                  <a:pt x="318713" y="400172"/>
                </a:lnTo>
                <a:lnTo>
                  <a:pt x="318713" y="463207"/>
                </a:lnTo>
                <a:lnTo>
                  <a:pt x="459490" y="463207"/>
                </a:lnTo>
                <a:lnTo>
                  <a:pt x="4594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9858" y="3493082"/>
            <a:ext cx="162216" cy="15472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85988" y="3863947"/>
            <a:ext cx="1200785" cy="250190"/>
            <a:chOff x="585988" y="3863947"/>
            <a:chExt cx="1200785" cy="250190"/>
          </a:xfrm>
        </p:grpSpPr>
        <p:sp>
          <p:nvSpPr>
            <p:cNvPr id="13" name="object 13"/>
            <p:cNvSpPr/>
            <p:nvPr/>
          </p:nvSpPr>
          <p:spPr>
            <a:xfrm>
              <a:off x="585978" y="3863949"/>
              <a:ext cx="718185" cy="250190"/>
            </a:xfrm>
            <a:custGeom>
              <a:avLst/>
              <a:gdLst/>
              <a:ahLst/>
              <a:cxnLst/>
              <a:rect l="l" t="t" r="r" b="b"/>
              <a:pathLst>
                <a:path w="718185" h="250189">
                  <a:moveTo>
                    <a:pt x="132207" y="16332"/>
                  </a:moveTo>
                  <a:lnTo>
                    <a:pt x="12090" y="16332"/>
                  </a:lnTo>
                  <a:lnTo>
                    <a:pt x="12090" y="43789"/>
                  </a:lnTo>
                  <a:lnTo>
                    <a:pt x="93675" y="43789"/>
                  </a:lnTo>
                  <a:lnTo>
                    <a:pt x="84467" y="67602"/>
                  </a:lnTo>
                  <a:lnTo>
                    <a:pt x="65824" y="88493"/>
                  </a:lnTo>
                  <a:lnTo>
                    <a:pt x="37693" y="105765"/>
                  </a:lnTo>
                  <a:lnTo>
                    <a:pt x="0" y="118719"/>
                  </a:lnTo>
                  <a:lnTo>
                    <a:pt x="13601" y="146177"/>
                  </a:lnTo>
                  <a:lnTo>
                    <a:pt x="64325" y="126619"/>
                  </a:lnTo>
                  <a:lnTo>
                    <a:pt x="101523" y="98221"/>
                  </a:lnTo>
                  <a:lnTo>
                    <a:pt x="124409" y="61353"/>
                  </a:lnTo>
                  <a:lnTo>
                    <a:pt x="132207" y="16332"/>
                  </a:lnTo>
                  <a:close/>
                </a:path>
                <a:path w="718185" h="250189">
                  <a:moveTo>
                    <a:pt x="202476" y="149885"/>
                  </a:moveTo>
                  <a:lnTo>
                    <a:pt x="167716" y="149885"/>
                  </a:lnTo>
                  <a:lnTo>
                    <a:pt x="167716" y="178079"/>
                  </a:lnTo>
                  <a:lnTo>
                    <a:pt x="167716" y="219633"/>
                  </a:lnTo>
                  <a:lnTo>
                    <a:pt x="72529" y="219633"/>
                  </a:lnTo>
                  <a:lnTo>
                    <a:pt x="72529" y="178079"/>
                  </a:lnTo>
                  <a:lnTo>
                    <a:pt x="167716" y="178079"/>
                  </a:lnTo>
                  <a:lnTo>
                    <a:pt x="167716" y="149885"/>
                  </a:lnTo>
                  <a:lnTo>
                    <a:pt x="37782" y="149885"/>
                  </a:lnTo>
                  <a:lnTo>
                    <a:pt x="37782" y="247078"/>
                  </a:lnTo>
                  <a:lnTo>
                    <a:pt x="202476" y="247078"/>
                  </a:lnTo>
                  <a:lnTo>
                    <a:pt x="202476" y="219633"/>
                  </a:lnTo>
                  <a:lnTo>
                    <a:pt x="202476" y="178079"/>
                  </a:lnTo>
                  <a:lnTo>
                    <a:pt x="202476" y="149885"/>
                  </a:lnTo>
                  <a:close/>
                </a:path>
                <a:path w="718185" h="250189">
                  <a:moveTo>
                    <a:pt x="236474" y="56400"/>
                  </a:moveTo>
                  <a:lnTo>
                    <a:pt x="202476" y="56400"/>
                  </a:lnTo>
                  <a:lnTo>
                    <a:pt x="202476" y="1485"/>
                  </a:lnTo>
                  <a:lnTo>
                    <a:pt x="166966" y="1485"/>
                  </a:lnTo>
                  <a:lnTo>
                    <a:pt x="166966" y="140246"/>
                  </a:lnTo>
                  <a:lnTo>
                    <a:pt x="202476" y="140246"/>
                  </a:lnTo>
                  <a:lnTo>
                    <a:pt x="202476" y="84594"/>
                  </a:lnTo>
                  <a:lnTo>
                    <a:pt x="236474" y="84594"/>
                  </a:lnTo>
                  <a:lnTo>
                    <a:pt x="236474" y="56400"/>
                  </a:lnTo>
                  <a:close/>
                </a:path>
                <a:path w="718185" h="250189">
                  <a:moveTo>
                    <a:pt x="395122" y="166204"/>
                  </a:moveTo>
                  <a:lnTo>
                    <a:pt x="354139" y="126885"/>
                  </a:lnTo>
                  <a:lnTo>
                    <a:pt x="339128" y="90881"/>
                  </a:lnTo>
                  <a:lnTo>
                    <a:pt x="335432" y="57886"/>
                  </a:lnTo>
                  <a:lnTo>
                    <a:pt x="335432" y="20777"/>
                  </a:lnTo>
                  <a:lnTo>
                    <a:pt x="300685" y="20777"/>
                  </a:lnTo>
                  <a:lnTo>
                    <a:pt x="300685" y="57886"/>
                  </a:lnTo>
                  <a:lnTo>
                    <a:pt x="296506" y="92202"/>
                  </a:lnTo>
                  <a:lnTo>
                    <a:pt x="284822" y="124294"/>
                  </a:lnTo>
                  <a:lnTo>
                    <a:pt x="265201" y="151371"/>
                  </a:lnTo>
                  <a:lnTo>
                    <a:pt x="237223" y="170662"/>
                  </a:lnTo>
                  <a:lnTo>
                    <a:pt x="259130" y="198856"/>
                  </a:lnTo>
                  <a:lnTo>
                    <a:pt x="278968" y="186143"/>
                  </a:lnTo>
                  <a:lnTo>
                    <a:pt x="295402" y="169545"/>
                  </a:lnTo>
                  <a:lnTo>
                    <a:pt x="308432" y="149606"/>
                  </a:lnTo>
                  <a:lnTo>
                    <a:pt x="318058" y="126885"/>
                  </a:lnTo>
                  <a:lnTo>
                    <a:pt x="327431" y="148082"/>
                  </a:lnTo>
                  <a:lnTo>
                    <a:pt x="339788" y="166763"/>
                  </a:lnTo>
                  <a:lnTo>
                    <a:pt x="355244" y="182397"/>
                  </a:lnTo>
                  <a:lnTo>
                    <a:pt x="373964" y="194398"/>
                  </a:lnTo>
                  <a:lnTo>
                    <a:pt x="395122" y="166204"/>
                  </a:lnTo>
                  <a:close/>
                </a:path>
                <a:path w="718185" h="250189">
                  <a:moveTo>
                    <a:pt x="478980" y="97205"/>
                  </a:moveTo>
                  <a:lnTo>
                    <a:pt x="441960" y="97205"/>
                  </a:lnTo>
                  <a:lnTo>
                    <a:pt x="441960" y="1485"/>
                  </a:lnTo>
                  <a:lnTo>
                    <a:pt x="406450" y="1485"/>
                  </a:lnTo>
                  <a:lnTo>
                    <a:pt x="406450" y="250050"/>
                  </a:lnTo>
                  <a:lnTo>
                    <a:pt x="441960" y="250050"/>
                  </a:lnTo>
                  <a:lnTo>
                    <a:pt x="441960" y="126885"/>
                  </a:lnTo>
                  <a:lnTo>
                    <a:pt x="478980" y="126885"/>
                  </a:lnTo>
                  <a:lnTo>
                    <a:pt x="478980" y="97205"/>
                  </a:lnTo>
                  <a:close/>
                </a:path>
                <a:path w="718185" h="250189">
                  <a:moveTo>
                    <a:pt x="620255" y="101663"/>
                  </a:moveTo>
                  <a:lnTo>
                    <a:pt x="615670" y="83858"/>
                  </a:lnTo>
                  <a:lnTo>
                    <a:pt x="602881" y="70027"/>
                  </a:lnTo>
                  <a:lnTo>
                    <a:pt x="586257" y="62433"/>
                  </a:lnTo>
                  <a:lnTo>
                    <a:pt x="586257" y="101663"/>
                  </a:lnTo>
                  <a:lnTo>
                    <a:pt x="584225" y="109562"/>
                  </a:lnTo>
                  <a:lnTo>
                    <a:pt x="578510" y="115379"/>
                  </a:lnTo>
                  <a:lnTo>
                    <a:pt x="569683" y="118973"/>
                  </a:lnTo>
                  <a:lnTo>
                    <a:pt x="558304" y="120205"/>
                  </a:lnTo>
                  <a:lnTo>
                    <a:pt x="546493" y="118973"/>
                  </a:lnTo>
                  <a:lnTo>
                    <a:pt x="537438" y="115379"/>
                  </a:lnTo>
                  <a:lnTo>
                    <a:pt x="531634" y="109562"/>
                  </a:lnTo>
                  <a:lnTo>
                    <a:pt x="529602" y="101663"/>
                  </a:lnTo>
                  <a:lnTo>
                    <a:pt x="531634" y="94081"/>
                  </a:lnTo>
                  <a:lnTo>
                    <a:pt x="537438" y="88303"/>
                  </a:lnTo>
                  <a:lnTo>
                    <a:pt x="546493" y="84759"/>
                  </a:lnTo>
                  <a:lnTo>
                    <a:pt x="558139" y="83858"/>
                  </a:lnTo>
                  <a:lnTo>
                    <a:pt x="558469" y="83858"/>
                  </a:lnTo>
                  <a:lnTo>
                    <a:pt x="569683" y="84759"/>
                  </a:lnTo>
                  <a:lnTo>
                    <a:pt x="578510" y="88303"/>
                  </a:lnTo>
                  <a:lnTo>
                    <a:pt x="584225" y="94081"/>
                  </a:lnTo>
                  <a:lnTo>
                    <a:pt x="586257" y="101663"/>
                  </a:lnTo>
                  <a:lnTo>
                    <a:pt x="586257" y="62433"/>
                  </a:lnTo>
                  <a:lnTo>
                    <a:pt x="583285" y="61074"/>
                  </a:lnTo>
                  <a:lnTo>
                    <a:pt x="558304" y="57886"/>
                  </a:lnTo>
                  <a:lnTo>
                    <a:pt x="532574" y="61074"/>
                  </a:lnTo>
                  <a:lnTo>
                    <a:pt x="512787" y="70027"/>
                  </a:lnTo>
                  <a:lnTo>
                    <a:pt x="500087" y="83858"/>
                  </a:lnTo>
                  <a:lnTo>
                    <a:pt x="495604" y="101663"/>
                  </a:lnTo>
                  <a:lnTo>
                    <a:pt x="500087" y="119773"/>
                  </a:lnTo>
                  <a:lnTo>
                    <a:pt x="512787" y="133565"/>
                  </a:lnTo>
                  <a:lnTo>
                    <a:pt x="532574" y="142354"/>
                  </a:lnTo>
                  <a:lnTo>
                    <a:pt x="558304" y="145427"/>
                  </a:lnTo>
                  <a:lnTo>
                    <a:pt x="583285" y="142354"/>
                  </a:lnTo>
                  <a:lnTo>
                    <a:pt x="602881" y="133565"/>
                  </a:lnTo>
                  <a:lnTo>
                    <a:pt x="615276" y="120205"/>
                  </a:lnTo>
                  <a:lnTo>
                    <a:pt x="615670" y="119773"/>
                  </a:lnTo>
                  <a:lnTo>
                    <a:pt x="620255" y="101663"/>
                  </a:lnTo>
                  <a:close/>
                </a:path>
                <a:path w="718185" h="250189">
                  <a:moveTo>
                    <a:pt x="633107" y="23749"/>
                  </a:moveTo>
                  <a:lnTo>
                    <a:pt x="575678" y="23749"/>
                  </a:lnTo>
                  <a:lnTo>
                    <a:pt x="575678" y="0"/>
                  </a:lnTo>
                  <a:lnTo>
                    <a:pt x="540169" y="0"/>
                  </a:lnTo>
                  <a:lnTo>
                    <a:pt x="540169" y="23749"/>
                  </a:lnTo>
                  <a:lnTo>
                    <a:pt x="482765" y="23749"/>
                  </a:lnTo>
                  <a:lnTo>
                    <a:pt x="482765" y="51193"/>
                  </a:lnTo>
                  <a:lnTo>
                    <a:pt x="633107" y="51193"/>
                  </a:lnTo>
                  <a:lnTo>
                    <a:pt x="633107" y="23749"/>
                  </a:lnTo>
                  <a:close/>
                </a:path>
                <a:path w="718185" h="250189">
                  <a:moveTo>
                    <a:pt x="683717" y="156565"/>
                  </a:moveTo>
                  <a:lnTo>
                    <a:pt x="648208" y="156565"/>
                  </a:lnTo>
                  <a:lnTo>
                    <a:pt x="648208" y="175856"/>
                  </a:lnTo>
                  <a:lnTo>
                    <a:pt x="648208" y="201828"/>
                  </a:lnTo>
                  <a:lnTo>
                    <a:pt x="648208" y="219633"/>
                  </a:lnTo>
                  <a:lnTo>
                    <a:pt x="553021" y="219633"/>
                  </a:lnTo>
                  <a:lnTo>
                    <a:pt x="553021" y="201828"/>
                  </a:lnTo>
                  <a:lnTo>
                    <a:pt x="648208" y="201828"/>
                  </a:lnTo>
                  <a:lnTo>
                    <a:pt x="648208" y="175856"/>
                  </a:lnTo>
                  <a:lnTo>
                    <a:pt x="553021" y="175856"/>
                  </a:lnTo>
                  <a:lnTo>
                    <a:pt x="553021" y="156565"/>
                  </a:lnTo>
                  <a:lnTo>
                    <a:pt x="518274" y="156565"/>
                  </a:lnTo>
                  <a:lnTo>
                    <a:pt x="518274" y="247078"/>
                  </a:lnTo>
                  <a:lnTo>
                    <a:pt x="683717" y="247078"/>
                  </a:lnTo>
                  <a:lnTo>
                    <a:pt x="683717" y="219633"/>
                  </a:lnTo>
                  <a:lnTo>
                    <a:pt x="683717" y="201828"/>
                  </a:lnTo>
                  <a:lnTo>
                    <a:pt x="683717" y="175856"/>
                  </a:lnTo>
                  <a:lnTo>
                    <a:pt x="683717" y="156565"/>
                  </a:lnTo>
                  <a:close/>
                </a:path>
                <a:path w="718185" h="250189">
                  <a:moveTo>
                    <a:pt x="717715" y="61582"/>
                  </a:moveTo>
                  <a:lnTo>
                    <a:pt x="683717" y="61582"/>
                  </a:lnTo>
                  <a:lnTo>
                    <a:pt x="683717" y="1485"/>
                  </a:lnTo>
                  <a:lnTo>
                    <a:pt x="648208" y="1485"/>
                  </a:lnTo>
                  <a:lnTo>
                    <a:pt x="648208" y="146913"/>
                  </a:lnTo>
                  <a:lnTo>
                    <a:pt x="683717" y="146913"/>
                  </a:lnTo>
                  <a:lnTo>
                    <a:pt x="683717" y="90525"/>
                  </a:lnTo>
                  <a:lnTo>
                    <a:pt x="717715" y="90525"/>
                  </a:lnTo>
                  <a:lnTo>
                    <a:pt x="717715" y="615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3341" y="3865429"/>
              <a:ext cx="198694" cy="2485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9760" y="3865429"/>
              <a:ext cx="226690" cy="24856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0590" y="521208"/>
            <a:ext cx="1521834" cy="38692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45960" y="6055194"/>
            <a:ext cx="794385" cy="118110"/>
          </a:xfrm>
          <a:custGeom>
            <a:avLst/>
            <a:gdLst/>
            <a:ahLst/>
            <a:cxnLst/>
            <a:rect l="l" t="t" r="r" b="b"/>
            <a:pathLst>
              <a:path w="794385" h="118110">
                <a:moveTo>
                  <a:pt x="645566" y="100838"/>
                </a:moveTo>
                <a:lnTo>
                  <a:pt x="641197" y="100838"/>
                </a:lnTo>
                <a:lnTo>
                  <a:pt x="639279" y="101638"/>
                </a:lnTo>
                <a:lnTo>
                  <a:pt x="636016" y="104863"/>
                </a:lnTo>
                <a:lnTo>
                  <a:pt x="635190" y="106832"/>
                </a:lnTo>
                <a:lnTo>
                  <a:pt x="635190" y="111455"/>
                </a:lnTo>
                <a:lnTo>
                  <a:pt x="636003" y="113398"/>
                </a:lnTo>
                <a:lnTo>
                  <a:pt x="639229" y="116624"/>
                </a:lnTo>
                <a:lnTo>
                  <a:pt x="641146" y="117424"/>
                </a:lnTo>
                <a:lnTo>
                  <a:pt x="645617" y="117424"/>
                </a:lnTo>
                <a:lnTo>
                  <a:pt x="647475" y="116624"/>
                </a:lnTo>
                <a:lnTo>
                  <a:pt x="650637" y="113398"/>
                </a:lnTo>
                <a:lnTo>
                  <a:pt x="651518" y="111455"/>
                </a:lnTo>
                <a:lnTo>
                  <a:pt x="651560" y="106832"/>
                </a:lnTo>
                <a:lnTo>
                  <a:pt x="650748" y="104863"/>
                </a:lnTo>
                <a:lnTo>
                  <a:pt x="647471" y="101638"/>
                </a:lnTo>
                <a:lnTo>
                  <a:pt x="645566" y="100838"/>
                </a:lnTo>
                <a:close/>
              </a:path>
              <a:path w="794385" h="118110">
                <a:moveTo>
                  <a:pt x="350291" y="100838"/>
                </a:moveTo>
                <a:lnTo>
                  <a:pt x="345922" y="100838"/>
                </a:lnTo>
                <a:lnTo>
                  <a:pt x="344004" y="101638"/>
                </a:lnTo>
                <a:lnTo>
                  <a:pt x="340741" y="104863"/>
                </a:lnTo>
                <a:lnTo>
                  <a:pt x="339915" y="106832"/>
                </a:lnTo>
                <a:lnTo>
                  <a:pt x="339915" y="111455"/>
                </a:lnTo>
                <a:lnTo>
                  <a:pt x="340728" y="113398"/>
                </a:lnTo>
                <a:lnTo>
                  <a:pt x="343954" y="116624"/>
                </a:lnTo>
                <a:lnTo>
                  <a:pt x="345871" y="117424"/>
                </a:lnTo>
                <a:lnTo>
                  <a:pt x="350342" y="117424"/>
                </a:lnTo>
                <a:lnTo>
                  <a:pt x="352200" y="116624"/>
                </a:lnTo>
                <a:lnTo>
                  <a:pt x="355362" y="113398"/>
                </a:lnTo>
                <a:lnTo>
                  <a:pt x="356243" y="111455"/>
                </a:lnTo>
                <a:lnTo>
                  <a:pt x="356285" y="106832"/>
                </a:lnTo>
                <a:lnTo>
                  <a:pt x="355473" y="104863"/>
                </a:lnTo>
                <a:lnTo>
                  <a:pt x="352196" y="101638"/>
                </a:lnTo>
                <a:lnTo>
                  <a:pt x="350291" y="100838"/>
                </a:lnTo>
                <a:close/>
              </a:path>
              <a:path w="794385" h="118110">
                <a:moveTo>
                  <a:pt x="407111" y="35725"/>
                </a:moveTo>
                <a:lnTo>
                  <a:pt x="370174" y="60193"/>
                </a:lnTo>
                <a:lnTo>
                  <a:pt x="367610" y="76428"/>
                </a:lnTo>
                <a:lnTo>
                  <a:pt x="367525" y="77622"/>
                </a:lnTo>
                <a:lnTo>
                  <a:pt x="368105" y="85269"/>
                </a:lnTo>
                <a:lnTo>
                  <a:pt x="368172" y="86154"/>
                </a:lnTo>
                <a:lnTo>
                  <a:pt x="370112" y="93822"/>
                </a:lnTo>
                <a:lnTo>
                  <a:pt x="405257" y="117576"/>
                </a:lnTo>
                <a:lnTo>
                  <a:pt x="413343" y="116888"/>
                </a:lnTo>
                <a:lnTo>
                  <a:pt x="413480" y="116888"/>
                </a:lnTo>
                <a:lnTo>
                  <a:pt x="420740" y="114823"/>
                </a:lnTo>
                <a:lnTo>
                  <a:pt x="427565" y="111232"/>
                </a:lnTo>
                <a:lnTo>
                  <a:pt x="431876" y="107530"/>
                </a:lnTo>
                <a:lnTo>
                  <a:pt x="398030" y="107530"/>
                </a:lnTo>
                <a:lnTo>
                  <a:pt x="391840" y="104863"/>
                </a:lnTo>
                <a:lnTo>
                  <a:pt x="391693" y="104863"/>
                </a:lnTo>
                <a:lnTo>
                  <a:pt x="382034" y="93822"/>
                </a:lnTo>
                <a:lnTo>
                  <a:pt x="381761" y="93197"/>
                </a:lnTo>
                <a:lnTo>
                  <a:pt x="379601" y="86626"/>
                </a:lnTo>
                <a:lnTo>
                  <a:pt x="379501" y="67373"/>
                </a:lnTo>
                <a:lnTo>
                  <a:pt x="381914" y="59702"/>
                </a:lnTo>
                <a:lnTo>
                  <a:pt x="391541" y="48501"/>
                </a:lnTo>
                <a:lnTo>
                  <a:pt x="397979" y="45694"/>
                </a:lnTo>
                <a:lnTo>
                  <a:pt x="433199" y="45694"/>
                </a:lnTo>
                <a:lnTo>
                  <a:pt x="428706" y="41768"/>
                </a:lnTo>
                <a:lnTo>
                  <a:pt x="422631" y="38525"/>
                </a:lnTo>
                <a:lnTo>
                  <a:pt x="422826" y="38525"/>
                </a:lnTo>
                <a:lnTo>
                  <a:pt x="415321" y="36425"/>
                </a:lnTo>
                <a:lnTo>
                  <a:pt x="415564" y="36425"/>
                </a:lnTo>
                <a:lnTo>
                  <a:pt x="407111" y="35725"/>
                </a:lnTo>
                <a:close/>
              </a:path>
              <a:path w="794385" h="118110">
                <a:moveTo>
                  <a:pt x="433199" y="45694"/>
                </a:moveTo>
                <a:lnTo>
                  <a:pt x="414362" y="45694"/>
                </a:lnTo>
                <a:lnTo>
                  <a:pt x="420933" y="48501"/>
                </a:lnTo>
                <a:lnTo>
                  <a:pt x="420798" y="48501"/>
                </a:lnTo>
                <a:lnTo>
                  <a:pt x="429686" y="59339"/>
                </a:lnTo>
                <a:lnTo>
                  <a:pt x="431888" y="66929"/>
                </a:lnTo>
                <a:lnTo>
                  <a:pt x="431888" y="86626"/>
                </a:lnTo>
                <a:lnTo>
                  <a:pt x="429788" y="93822"/>
                </a:lnTo>
                <a:lnTo>
                  <a:pt x="429679" y="94195"/>
                </a:lnTo>
                <a:lnTo>
                  <a:pt x="420789" y="104863"/>
                </a:lnTo>
                <a:lnTo>
                  <a:pt x="414401" y="107530"/>
                </a:lnTo>
                <a:lnTo>
                  <a:pt x="431876" y="107530"/>
                </a:lnTo>
                <a:lnTo>
                  <a:pt x="443863" y="77622"/>
                </a:lnTo>
                <a:lnTo>
                  <a:pt x="443953" y="76428"/>
                </a:lnTo>
                <a:lnTo>
                  <a:pt x="443407" y="68388"/>
                </a:lnTo>
                <a:lnTo>
                  <a:pt x="443338" y="67373"/>
                </a:lnTo>
                <a:lnTo>
                  <a:pt x="441684" y="60193"/>
                </a:lnTo>
                <a:lnTo>
                  <a:pt x="441570" y="59702"/>
                </a:lnTo>
                <a:lnTo>
                  <a:pt x="441486" y="59339"/>
                </a:lnTo>
                <a:lnTo>
                  <a:pt x="438403" y="52377"/>
                </a:lnTo>
                <a:lnTo>
                  <a:pt x="434086" y="46469"/>
                </a:lnTo>
                <a:lnTo>
                  <a:pt x="433199" y="45694"/>
                </a:lnTo>
                <a:close/>
              </a:path>
              <a:path w="794385" h="118110">
                <a:moveTo>
                  <a:pt x="613244" y="37503"/>
                </a:moveTo>
                <a:lnTo>
                  <a:pt x="601484" y="37503"/>
                </a:lnTo>
                <a:lnTo>
                  <a:pt x="601484" y="115722"/>
                </a:lnTo>
                <a:lnTo>
                  <a:pt x="613244" y="115722"/>
                </a:lnTo>
                <a:lnTo>
                  <a:pt x="613244" y="37503"/>
                </a:lnTo>
                <a:close/>
              </a:path>
              <a:path w="794385" h="118110">
                <a:moveTo>
                  <a:pt x="240944" y="37503"/>
                </a:moveTo>
                <a:lnTo>
                  <a:pt x="228600" y="37503"/>
                </a:lnTo>
                <a:lnTo>
                  <a:pt x="252336" y="115722"/>
                </a:lnTo>
                <a:lnTo>
                  <a:pt x="264083" y="115722"/>
                </a:lnTo>
                <a:lnTo>
                  <a:pt x="267776" y="103886"/>
                </a:lnTo>
                <a:lnTo>
                  <a:pt x="267824" y="103733"/>
                </a:lnTo>
                <a:lnTo>
                  <a:pt x="258508" y="103733"/>
                </a:lnTo>
                <a:lnTo>
                  <a:pt x="258365" y="101752"/>
                </a:lnTo>
                <a:lnTo>
                  <a:pt x="258267" y="100660"/>
                </a:lnTo>
                <a:lnTo>
                  <a:pt x="258086" y="99441"/>
                </a:lnTo>
                <a:lnTo>
                  <a:pt x="257962" y="98602"/>
                </a:lnTo>
                <a:lnTo>
                  <a:pt x="240944" y="37503"/>
                </a:lnTo>
                <a:close/>
              </a:path>
              <a:path w="794385" h="118110">
                <a:moveTo>
                  <a:pt x="293628" y="52019"/>
                </a:moveTo>
                <a:lnTo>
                  <a:pt x="283730" y="52019"/>
                </a:lnTo>
                <a:lnTo>
                  <a:pt x="283809" y="53060"/>
                </a:lnTo>
                <a:lnTo>
                  <a:pt x="283933" y="54698"/>
                </a:lnTo>
                <a:lnTo>
                  <a:pt x="284327" y="57048"/>
                </a:lnTo>
                <a:lnTo>
                  <a:pt x="301294" y="115722"/>
                </a:lnTo>
                <a:lnTo>
                  <a:pt x="313575" y="115722"/>
                </a:lnTo>
                <a:lnTo>
                  <a:pt x="317123" y="103886"/>
                </a:lnTo>
                <a:lnTo>
                  <a:pt x="307174" y="103886"/>
                </a:lnTo>
                <a:lnTo>
                  <a:pt x="306948" y="101752"/>
                </a:lnTo>
                <a:lnTo>
                  <a:pt x="306832" y="100660"/>
                </a:lnTo>
                <a:lnTo>
                  <a:pt x="306631" y="99441"/>
                </a:lnTo>
                <a:lnTo>
                  <a:pt x="306549" y="98945"/>
                </a:lnTo>
                <a:lnTo>
                  <a:pt x="306451" y="98348"/>
                </a:lnTo>
                <a:lnTo>
                  <a:pt x="293628" y="52019"/>
                </a:lnTo>
                <a:close/>
              </a:path>
              <a:path w="794385" h="118110">
                <a:moveTo>
                  <a:pt x="337019" y="37503"/>
                </a:moveTo>
                <a:lnTo>
                  <a:pt x="325335" y="37503"/>
                </a:lnTo>
                <a:lnTo>
                  <a:pt x="309185" y="96672"/>
                </a:lnTo>
                <a:lnTo>
                  <a:pt x="308368" y="99441"/>
                </a:lnTo>
                <a:lnTo>
                  <a:pt x="308147" y="100660"/>
                </a:lnTo>
                <a:lnTo>
                  <a:pt x="308030" y="101307"/>
                </a:lnTo>
                <a:lnTo>
                  <a:pt x="307949" y="101752"/>
                </a:lnTo>
                <a:lnTo>
                  <a:pt x="307848" y="103886"/>
                </a:lnTo>
                <a:lnTo>
                  <a:pt x="317123" y="103886"/>
                </a:lnTo>
                <a:lnTo>
                  <a:pt x="337019" y="37503"/>
                </a:lnTo>
                <a:close/>
              </a:path>
              <a:path w="794385" h="118110">
                <a:moveTo>
                  <a:pt x="289610" y="37503"/>
                </a:moveTo>
                <a:lnTo>
                  <a:pt x="278828" y="37503"/>
                </a:lnTo>
                <a:lnTo>
                  <a:pt x="260009" y="98348"/>
                </a:lnTo>
                <a:lnTo>
                  <a:pt x="259932" y="98602"/>
                </a:lnTo>
                <a:lnTo>
                  <a:pt x="259829" y="98945"/>
                </a:lnTo>
                <a:lnTo>
                  <a:pt x="259479" y="100660"/>
                </a:lnTo>
                <a:lnTo>
                  <a:pt x="259427" y="100914"/>
                </a:lnTo>
                <a:lnTo>
                  <a:pt x="259302" y="101752"/>
                </a:lnTo>
                <a:lnTo>
                  <a:pt x="259105" y="103733"/>
                </a:lnTo>
                <a:lnTo>
                  <a:pt x="267824" y="103733"/>
                </a:lnTo>
                <a:lnTo>
                  <a:pt x="281800" y="58940"/>
                </a:lnTo>
                <a:lnTo>
                  <a:pt x="282892" y="55372"/>
                </a:lnTo>
                <a:lnTo>
                  <a:pt x="283438" y="53060"/>
                </a:lnTo>
                <a:lnTo>
                  <a:pt x="283438" y="52019"/>
                </a:lnTo>
                <a:lnTo>
                  <a:pt x="293628" y="52019"/>
                </a:lnTo>
                <a:lnTo>
                  <a:pt x="289610" y="37503"/>
                </a:lnTo>
                <a:close/>
              </a:path>
              <a:path w="794385" h="118110">
                <a:moveTo>
                  <a:pt x="126644" y="37503"/>
                </a:moveTo>
                <a:lnTo>
                  <a:pt x="114300" y="37503"/>
                </a:lnTo>
                <a:lnTo>
                  <a:pt x="138036" y="115722"/>
                </a:lnTo>
                <a:lnTo>
                  <a:pt x="149783" y="115722"/>
                </a:lnTo>
                <a:lnTo>
                  <a:pt x="153476" y="103886"/>
                </a:lnTo>
                <a:lnTo>
                  <a:pt x="153524" y="103733"/>
                </a:lnTo>
                <a:lnTo>
                  <a:pt x="144208" y="103733"/>
                </a:lnTo>
                <a:lnTo>
                  <a:pt x="144065" y="101752"/>
                </a:lnTo>
                <a:lnTo>
                  <a:pt x="143967" y="100660"/>
                </a:lnTo>
                <a:lnTo>
                  <a:pt x="143786" y="99441"/>
                </a:lnTo>
                <a:lnTo>
                  <a:pt x="143662" y="98602"/>
                </a:lnTo>
                <a:lnTo>
                  <a:pt x="126644" y="37503"/>
                </a:lnTo>
                <a:close/>
              </a:path>
              <a:path w="794385" h="118110">
                <a:moveTo>
                  <a:pt x="179328" y="52019"/>
                </a:moveTo>
                <a:lnTo>
                  <a:pt x="169430" y="52019"/>
                </a:lnTo>
                <a:lnTo>
                  <a:pt x="169509" y="53060"/>
                </a:lnTo>
                <a:lnTo>
                  <a:pt x="169633" y="54698"/>
                </a:lnTo>
                <a:lnTo>
                  <a:pt x="170027" y="57048"/>
                </a:lnTo>
                <a:lnTo>
                  <a:pt x="186994" y="115722"/>
                </a:lnTo>
                <a:lnTo>
                  <a:pt x="199275" y="115722"/>
                </a:lnTo>
                <a:lnTo>
                  <a:pt x="202823" y="103886"/>
                </a:lnTo>
                <a:lnTo>
                  <a:pt x="192874" y="103886"/>
                </a:lnTo>
                <a:lnTo>
                  <a:pt x="192648" y="101752"/>
                </a:lnTo>
                <a:lnTo>
                  <a:pt x="192532" y="100660"/>
                </a:lnTo>
                <a:lnTo>
                  <a:pt x="192331" y="99441"/>
                </a:lnTo>
                <a:lnTo>
                  <a:pt x="192249" y="98945"/>
                </a:lnTo>
                <a:lnTo>
                  <a:pt x="192151" y="98348"/>
                </a:lnTo>
                <a:lnTo>
                  <a:pt x="179328" y="52019"/>
                </a:lnTo>
                <a:close/>
              </a:path>
              <a:path w="794385" h="118110">
                <a:moveTo>
                  <a:pt x="222719" y="37503"/>
                </a:moveTo>
                <a:lnTo>
                  <a:pt x="211035" y="37503"/>
                </a:lnTo>
                <a:lnTo>
                  <a:pt x="194885" y="96672"/>
                </a:lnTo>
                <a:lnTo>
                  <a:pt x="194068" y="99441"/>
                </a:lnTo>
                <a:lnTo>
                  <a:pt x="193847" y="100660"/>
                </a:lnTo>
                <a:lnTo>
                  <a:pt x="193730" y="101307"/>
                </a:lnTo>
                <a:lnTo>
                  <a:pt x="193649" y="101752"/>
                </a:lnTo>
                <a:lnTo>
                  <a:pt x="193548" y="103886"/>
                </a:lnTo>
                <a:lnTo>
                  <a:pt x="202823" y="103886"/>
                </a:lnTo>
                <a:lnTo>
                  <a:pt x="222719" y="37503"/>
                </a:lnTo>
                <a:close/>
              </a:path>
              <a:path w="794385" h="118110">
                <a:moveTo>
                  <a:pt x="175310" y="37503"/>
                </a:moveTo>
                <a:lnTo>
                  <a:pt x="164528" y="37503"/>
                </a:lnTo>
                <a:lnTo>
                  <a:pt x="145709" y="98348"/>
                </a:lnTo>
                <a:lnTo>
                  <a:pt x="145632" y="98602"/>
                </a:lnTo>
                <a:lnTo>
                  <a:pt x="145529" y="98945"/>
                </a:lnTo>
                <a:lnTo>
                  <a:pt x="145179" y="100660"/>
                </a:lnTo>
                <a:lnTo>
                  <a:pt x="145127" y="100914"/>
                </a:lnTo>
                <a:lnTo>
                  <a:pt x="145002" y="101752"/>
                </a:lnTo>
                <a:lnTo>
                  <a:pt x="144805" y="103733"/>
                </a:lnTo>
                <a:lnTo>
                  <a:pt x="153524" y="103733"/>
                </a:lnTo>
                <a:lnTo>
                  <a:pt x="167500" y="58940"/>
                </a:lnTo>
                <a:lnTo>
                  <a:pt x="168592" y="55372"/>
                </a:lnTo>
                <a:lnTo>
                  <a:pt x="169138" y="53060"/>
                </a:lnTo>
                <a:lnTo>
                  <a:pt x="169138" y="52019"/>
                </a:lnTo>
                <a:lnTo>
                  <a:pt x="179328" y="52019"/>
                </a:lnTo>
                <a:lnTo>
                  <a:pt x="175310" y="37503"/>
                </a:lnTo>
                <a:close/>
              </a:path>
              <a:path w="794385" h="118110">
                <a:moveTo>
                  <a:pt x="12344" y="37503"/>
                </a:moveTo>
                <a:lnTo>
                  <a:pt x="0" y="37503"/>
                </a:lnTo>
                <a:lnTo>
                  <a:pt x="23736" y="115722"/>
                </a:lnTo>
                <a:lnTo>
                  <a:pt x="35483" y="115722"/>
                </a:lnTo>
                <a:lnTo>
                  <a:pt x="39176" y="103886"/>
                </a:lnTo>
                <a:lnTo>
                  <a:pt x="39224" y="103733"/>
                </a:lnTo>
                <a:lnTo>
                  <a:pt x="29908" y="103733"/>
                </a:lnTo>
                <a:lnTo>
                  <a:pt x="29765" y="101752"/>
                </a:lnTo>
                <a:lnTo>
                  <a:pt x="29667" y="100660"/>
                </a:lnTo>
                <a:lnTo>
                  <a:pt x="29486" y="99441"/>
                </a:lnTo>
                <a:lnTo>
                  <a:pt x="29362" y="98602"/>
                </a:lnTo>
                <a:lnTo>
                  <a:pt x="12344" y="37503"/>
                </a:lnTo>
                <a:close/>
              </a:path>
              <a:path w="794385" h="118110">
                <a:moveTo>
                  <a:pt x="65028" y="52019"/>
                </a:moveTo>
                <a:lnTo>
                  <a:pt x="55130" y="52019"/>
                </a:lnTo>
                <a:lnTo>
                  <a:pt x="55209" y="53060"/>
                </a:lnTo>
                <a:lnTo>
                  <a:pt x="55333" y="54698"/>
                </a:lnTo>
                <a:lnTo>
                  <a:pt x="55727" y="57048"/>
                </a:lnTo>
                <a:lnTo>
                  <a:pt x="72694" y="115722"/>
                </a:lnTo>
                <a:lnTo>
                  <a:pt x="84975" y="115722"/>
                </a:lnTo>
                <a:lnTo>
                  <a:pt x="88523" y="103886"/>
                </a:lnTo>
                <a:lnTo>
                  <a:pt x="78574" y="103886"/>
                </a:lnTo>
                <a:lnTo>
                  <a:pt x="78348" y="101752"/>
                </a:lnTo>
                <a:lnTo>
                  <a:pt x="78232" y="100660"/>
                </a:lnTo>
                <a:lnTo>
                  <a:pt x="78031" y="99441"/>
                </a:lnTo>
                <a:lnTo>
                  <a:pt x="77949" y="98945"/>
                </a:lnTo>
                <a:lnTo>
                  <a:pt x="77851" y="98348"/>
                </a:lnTo>
                <a:lnTo>
                  <a:pt x="65028" y="52019"/>
                </a:lnTo>
                <a:close/>
              </a:path>
              <a:path w="794385" h="118110">
                <a:moveTo>
                  <a:pt x="108419" y="37503"/>
                </a:moveTo>
                <a:lnTo>
                  <a:pt x="96735" y="37503"/>
                </a:lnTo>
                <a:lnTo>
                  <a:pt x="80585" y="96672"/>
                </a:lnTo>
                <a:lnTo>
                  <a:pt x="79768" y="99441"/>
                </a:lnTo>
                <a:lnTo>
                  <a:pt x="79547" y="100660"/>
                </a:lnTo>
                <a:lnTo>
                  <a:pt x="79430" y="101307"/>
                </a:lnTo>
                <a:lnTo>
                  <a:pt x="79349" y="101752"/>
                </a:lnTo>
                <a:lnTo>
                  <a:pt x="79248" y="103886"/>
                </a:lnTo>
                <a:lnTo>
                  <a:pt x="88523" y="103886"/>
                </a:lnTo>
                <a:lnTo>
                  <a:pt x="108419" y="37503"/>
                </a:lnTo>
                <a:close/>
              </a:path>
              <a:path w="794385" h="118110">
                <a:moveTo>
                  <a:pt x="61010" y="37503"/>
                </a:moveTo>
                <a:lnTo>
                  <a:pt x="50228" y="37503"/>
                </a:lnTo>
                <a:lnTo>
                  <a:pt x="31409" y="98348"/>
                </a:lnTo>
                <a:lnTo>
                  <a:pt x="31332" y="98602"/>
                </a:lnTo>
                <a:lnTo>
                  <a:pt x="31229" y="98945"/>
                </a:lnTo>
                <a:lnTo>
                  <a:pt x="30879" y="100660"/>
                </a:lnTo>
                <a:lnTo>
                  <a:pt x="30827" y="100914"/>
                </a:lnTo>
                <a:lnTo>
                  <a:pt x="30702" y="101752"/>
                </a:lnTo>
                <a:lnTo>
                  <a:pt x="30505" y="103733"/>
                </a:lnTo>
                <a:lnTo>
                  <a:pt x="39224" y="103733"/>
                </a:lnTo>
                <a:lnTo>
                  <a:pt x="53200" y="58940"/>
                </a:lnTo>
                <a:lnTo>
                  <a:pt x="54292" y="55372"/>
                </a:lnTo>
                <a:lnTo>
                  <a:pt x="54838" y="53060"/>
                </a:lnTo>
                <a:lnTo>
                  <a:pt x="54838" y="52019"/>
                </a:lnTo>
                <a:lnTo>
                  <a:pt x="65028" y="52019"/>
                </a:lnTo>
                <a:lnTo>
                  <a:pt x="61010" y="37503"/>
                </a:lnTo>
                <a:close/>
              </a:path>
              <a:path w="794385" h="118110">
                <a:moveTo>
                  <a:pt x="765695" y="37503"/>
                </a:moveTo>
                <a:lnTo>
                  <a:pt x="753757" y="37503"/>
                </a:lnTo>
                <a:lnTo>
                  <a:pt x="753757" y="115722"/>
                </a:lnTo>
                <a:lnTo>
                  <a:pt x="765695" y="115722"/>
                </a:lnTo>
                <a:lnTo>
                  <a:pt x="765695" y="67056"/>
                </a:lnTo>
                <a:lnTo>
                  <a:pt x="767473" y="60134"/>
                </a:lnTo>
                <a:lnTo>
                  <a:pt x="771029" y="54914"/>
                </a:lnTo>
                <a:lnTo>
                  <a:pt x="771865" y="53733"/>
                </a:lnTo>
                <a:lnTo>
                  <a:pt x="765695" y="53733"/>
                </a:lnTo>
                <a:lnTo>
                  <a:pt x="765695" y="37503"/>
                </a:lnTo>
                <a:close/>
              </a:path>
              <a:path w="794385" h="118110">
                <a:moveTo>
                  <a:pt x="789571" y="36169"/>
                </a:moveTo>
                <a:lnTo>
                  <a:pt x="781824" y="36169"/>
                </a:lnTo>
                <a:lnTo>
                  <a:pt x="777760" y="37719"/>
                </a:lnTo>
                <a:lnTo>
                  <a:pt x="770394" y="43916"/>
                </a:lnTo>
                <a:lnTo>
                  <a:pt x="767727" y="48221"/>
                </a:lnTo>
                <a:lnTo>
                  <a:pt x="765949" y="53733"/>
                </a:lnTo>
                <a:lnTo>
                  <a:pt x="771865" y="53733"/>
                </a:lnTo>
                <a:lnTo>
                  <a:pt x="774712" y="49707"/>
                </a:lnTo>
                <a:lnTo>
                  <a:pt x="779157" y="47104"/>
                </a:lnTo>
                <a:lnTo>
                  <a:pt x="794016" y="47104"/>
                </a:lnTo>
                <a:lnTo>
                  <a:pt x="794016" y="37211"/>
                </a:lnTo>
                <a:lnTo>
                  <a:pt x="792111" y="36512"/>
                </a:lnTo>
                <a:lnTo>
                  <a:pt x="789571" y="36169"/>
                </a:lnTo>
                <a:close/>
              </a:path>
              <a:path w="794385" h="118110">
                <a:moveTo>
                  <a:pt x="794016" y="47104"/>
                </a:moveTo>
                <a:lnTo>
                  <a:pt x="788555" y="47104"/>
                </a:lnTo>
                <a:lnTo>
                  <a:pt x="791730" y="47955"/>
                </a:lnTo>
                <a:lnTo>
                  <a:pt x="794120" y="49707"/>
                </a:lnTo>
                <a:lnTo>
                  <a:pt x="794016" y="47104"/>
                </a:lnTo>
                <a:close/>
              </a:path>
              <a:path w="794385" h="118110">
                <a:moveTo>
                  <a:pt x="576529" y="35725"/>
                </a:moveTo>
                <a:lnTo>
                  <a:pt x="569785" y="35725"/>
                </a:lnTo>
                <a:lnTo>
                  <a:pt x="561056" y="36451"/>
                </a:lnTo>
                <a:lnTo>
                  <a:pt x="530136" y="69213"/>
                </a:lnTo>
                <a:lnTo>
                  <a:pt x="529450" y="78435"/>
                </a:lnTo>
                <a:lnTo>
                  <a:pt x="530072" y="86525"/>
                </a:lnTo>
                <a:lnTo>
                  <a:pt x="530097" y="86855"/>
                </a:lnTo>
                <a:lnTo>
                  <a:pt x="558701" y="116907"/>
                </a:lnTo>
                <a:lnTo>
                  <a:pt x="566508" y="117576"/>
                </a:lnTo>
                <a:lnTo>
                  <a:pt x="574497" y="117576"/>
                </a:lnTo>
                <a:lnTo>
                  <a:pt x="581571" y="115747"/>
                </a:lnTo>
                <a:lnTo>
                  <a:pt x="587717" y="112064"/>
                </a:lnTo>
                <a:lnTo>
                  <a:pt x="587717" y="107530"/>
                </a:lnTo>
                <a:lnTo>
                  <a:pt x="559955" y="107530"/>
                </a:lnTo>
                <a:lnTo>
                  <a:pt x="553402" y="104787"/>
                </a:lnTo>
                <a:lnTo>
                  <a:pt x="543826" y="93827"/>
                </a:lnTo>
                <a:lnTo>
                  <a:pt x="541534" y="86855"/>
                </a:lnTo>
                <a:lnTo>
                  <a:pt x="541426" y="67818"/>
                </a:lnTo>
                <a:lnTo>
                  <a:pt x="544042" y="60147"/>
                </a:lnTo>
                <a:lnTo>
                  <a:pt x="554520" y="48577"/>
                </a:lnTo>
                <a:lnTo>
                  <a:pt x="561124" y="45694"/>
                </a:lnTo>
                <a:lnTo>
                  <a:pt x="587794" y="45694"/>
                </a:lnTo>
                <a:lnTo>
                  <a:pt x="587794" y="39522"/>
                </a:lnTo>
                <a:lnTo>
                  <a:pt x="582536" y="36982"/>
                </a:lnTo>
                <a:lnTo>
                  <a:pt x="576529" y="35725"/>
                </a:lnTo>
                <a:close/>
              </a:path>
              <a:path w="794385" h="118110">
                <a:moveTo>
                  <a:pt x="587717" y="100685"/>
                </a:moveTo>
                <a:lnTo>
                  <a:pt x="581660" y="105244"/>
                </a:lnTo>
                <a:lnTo>
                  <a:pt x="575195" y="107530"/>
                </a:lnTo>
                <a:lnTo>
                  <a:pt x="587717" y="107530"/>
                </a:lnTo>
                <a:lnTo>
                  <a:pt x="587717" y="100685"/>
                </a:lnTo>
                <a:close/>
              </a:path>
              <a:path w="794385" h="118110">
                <a:moveTo>
                  <a:pt x="587794" y="45694"/>
                </a:moveTo>
                <a:lnTo>
                  <a:pt x="575716" y="45694"/>
                </a:lnTo>
                <a:lnTo>
                  <a:pt x="581939" y="47752"/>
                </a:lnTo>
                <a:lnTo>
                  <a:pt x="587794" y="51866"/>
                </a:lnTo>
                <a:lnTo>
                  <a:pt x="587794" y="45694"/>
                </a:lnTo>
                <a:close/>
              </a:path>
              <a:path w="794385" h="118110">
                <a:moveTo>
                  <a:pt x="463143" y="99796"/>
                </a:moveTo>
                <a:lnTo>
                  <a:pt x="463143" y="112814"/>
                </a:lnTo>
                <a:lnTo>
                  <a:pt x="468896" y="115989"/>
                </a:lnTo>
                <a:lnTo>
                  <a:pt x="475818" y="117576"/>
                </a:lnTo>
                <a:lnTo>
                  <a:pt x="492836" y="117576"/>
                </a:lnTo>
                <a:lnTo>
                  <a:pt x="500164" y="115557"/>
                </a:lnTo>
                <a:lnTo>
                  <a:pt x="511632" y="107467"/>
                </a:lnTo>
                <a:lnTo>
                  <a:pt x="477771" y="107467"/>
                </a:lnTo>
                <a:lnTo>
                  <a:pt x="469988" y="104851"/>
                </a:lnTo>
                <a:lnTo>
                  <a:pt x="463143" y="99796"/>
                </a:lnTo>
                <a:close/>
              </a:path>
              <a:path w="794385" h="118110">
                <a:moveTo>
                  <a:pt x="499630" y="35725"/>
                </a:moveTo>
                <a:lnTo>
                  <a:pt x="484708" y="35725"/>
                </a:lnTo>
                <a:lnTo>
                  <a:pt x="477685" y="37807"/>
                </a:lnTo>
                <a:lnTo>
                  <a:pt x="466178" y="46139"/>
                </a:lnTo>
                <a:lnTo>
                  <a:pt x="463295" y="51549"/>
                </a:lnTo>
                <a:lnTo>
                  <a:pt x="463295" y="63360"/>
                </a:lnTo>
                <a:lnTo>
                  <a:pt x="491502" y="83642"/>
                </a:lnTo>
                <a:lnTo>
                  <a:pt x="496334" y="86080"/>
                </a:lnTo>
                <a:lnTo>
                  <a:pt x="501154" y="90258"/>
                </a:lnTo>
                <a:lnTo>
                  <a:pt x="502361" y="92925"/>
                </a:lnTo>
                <a:lnTo>
                  <a:pt x="502361" y="103632"/>
                </a:lnTo>
                <a:lnTo>
                  <a:pt x="496679" y="107467"/>
                </a:lnTo>
                <a:lnTo>
                  <a:pt x="511632" y="107467"/>
                </a:lnTo>
                <a:lnTo>
                  <a:pt x="514489" y="101981"/>
                </a:lnTo>
                <a:lnTo>
                  <a:pt x="514489" y="90258"/>
                </a:lnTo>
                <a:lnTo>
                  <a:pt x="513080" y="86080"/>
                </a:lnTo>
                <a:lnTo>
                  <a:pt x="507428" y="79133"/>
                </a:lnTo>
                <a:lnTo>
                  <a:pt x="501345" y="75577"/>
                </a:lnTo>
                <a:lnTo>
                  <a:pt x="485127" y="69227"/>
                </a:lnTo>
                <a:lnTo>
                  <a:pt x="480644" y="66954"/>
                </a:lnTo>
                <a:lnTo>
                  <a:pt x="476614" y="63360"/>
                </a:lnTo>
                <a:lnTo>
                  <a:pt x="475500" y="60629"/>
                </a:lnTo>
                <a:lnTo>
                  <a:pt x="475500" y="53924"/>
                </a:lnTo>
                <a:lnTo>
                  <a:pt x="476885" y="51231"/>
                </a:lnTo>
                <a:lnTo>
                  <a:pt x="482447" y="46926"/>
                </a:lnTo>
                <a:lnTo>
                  <a:pt x="486270" y="45847"/>
                </a:lnTo>
                <a:lnTo>
                  <a:pt x="510997" y="45847"/>
                </a:lnTo>
                <a:lnTo>
                  <a:pt x="510997" y="39217"/>
                </a:lnTo>
                <a:lnTo>
                  <a:pt x="505637" y="36893"/>
                </a:lnTo>
                <a:lnTo>
                  <a:pt x="499630" y="35725"/>
                </a:lnTo>
                <a:close/>
              </a:path>
              <a:path w="794385" h="118110">
                <a:moveTo>
                  <a:pt x="510997" y="45847"/>
                </a:moveTo>
                <a:lnTo>
                  <a:pt x="498563" y="45847"/>
                </a:lnTo>
                <a:lnTo>
                  <a:pt x="505193" y="47726"/>
                </a:lnTo>
                <a:lnTo>
                  <a:pt x="511075" y="51549"/>
                </a:lnTo>
                <a:lnTo>
                  <a:pt x="510997" y="45847"/>
                </a:lnTo>
                <a:close/>
              </a:path>
              <a:path w="794385" h="118110">
                <a:moveTo>
                  <a:pt x="609739" y="1485"/>
                </a:moveTo>
                <a:lnTo>
                  <a:pt x="605383" y="1485"/>
                </a:lnTo>
                <a:lnTo>
                  <a:pt x="603555" y="2260"/>
                </a:lnTo>
                <a:lnTo>
                  <a:pt x="600570" y="5334"/>
                </a:lnTo>
                <a:lnTo>
                  <a:pt x="599846" y="7200"/>
                </a:lnTo>
                <a:lnTo>
                  <a:pt x="599846" y="11658"/>
                </a:lnTo>
                <a:lnTo>
                  <a:pt x="600595" y="13538"/>
                </a:lnTo>
                <a:lnTo>
                  <a:pt x="603567" y="16459"/>
                </a:lnTo>
                <a:lnTo>
                  <a:pt x="605383" y="17195"/>
                </a:lnTo>
                <a:lnTo>
                  <a:pt x="609739" y="17195"/>
                </a:lnTo>
                <a:lnTo>
                  <a:pt x="611587" y="16459"/>
                </a:lnTo>
                <a:lnTo>
                  <a:pt x="614577" y="13538"/>
                </a:lnTo>
                <a:lnTo>
                  <a:pt x="615383" y="11658"/>
                </a:lnTo>
                <a:lnTo>
                  <a:pt x="615403" y="7200"/>
                </a:lnTo>
                <a:lnTo>
                  <a:pt x="614641" y="5334"/>
                </a:lnTo>
                <a:lnTo>
                  <a:pt x="611619" y="2260"/>
                </a:lnTo>
                <a:lnTo>
                  <a:pt x="609739" y="1485"/>
                </a:lnTo>
                <a:close/>
              </a:path>
              <a:path w="794385" h="118110">
                <a:moveTo>
                  <a:pt x="689444" y="0"/>
                </a:moveTo>
                <a:lnTo>
                  <a:pt x="677608" y="0"/>
                </a:lnTo>
                <a:lnTo>
                  <a:pt x="677608" y="115722"/>
                </a:lnTo>
                <a:lnTo>
                  <a:pt x="689444" y="115722"/>
                </a:lnTo>
                <a:lnTo>
                  <a:pt x="689444" y="78206"/>
                </a:lnTo>
                <a:lnTo>
                  <a:pt x="704791" y="78206"/>
                </a:lnTo>
                <a:lnTo>
                  <a:pt x="702017" y="75387"/>
                </a:lnTo>
                <a:lnTo>
                  <a:pt x="703964" y="73380"/>
                </a:lnTo>
                <a:lnTo>
                  <a:pt x="689444" y="73380"/>
                </a:lnTo>
                <a:lnTo>
                  <a:pt x="689444" y="0"/>
                </a:lnTo>
                <a:close/>
              </a:path>
              <a:path w="794385" h="118110">
                <a:moveTo>
                  <a:pt x="704791" y="78206"/>
                </a:moveTo>
                <a:lnTo>
                  <a:pt x="689737" y="78206"/>
                </a:lnTo>
                <a:lnTo>
                  <a:pt x="724928" y="115722"/>
                </a:lnTo>
                <a:lnTo>
                  <a:pt x="741692" y="115722"/>
                </a:lnTo>
                <a:lnTo>
                  <a:pt x="704791" y="78206"/>
                </a:lnTo>
                <a:close/>
              </a:path>
              <a:path w="794385" h="118110">
                <a:moveTo>
                  <a:pt x="738771" y="37503"/>
                </a:moveTo>
                <a:lnTo>
                  <a:pt x="723150" y="37503"/>
                </a:lnTo>
                <a:lnTo>
                  <a:pt x="689737" y="73380"/>
                </a:lnTo>
                <a:lnTo>
                  <a:pt x="703964" y="73380"/>
                </a:lnTo>
                <a:lnTo>
                  <a:pt x="738771" y="375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7217" y="6297117"/>
            <a:ext cx="1243965" cy="114300"/>
          </a:xfrm>
          <a:custGeom>
            <a:avLst/>
            <a:gdLst/>
            <a:ahLst/>
            <a:cxnLst/>
            <a:rect l="l" t="t" r="r" b="b"/>
            <a:pathLst>
              <a:path w="1243964" h="114300">
                <a:moveTo>
                  <a:pt x="75234" y="2387"/>
                </a:moveTo>
                <a:lnTo>
                  <a:pt x="0" y="2387"/>
                </a:lnTo>
                <a:lnTo>
                  <a:pt x="0" y="13474"/>
                </a:lnTo>
                <a:lnTo>
                  <a:pt x="31483" y="13474"/>
                </a:lnTo>
                <a:lnTo>
                  <a:pt x="31483" y="111925"/>
                </a:lnTo>
                <a:lnTo>
                  <a:pt x="43611" y="111925"/>
                </a:lnTo>
                <a:lnTo>
                  <a:pt x="43611" y="13474"/>
                </a:lnTo>
                <a:lnTo>
                  <a:pt x="75234" y="13474"/>
                </a:lnTo>
                <a:lnTo>
                  <a:pt x="75234" y="2387"/>
                </a:lnTo>
                <a:close/>
              </a:path>
              <a:path w="1243964" h="114300">
                <a:moveTo>
                  <a:pt x="88328" y="103035"/>
                </a:moveTo>
                <a:lnTo>
                  <a:pt x="87515" y="101066"/>
                </a:lnTo>
                <a:lnTo>
                  <a:pt x="84239" y="97840"/>
                </a:lnTo>
                <a:lnTo>
                  <a:pt x="82334" y="97040"/>
                </a:lnTo>
                <a:lnTo>
                  <a:pt x="77965" y="97040"/>
                </a:lnTo>
                <a:lnTo>
                  <a:pt x="76047" y="97840"/>
                </a:lnTo>
                <a:lnTo>
                  <a:pt x="72783" y="101066"/>
                </a:lnTo>
                <a:lnTo>
                  <a:pt x="71958" y="103035"/>
                </a:lnTo>
                <a:lnTo>
                  <a:pt x="71958" y="107657"/>
                </a:lnTo>
                <a:lnTo>
                  <a:pt x="72771" y="109601"/>
                </a:lnTo>
                <a:lnTo>
                  <a:pt x="75996" y="112826"/>
                </a:lnTo>
                <a:lnTo>
                  <a:pt x="77914" y="113626"/>
                </a:lnTo>
                <a:lnTo>
                  <a:pt x="82384" y="113626"/>
                </a:lnTo>
                <a:lnTo>
                  <a:pt x="88328" y="103035"/>
                </a:lnTo>
                <a:close/>
              </a:path>
              <a:path w="1243964" h="114300">
                <a:moveTo>
                  <a:pt x="226669" y="56705"/>
                </a:moveTo>
                <a:lnTo>
                  <a:pt x="224523" y="32169"/>
                </a:lnTo>
                <a:lnTo>
                  <a:pt x="218122" y="14630"/>
                </a:lnTo>
                <a:lnTo>
                  <a:pt x="214515" y="11074"/>
                </a:lnTo>
                <a:lnTo>
                  <a:pt x="214515" y="56705"/>
                </a:lnTo>
                <a:lnTo>
                  <a:pt x="214515" y="59385"/>
                </a:lnTo>
                <a:lnTo>
                  <a:pt x="202653" y="99529"/>
                </a:lnTo>
                <a:lnTo>
                  <a:pt x="191325" y="103733"/>
                </a:lnTo>
                <a:lnTo>
                  <a:pt x="181063" y="100926"/>
                </a:lnTo>
                <a:lnTo>
                  <a:pt x="173736" y="92506"/>
                </a:lnTo>
                <a:lnTo>
                  <a:pt x="169341" y="78460"/>
                </a:lnTo>
                <a:lnTo>
                  <a:pt x="167919" y="59385"/>
                </a:lnTo>
                <a:lnTo>
                  <a:pt x="168021" y="56705"/>
                </a:lnTo>
                <a:lnTo>
                  <a:pt x="169379" y="37769"/>
                </a:lnTo>
                <a:lnTo>
                  <a:pt x="173888" y="22745"/>
                </a:lnTo>
                <a:lnTo>
                  <a:pt x="181394" y="13728"/>
                </a:lnTo>
                <a:lnTo>
                  <a:pt x="191922" y="10718"/>
                </a:lnTo>
                <a:lnTo>
                  <a:pt x="201879" y="13728"/>
                </a:lnTo>
                <a:lnTo>
                  <a:pt x="208940" y="22567"/>
                </a:lnTo>
                <a:lnTo>
                  <a:pt x="213194" y="37388"/>
                </a:lnTo>
                <a:lnTo>
                  <a:pt x="214515" y="56705"/>
                </a:lnTo>
                <a:lnTo>
                  <a:pt x="214515" y="11074"/>
                </a:lnTo>
                <a:lnTo>
                  <a:pt x="214160" y="10718"/>
                </a:lnTo>
                <a:lnTo>
                  <a:pt x="207441" y="4114"/>
                </a:lnTo>
                <a:lnTo>
                  <a:pt x="192506" y="596"/>
                </a:lnTo>
                <a:lnTo>
                  <a:pt x="184137" y="1536"/>
                </a:lnTo>
                <a:lnTo>
                  <a:pt x="158191" y="33896"/>
                </a:lnTo>
                <a:lnTo>
                  <a:pt x="155829" y="59385"/>
                </a:lnTo>
                <a:lnTo>
                  <a:pt x="156286" y="69735"/>
                </a:lnTo>
                <a:lnTo>
                  <a:pt x="169481" y="105765"/>
                </a:lnTo>
                <a:lnTo>
                  <a:pt x="190055" y="113779"/>
                </a:lnTo>
                <a:lnTo>
                  <a:pt x="198107" y="112890"/>
                </a:lnTo>
                <a:lnTo>
                  <a:pt x="198285" y="112890"/>
                </a:lnTo>
                <a:lnTo>
                  <a:pt x="205359" y="110223"/>
                </a:lnTo>
                <a:lnTo>
                  <a:pt x="205498" y="110223"/>
                </a:lnTo>
                <a:lnTo>
                  <a:pt x="211924" y="105524"/>
                </a:lnTo>
                <a:lnTo>
                  <a:pt x="213372" y="103733"/>
                </a:lnTo>
                <a:lnTo>
                  <a:pt x="217182" y="99085"/>
                </a:lnTo>
                <a:lnTo>
                  <a:pt x="221322" y="90932"/>
                </a:lnTo>
                <a:lnTo>
                  <a:pt x="224294" y="81140"/>
                </a:lnTo>
                <a:lnTo>
                  <a:pt x="226072" y="69735"/>
                </a:lnTo>
                <a:lnTo>
                  <a:pt x="226542" y="59385"/>
                </a:lnTo>
                <a:lnTo>
                  <a:pt x="226669" y="56705"/>
                </a:lnTo>
                <a:close/>
              </a:path>
              <a:path w="1243964" h="114300">
                <a:moveTo>
                  <a:pt x="309118" y="101206"/>
                </a:moveTo>
                <a:lnTo>
                  <a:pt x="255981" y="101206"/>
                </a:lnTo>
                <a:lnTo>
                  <a:pt x="255981" y="97485"/>
                </a:lnTo>
                <a:lnTo>
                  <a:pt x="282067" y="69723"/>
                </a:lnTo>
                <a:lnTo>
                  <a:pt x="288315" y="64960"/>
                </a:lnTo>
                <a:lnTo>
                  <a:pt x="306438" y="38468"/>
                </a:lnTo>
                <a:lnTo>
                  <a:pt x="306438" y="21412"/>
                </a:lnTo>
                <a:lnTo>
                  <a:pt x="303568" y="14109"/>
                </a:lnTo>
                <a:lnTo>
                  <a:pt x="299885" y="10642"/>
                </a:lnTo>
                <a:lnTo>
                  <a:pt x="292112" y="3302"/>
                </a:lnTo>
                <a:lnTo>
                  <a:pt x="284556" y="596"/>
                </a:lnTo>
                <a:lnTo>
                  <a:pt x="275183" y="596"/>
                </a:lnTo>
                <a:lnTo>
                  <a:pt x="267119" y="1257"/>
                </a:lnTo>
                <a:lnTo>
                  <a:pt x="259537" y="3302"/>
                </a:lnTo>
                <a:lnTo>
                  <a:pt x="259676" y="3302"/>
                </a:lnTo>
                <a:lnTo>
                  <a:pt x="253352" y="6502"/>
                </a:lnTo>
                <a:lnTo>
                  <a:pt x="247650" y="11087"/>
                </a:lnTo>
                <a:lnTo>
                  <a:pt x="247650" y="23888"/>
                </a:lnTo>
                <a:lnTo>
                  <a:pt x="251320" y="19773"/>
                </a:lnTo>
                <a:lnTo>
                  <a:pt x="255435" y="16535"/>
                </a:lnTo>
                <a:lnTo>
                  <a:pt x="264566" y="11823"/>
                </a:lnTo>
                <a:lnTo>
                  <a:pt x="269138" y="10642"/>
                </a:lnTo>
                <a:lnTo>
                  <a:pt x="280098" y="10642"/>
                </a:lnTo>
                <a:lnTo>
                  <a:pt x="285229" y="12496"/>
                </a:lnTo>
                <a:lnTo>
                  <a:pt x="292976" y="19939"/>
                </a:lnTo>
                <a:lnTo>
                  <a:pt x="294906" y="25082"/>
                </a:lnTo>
                <a:lnTo>
                  <a:pt x="294906" y="37884"/>
                </a:lnTo>
                <a:lnTo>
                  <a:pt x="293204" y="43446"/>
                </a:lnTo>
                <a:lnTo>
                  <a:pt x="286410" y="53225"/>
                </a:lnTo>
                <a:lnTo>
                  <a:pt x="280784" y="58369"/>
                </a:lnTo>
                <a:lnTo>
                  <a:pt x="264375" y="69723"/>
                </a:lnTo>
                <a:lnTo>
                  <a:pt x="258127" y="74726"/>
                </a:lnTo>
                <a:lnTo>
                  <a:pt x="250342" y="82816"/>
                </a:lnTo>
                <a:lnTo>
                  <a:pt x="247561" y="86956"/>
                </a:lnTo>
                <a:lnTo>
                  <a:pt x="244246" y="95440"/>
                </a:lnTo>
                <a:lnTo>
                  <a:pt x="243408" y="100558"/>
                </a:lnTo>
                <a:lnTo>
                  <a:pt x="243408" y="111925"/>
                </a:lnTo>
                <a:lnTo>
                  <a:pt x="309118" y="111925"/>
                </a:lnTo>
                <a:lnTo>
                  <a:pt x="309118" y="101206"/>
                </a:lnTo>
                <a:close/>
              </a:path>
              <a:path w="1243964" h="114300">
                <a:moveTo>
                  <a:pt x="371614" y="63550"/>
                </a:moveTo>
                <a:lnTo>
                  <a:pt x="329946" y="63550"/>
                </a:lnTo>
                <a:lnTo>
                  <a:pt x="329946" y="72999"/>
                </a:lnTo>
                <a:lnTo>
                  <a:pt x="371614" y="72999"/>
                </a:lnTo>
                <a:lnTo>
                  <a:pt x="371614" y="63550"/>
                </a:lnTo>
                <a:close/>
              </a:path>
              <a:path w="1243964" h="114300">
                <a:moveTo>
                  <a:pt x="453999" y="78511"/>
                </a:moveTo>
                <a:lnTo>
                  <a:pt x="445757" y="56032"/>
                </a:lnTo>
                <a:lnTo>
                  <a:pt x="444360" y="54432"/>
                </a:lnTo>
                <a:lnTo>
                  <a:pt x="439077" y="50584"/>
                </a:lnTo>
                <a:lnTo>
                  <a:pt x="432866" y="47828"/>
                </a:lnTo>
                <a:lnTo>
                  <a:pt x="425742" y="46177"/>
                </a:lnTo>
                <a:lnTo>
                  <a:pt x="417690" y="45618"/>
                </a:lnTo>
                <a:lnTo>
                  <a:pt x="414515" y="45618"/>
                </a:lnTo>
                <a:lnTo>
                  <a:pt x="411010" y="45796"/>
                </a:lnTo>
                <a:lnTo>
                  <a:pt x="407174" y="46151"/>
                </a:lnTo>
                <a:lnTo>
                  <a:pt x="409575" y="13169"/>
                </a:lnTo>
                <a:lnTo>
                  <a:pt x="449160" y="13169"/>
                </a:lnTo>
                <a:lnTo>
                  <a:pt x="449160" y="2387"/>
                </a:lnTo>
                <a:lnTo>
                  <a:pt x="398932" y="2387"/>
                </a:lnTo>
                <a:lnTo>
                  <a:pt x="395389" y="54432"/>
                </a:lnTo>
                <a:lnTo>
                  <a:pt x="395274" y="56032"/>
                </a:lnTo>
                <a:lnTo>
                  <a:pt x="395211" y="57150"/>
                </a:lnTo>
                <a:lnTo>
                  <a:pt x="401408" y="56400"/>
                </a:lnTo>
                <a:lnTo>
                  <a:pt x="407593" y="56032"/>
                </a:lnTo>
                <a:lnTo>
                  <a:pt x="422922" y="56032"/>
                </a:lnTo>
                <a:lnTo>
                  <a:pt x="429933" y="58051"/>
                </a:lnTo>
                <a:lnTo>
                  <a:pt x="439661" y="66141"/>
                </a:lnTo>
                <a:lnTo>
                  <a:pt x="442087" y="71856"/>
                </a:lnTo>
                <a:lnTo>
                  <a:pt x="442087" y="86499"/>
                </a:lnTo>
                <a:lnTo>
                  <a:pt x="439699" y="92392"/>
                </a:lnTo>
                <a:lnTo>
                  <a:pt x="430123" y="101460"/>
                </a:lnTo>
                <a:lnTo>
                  <a:pt x="423811" y="103733"/>
                </a:lnTo>
                <a:lnTo>
                  <a:pt x="408330" y="103733"/>
                </a:lnTo>
                <a:lnTo>
                  <a:pt x="400723" y="101307"/>
                </a:lnTo>
                <a:lnTo>
                  <a:pt x="393128" y="96443"/>
                </a:lnTo>
                <a:lnTo>
                  <a:pt x="393128" y="109245"/>
                </a:lnTo>
                <a:lnTo>
                  <a:pt x="398094" y="112268"/>
                </a:lnTo>
                <a:lnTo>
                  <a:pt x="405650" y="113779"/>
                </a:lnTo>
                <a:lnTo>
                  <a:pt x="415823" y="113779"/>
                </a:lnTo>
                <a:lnTo>
                  <a:pt x="444068" y="103733"/>
                </a:lnTo>
                <a:lnTo>
                  <a:pt x="448157" y="99085"/>
                </a:lnTo>
                <a:lnTo>
                  <a:pt x="451396" y="93065"/>
                </a:lnTo>
                <a:lnTo>
                  <a:pt x="453263" y="86499"/>
                </a:lnTo>
                <a:lnTo>
                  <a:pt x="453339" y="86207"/>
                </a:lnTo>
                <a:lnTo>
                  <a:pt x="453999" y="78511"/>
                </a:lnTo>
                <a:close/>
              </a:path>
              <a:path w="1243964" h="114300">
                <a:moveTo>
                  <a:pt x="519709" y="0"/>
                </a:moveTo>
                <a:lnTo>
                  <a:pt x="514946" y="0"/>
                </a:lnTo>
                <a:lnTo>
                  <a:pt x="511327" y="3276"/>
                </a:lnTo>
                <a:lnTo>
                  <a:pt x="506387" y="6654"/>
                </a:lnTo>
                <a:lnTo>
                  <a:pt x="493890" y="13589"/>
                </a:lnTo>
                <a:lnTo>
                  <a:pt x="488035" y="16103"/>
                </a:lnTo>
                <a:lnTo>
                  <a:pt x="482574" y="17640"/>
                </a:lnTo>
                <a:lnTo>
                  <a:pt x="482574" y="30289"/>
                </a:lnTo>
                <a:lnTo>
                  <a:pt x="507873" y="17335"/>
                </a:lnTo>
                <a:lnTo>
                  <a:pt x="507873" y="111925"/>
                </a:lnTo>
                <a:lnTo>
                  <a:pt x="519709" y="111925"/>
                </a:lnTo>
                <a:lnTo>
                  <a:pt x="519709" y="17335"/>
                </a:lnTo>
                <a:lnTo>
                  <a:pt x="519709" y="0"/>
                </a:lnTo>
                <a:close/>
              </a:path>
              <a:path w="1243964" h="114300">
                <a:moveTo>
                  <a:pt x="629920" y="77393"/>
                </a:moveTo>
                <a:lnTo>
                  <a:pt x="629437" y="70942"/>
                </a:lnTo>
                <a:lnTo>
                  <a:pt x="629386" y="70205"/>
                </a:lnTo>
                <a:lnTo>
                  <a:pt x="627824" y="63842"/>
                </a:lnTo>
                <a:lnTo>
                  <a:pt x="625144" y="57962"/>
                </a:lnTo>
                <a:lnTo>
                  <a:pt x="621982" y="53657"/>
                </a:lnTo>
                <a:lnTo>
                  <a:pt x="621436" y="52908"/>
                </a:lnTo>
                <a:lnTo>
                  <a:pt x="617778" y="48882"/>
                </a:lnTo>
                <a:lnTo>
                  <a:pt x="617778" y="70942"/>
                </a:lnTo>
                <a:lnTo>
                  <a:pt x="617778" y="85877"/>
                </a:lnTo>
                <a:lnTo>
                  <a:pt x="615784" y="91770"/>
                </a:lnTo>
                <a:lnTo>
                  <a:pt x="607796" y="101346"/>
                </a:lnTo>
                <a:lnTo>
                  <a:pt x="602602" y="103733"/>
                </a:lnTo>
                <a:lnTo>
                  <a:pt x="589559" y="103733"/>
                </a:lnTo>
                <a:lnTo>
                  <a:pt x="584174" y="101041"/>
                </a:lnTo>
                <a:lnTo>
                  <a:pt x="575945" y="90271"/>
                </a:lnTo>
                <a:lnTo>
                  <a:pt x="573874" y="83743"/>
                </a:lnTo>
                <a:lnTo>
                  <a:pt x="573874" y="69799"/>
                </a:lnTo>
                <a:lnTo>
                  <a:pt x="589800" y="53657"/>
                </a:lnTo>
                <a:lnTo>
                  <a:pt x="602907" y="53657"/>
                </a:lnTo>
                <a:lnTo>
                  <a:pt x="608241" y="55880"/>
                </a:lnTo>
                <a:lnTo>
                  <a:pt x="615873" y="64757"/>
                </a:lnTo>
                <a:lnTo>
                  <a:pt x="617778" y="70942"/>
                </a:lnTo>
                <a:lnTo>
                  <a:pt x="617778" y="48882"/>
                </a:lnTo>
                <a:lnTo>
                  <a:pt x="615772" y="46659"/>
                </a:lnTo>
                <a:lnTo>
                  <a:pt x="608114" y="43535"/>
                </a:lnTo>
                <a:lnTo>
                  <a:pt x="598436" y="43535"/>
                </a:lnTo>
                <a:lnTo>
                  <a:pt x="590308" y="44526"/>
                </a:lnTo>
                <a:lnTo>
                  <a:pt x="583412" y="47472"/>
                </a:lnTo>
                <a:lnTo>
                  <a:pt x="577761" y="52374"/>
                </a:lnTo>
                <a:lnTo>
                  <a:pt x="573354" y="59232"/>
                </a:lnTo>
                <a:lnTo>
                  <a:pt x="572985" y="59232"/>
                </a:lnTo>
                <a:lnTo>
                  <a:pt x="573036" y="57962"/>
                </a:lnTo>
                <a:lnTo>
                  <a:pt x="573138" y="55880"/>
                </a:lnTo>
                <a:lnTo>
                  <a:pt x="573252" y="53657"/>
                </a:lnTo>
                <a:lnTo>
                  <a:pt x="573316" y="52374"/>
                </a:lnTo>
                <a:lnTo>
                  <a:pt x="573405" y="50622"/>
                </a:lnTo>
                <a:lnTo>
                  <a:pt x="573481" y="48869"/>
                </a:lnTo>
                <a:lnTo>
                  <a:pt x="575081" y="39547"/>
                </a:lnTo>
                <a:lnTo>
                  <a:pt x="605358" y="10718"/>
                </a:lnTo>
                <a:lnTo>
                  <a:pt x="611555" y="10718"/>
                </a:lnTo>
                <a:lnTo>
                  <a:pt x="617537" y="12153"/>
                </a:lnTo>
                <a:lnTo>
                  <a:pt x="623290" y="15036"/>
                </a:lnTo>
                <a:lnTo>
                  <a:pt x="623290" y="10718"/>
                </a:lnTo>
                <a:lnTo>
                  <a:pt x="623290" y="3721"/>
                </a:lnTo>
                <a:lnTo>
                  <a:pt x="618972" y="1714"/>
                </a:lnTo>
                <a:lnTo>
                  <a:pt x="619239" y="1714"/>
                </a:lnTo>
                <a:lnTo>
                  <a:pt x="612800" y="596"/>
                </a:lnTo>
                <a:lnTo>
                  <a:pt x="605205" y="596"/>
                </a:lnTo>
                <a:lnTo>
                  <a:pt x="567347" y="27901"/>
                </a:lnTo>
                <a:lnTo>
                  <a:pt x="560781" y="63842"/>
                </a:lnTo>
                <a:lnTo>
                  <a:pt x="561340" y="74930"/>
                </a:lnTo>
                <a:lnTo>
                  <a:pt x="580821" y="110477"/>
                </a:lnTo>
                <a:lnTo>
                  <a:pt x="595757" y="113779"/>
                </a:lnTo>
                <a:lnTo>
                  <a:pt x="602919" y="113131"/>
                </a:lnTo>
                <a:lnTo>
                  <a:pt x="609422" y="111188"/>
                </a:lnTo>
                <a:lnTo>
                  <a:pt x="615226" y="107924"/>
                </a:lnTo>
                <a:lnTo>
                  <a:pt x="619937" y="103733"/>
                </a:lnTo>
                <a:lnTo>
                  <a:pt x="620356" y="103365"/>
                </a:lnTo>
                <a:lnTo>
                  <a:pt x="624535" y="97840"/>
                </a:lnTo>
                <a:lnTo>
                  <a:pt x="627468" y="91770"/>
                </a:lnTo>
                <a:lnTo>
                  <a:pt x="627888" y="90271"/>
                </a:lnTo>
                <a:lnTo>
                  <a:pt x="629310" y="84848"/>
                </a:lnTo>
                <a:lnTo>
                  <a:pt x="629920" y="77393"/>
                </a:lnTo>
                <a:close/>
              </a:path>
              <a:path w="1243964" h="114300">
                <a:moveTo>
                  <a:pt x="685939" y="63550"/>
                </a:moveTo>
                <a:lnTo>
                  <a:pt x="644271" y="63550"/>
                </a:lnTo>
                <a:lnTo>
                  <a:pt x="644271" y="72999"/>
                </a:lnTo>
                <a:lnTo>
                  <a:pt x="685939" y="72999"/>
                </a:lnTo>
                <a:lnTo>
                  <a:pt x="685939" y="63550"/>
                </a:lnTo>
                <a:close/>
              </a:path>
              <a:path w="1243964" h="114300">
                <a:moveTo>
                  <a:pt x="772693" y="56705"/>
                </a:moveTo>
                <a:lnTo>
                  <a:pt x="770547" y="32169"/>
                </a:lnTo>
                <a:lnTo>
                  <a:pt x="764133" y="14630"/>
                </a:lnTo>
                <a:lnTo>
                  <a:pt x="760526" y="11074"/>
                </a:lnTo>
                <a:lnTo>
                  <a:pt x="760526" y="56705"/>
                </a:lnTo>
                <a:lnTo>
                  <a:pt x="760526" y="59385"/>
                </a:lnTo>
                <a:lnTo>
                  <a:pt x="748652" y="99529"/>
                </a:lnTo>
                <a:lnTo>
                  <a:pt x="737260" y="103733"/>
                </a:lnTo>
                <a:lnTo>
                  <a:pt x="727011" y="100926"/>
                </a:lnTo>
                <a:lnTo>
                  <a:pt x="719709" y="92506"/>
                </a:lnTo>
                <a:lnTo>
                  <a:pt x="715314" y="78460"/>
                </a:lnTo>
                <a:lnTo>
                  <a:pt x="713892" y="59385"/>
                </a:lnTo>
                <a:lnTo>
                  <a:pt x="713994" y="56705"/>
                </a:lnTo>
                <a:lnTo>
                  <a:pt x="715352" y="37769"/>
                </a:lnTo>
                <a:lnTo>
                  <a:pt x="719861" y="22745"/>
                </a:lnTo>
                <a:lnTo>
                  <a:pt x="727367" y="13728"/>
                </a:lnTo>
                <a:lnTo>
                  <a:pt x="737895" y="10718"/>
                </a:lnTo>
                <a:lnTo>
                  <a:pt x="747852" y="13728"/>
                </a:lnTo>
                <a:lnTo>
                  <a:pt x="754926" y="22567"/>
                </a:lnTo>
                <a:lnTo>
                  <a:pt x="759193" y="37388"/>
                </a:lnTo>
                <a:lnTo>
                  <a:pt x="760526" y="56705"/>
                </a:lnTo>
                <a:lnTo>
                  <a:pt x="760526" y="11074"/>
                </a:lnTo>
                <a:lnTo>
                  <a:pt x="760171" y="10718"/>
                </a:lnTo>
                <a:lnTo>
                  <a:pt x="753452" y="4114"/>
                </a:lnTo>
                <a:lnTo>
                  <a:pt x="738530" y="596"/>
                </a:lnTo>
                <a:lnTo>
                  <a:pt x="730110" y="1536"/>
                </a:lnTo>
                <a:lnTo>
                  <a:pt x="704151" y="33896"/>
                </a:lnTo>
                <a:lnTo>
                  <a:pt x="701802" y="59385"/>
                </a:lnTo>
                <a:lnTo>
                  <a:pt x="702259" y="69735"/>
                </a:lnTo>
                <a:lnTo>
                  <a:pt x="715454" y="105765"/>
                </a:lnTo>
                <a:lnTo>
                  <a:pt x="735990" y="113779"/>
                </a:lnTo>
                <a:lnTo>
                  <a:pt x="744067" y="112890"/>
                </a:lnTo>
                <a:lnTo>
                  <a:pt x="744245" y="112890"/>
                </a:lnTo>
                <a:lnTo>
                  <a:pt x="751319" y="110223"/>
                </a:lnTo>
                <a:lnTo>
                  <a:pt x="751471" y="110223"/>
                </a:lnTo>
                <a:lnTo>
                  <a:pt x="757897" y="105524"/>
                </a:lnTo>
                <a:lnTo>
                  <a:pt x="759358" y="103733"/>
                </a:lnTo>
                <a:lnTo>
                  <a:pt x="763168" y="99085"/>
                </a:lnTo>
                <a:lnTo>
                  <a:pt x="767334" y="90932"/>
                </a:lnTo>
                <a:lnTo>
                  <a:pt x="770305" y="81140"/>
                </a:lnTo>
                <a:lnTo>
                  <a:pt x="772096" y="69735"/>
                </a:lnTo>
                <a:lnTo>
                  <a:pt x="772566" y="59385"/>
                </a:lnTo>
                <a:lnTo>
                  <a:pt x="772693" y="56705"/>
                </a:lnTo>
                <a:close/>
              </a:path>
              <a:path w="1243964" h="114300">
                <a:moveTo>
                  <a:pt x="857402" y="2387"/>
                </a:moveTo>
                <a:lnTo>
                  <a:pt x="787806" y="2387"/>
                </a:lnTo>
                <a:lnTo>
                  <a:pt x="787806" y="13169"/>
                </a:lnTo>
                <a:lnTo>
                  <a:pt x="843559" y="13169"/>
                </a:lnTo>
                <a:lnTo>
                  <a:pt x="837907" y="23545"/>
                </a:lnTo>
                <a:lnTo>
                  <a:pt x="820483" y="59918"/>
                </a:lnTo>
                <a:lnTo>
                  <a:pt x="807504" y="98602"/>
                </a:lnTo>
                <a:lnTo>
                  <a:pt x="804951" y="111925"/>
                </a:lnTo>
                <a:lnTo>
                  <a:pt x="817778" y="111925"/>
                </a:lnTo>
                <a:lnTo>
                  <a:pt x="819467" y="101650"/>
                </a:lnTo>
                <a:lnTo>
                  <a:pt x="822071" y="90601"/>
                </a:lnTo>
                <a:lnTo>
                  <a:pt x="835444" y="52984"/>
                </a:lnTo>
                <a:lnTo>
                  <a:pt x="857402" y="9601"/>
                </a:lnTo>
                <a:lnTo>
                  <a:pt x="857402" y="2387"/>
                </a:lnTo>
                <a:close/>
              </a:path>
              <a:path w="1243964" h="114300">
                <a:moveTo>
                  <a:pt x="919759" y="0"/>
                </a:moveTo>
                <a:lnTo>
                  <a:pt x="914933" y="0"/>
                </a:lnTo>
                <a:lnTo>
                  <a:pt x="911377" y="3276"/>
                </a:lnTo>
                <a:lnTo>
                  <a:pt x="906424" y="6654"/>
                </a:lnTo>
                <a:lnTo>
                  <a:pt x="893978" y="13589"/>
                </a:lnTo>
                <a:lnTo>
                  <a:pt x="888136" y="16103"/>
                </a:lnTo>
                <a:lnTo>
                  <a:pt x="882675" y="17640"/>
                </a:lnTo>
                <a:lnTo>
                  <a:pt x="882675" y="30289"/>
                </a:lnTo>
                <a:lnTo>
                  <a:pt x="907948" y="17335"/>
                </a:lnTo>
                <a:lnTo>
                  <a:pt x="907948" y="111925"/>
                </a:lnTo>
                <a:lnTo>
                  <a:pt x="919759" y="111925"/>
                </a:lnTo>
                <a:lnTo>
                  <a:pt x="919759" y="17335"/>
                </a:lnTo>
                <a:lnTo>
                  <a:pt x="919759" y="0"/>
                </a:lnTo>
                <a:close/>
              </a:path>
              <a:path w="1243964" h="114300">
                <a:moveTo>
                  <a:pt x="1005484" y="0"/>
                </a:moveTo>
                <a:lnTo>
                  <a:pt x="1000658" y="0"/>
                </a:lnTo>
                <a:lnTo>
                  <a:pt x="997102" y="3276"/>
                </a:lnTo>
                <a:lnTo>
                  <a:pt x="992149" y="6654"/>
                </a:lnTo>
                <a:lnTo>
                  <a:pt x="979703" y="13589"/>
                </a:lnTo>
                <a:lnTo>
                  <a:pt x="973861" y="16103"/>
                </a:lnTo>
                <a:lnTo>
                  <a:pt x="968400" y="17640"/>
                </a:lnTo>
                <a:lnTo>
                  <a:pt x="968400" y="30289"/>
                </a:lnTo>
                <a:lnTo>
                  <a:pt x="993673" y="17335"/>
                </a:lnTo>
                <a:lnTo>
                  <a:pt x="993673" y="111925"/>
                </a:lnTo>
                <a:lnTo>
                  <a:pt x="1005484" y="111925"/>
                </a:lnTo>
                <a:lnTo>
                  <a:pt x="1005484" y="17335"/>
                </a:lnTo>
                <a:lnTo>
                  <a:pt x="1005484" y="0"/>
                </a:lnTo>
                <a:close/>
              </a:path>
              <a:path w="1243964" h="114300">
                <a:moveTo>
                  <a:pt x="1214907" y="100901"/>
                </a:moveTo>
                <a:lnTo>
                  <a:pt x="1169314" y="100901"/>
                </a:lnTo>
                <a:lnTo>
                  <a:pt x="1169314" y="61696"/>
                </a:lnTo>
                <a:lnTo>
                  <a:pt x="1209192" y="61696"/>
                </a:lnTo>
                <a:lnTo>
                  <a:pt x="1209192" y="50673"/>
                </a:lnTo>
                <a:lnTo>
                  <a:pt x="1169314" y="50673"/>
                </a:lnTo>
                <a:lnTo>
                  <a:pt x="1169314" y="13474"/>
                </a:lnTo>
                <a:lnTo>
                  <a:pt x="1212367" y="13474"/>
                </a:lnTo>
                <a:lnTo>
                  <a:pt x="1212367" y="2387"/>
                </a:lnTo>
                <a:lnTo>
                  <a:pt x="1157376" y="2387"/>
                </a:lnTo>
                <a:lnTo>
                  <a:pt x="1157376" y="111925"/>
                </a:lnTo>
                <a:lnTo>
                  <a:pt x="1214907" y="111925"/>
                </a:lnTo>
                <a:lnTo>
                  <a:pt x="1214907" y="100901"/>
                </a:lnTo>
                <a:close/>
              </a:path>
              <a:path w="1243964" h="114300">
                <a:moveTo>
                  <a:pt x="1243863" y="103035"/>
                </a:moveTo>
                <a:lnTo>
                  <a:pt x="1243101" y="101066"/>
                </a:lnTo>
                <a:lnTo>
                  <a:pt x="1239799" y="97840"/>
                </a:lnTo>
                <a:lnTo>
                  <a:pt x="1237894" y="97040"/>
                </a:lnTo>
                <a:lnTo>
                  <a:pt x="1233576" y="97040"/>
                </a:lnTo>
                <a:lnTo>
                  <a:pt x="1231671" y="97840"/>
                </a:lnTo>
                <a:lnTo>
                  <a:pt x="1228369" y="101066"/>
                </a:lnTo>
                <a:lnTo>
                  <a:pt x="1227480" y="103035"/>
                </a:lnTo>
                <a:lnTo>
                  <a:pt x="1227480" y="107657"/>
                </a:lnTo>
                <a:lnTo>
                  <a:pt x="1228369" y="109601"/>
                </a:lnTo>
                <a:lnTo>
                  <a:pt x="1229893" y="111213"/>
                </a:lnTo>
                <a:lnTo>
                  <a:pt x="1231544" y="112826"/>
                </a:lnTo>
                <a:lnTo>
                  <a:pt x="1233449" y="113626"/>
                </a:lnTo>
                <a:lnTo>
                  <a:pt x="1237894" y="113626"/>
                </a:lnTo>
                <a:lnTo>
                  <a:pt x="1239862" y="112826"/>
                </a:lnTo>
                <a:lnTo>
                  <a:pt x="1241374" y="111213"/>
                </a:lnTo>
                <a:lnTo>
                  <a:pt x="1242974" y="109601"/>
                </a:lnTo>
                <a:lnTo>
                  <a:pt x="1243812" y="107657"/>
                </a:lnTo>
                <a:lnTo>
                  <a:pt x="1243863" y="103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4707" y="6293319"/>
            <a:ext cx="947264" cy="152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495" y="1743455"/>
              <a:ext cx="7107935" cy="9982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01505" y="2463393"/>
            <a:ext cx="8718127" cy="10850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3467" spc="-27" dirty="0">
                <a:solidFill>
                  <a:srgbClr val="FFFFFF"/>
                </a:solidFill>
                <a:latin typeface="Arial"/>
                <a:cs typeface="Arial"/>
              </a:rPr>
              <a:t>Trustworthy</a:t>
            </a:r>
            <a:r>
              <a:rPr sz="3467" spc="-2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r>
              <a:rPr sz="3467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3467" spc="-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sz="3467" spc="-1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spc="-33" dirty="0">
                <a:solidFill>
                  <a:srgbClr val="FFFFFF"/>
                </a:solidFill>
                <a:latin typeface="Arial"/>
                <a:cs typeface="Arial"/>
              </a:rPr>
              <a:t>AI: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Four</a:t>
            </a:r>
            <a:r>
              <a:rPr sz="3467" spc="-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3467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Cases</a:t>
            </a:r>
            <a:r>
              <a:rPr sz="3467" spc="-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3467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ChatGPT</a:t>
            </a:r>
            <a:r>
              <a:rPr sz="3467" spc="-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3467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67" spc="-47" dirty="0">
                <a:solidFill>
                  <a:srgbClr val="FFFFFF"/>
                </a:solidFill>
                <a:latin typeface="Arial"/>
                <a:cs typeface="Arial"/>
              </a:rPr>
              <a:t>GPT-</a:t>
            </a:r>
            <a:r>
              <a:rPr sz="3467" spc="-67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467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1248" y="4291584"/>
            <a:ext cx="6128512" cy="13512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1504" y="4374659"/>
            <a:ext cx="5667587" cy="112986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1867" spc="-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Georg</a:t>
            </a:r>
            <a:r>
              <a:rPr sz="1867" spc="-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Wittenburg</a:t>
            </a:r>
            <a:r>
              <a:rPr sz="1867" spc="4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▪</a:t>
            </a:r>
            <a:r>
              <a:rPr sz="1867" spc="4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"/>
                <a:cs typeface="Arial"/>
              </a:rPr>
              <a:t>Inspirient</a:t>
            </a:r>
            <a:endParaRPr sz="1867">
              <a:latin typeface="Arial"/>
              <a:cs typeface="Arial"/>
            </a:endParaRPr>
          </a:p>
          <a:p>
            <a:pPr marL="16933" marR="6773">
              <a:lnSpc>
                <a:spcPct val="120000"/>
              </a:lnSpc>
              <a:spcBef>
                <a:spcPts val="1347"/>
              </a:spcBef>
            </a:pP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1867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Online</a:t>
            </a:r>
            <a:r>
              <a:rPr sz="1867" spc="-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1867" spc="-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sz="1867" spc="-1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r>
              <a:rPr sz="1867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(GOR</a:t>
            </a:r>
            <a:r>
              <a:rPr sz="1867" spc="-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spc="-33" dirty="0">
                <a:solidFill>
                  <a:srgbClr val="FFFFFF"/>
                </a:solidFill>
                <a:latin typeface="Arial"/>
                <a:cs typeface="Arial"/>
              </a:rPr>
              <a:t>23)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Kassel,</a:t>
            </a:r>
            <a:r>
              <a:rPr sz="1867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r>
              <a:rPr sz="1867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FFFF"/>
                </a:solidFill>
                <a:latin typeface="Arial"/>
                <a:cs typeface="Arial"/>
              </a:rPr>
              <a:t>September</a:t>
            </a:r>
            <a:r>
              <a:rPr sz="1867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67" spc="-27" dirty="0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4063" y="239775"/>
            <a:ext cx="2796540" cy="1026160"/>
            <a:chOff x="6670547" y="179831"/>
            <a:chExt cx="2097405" cy="76962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0547" y="179831"/>
              <a:ext cx="2097024" cy="7696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6836" y="205981"/>
              <a:ext cx="1989963" cy="663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79798" y="2287487"/>
            <a:ext cx="123111" cy="2626360"/>
          </a:xfrm>
          <a:prstGeom prst="rect">
            <a:avLst/>
          </a:prstGeom>
        </p:spPr>
        <p:txBody>
          <a:bodyPr vert="vert270" wrap="square" lIns="0" tIns="6773" rIns="0" bIns="0" rtlCol="0">
            <a:spAutoFit/>
          </a:bodyPr>
          <a:lstStyle/>
          <a:p>
            <a:pPr marL="16933">
              <a:spcBef>
                <a:spcPts val="53"/>
              </a:spcBef>
            </a:pP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Copyright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©</a:t>
            </a:r>
            <a:r>
              <a:rPr sz="800" spc="-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2023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by</a:t>
            </a:r>
            <a:r>
              <a:rPr sz="800" spc="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Inspirient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GmbH.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All rights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reserved.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1910" y="6543034"/>
            <a:ext cx="628076" cy="13525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21690" y="1545673"/>
            <a:ext cx="3420533" cy="2848187"/>
            <a:chOff x="3541267" y="1159255"/>
            <a:chExt cx="2565400" cy="2136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1267" y="1159255"/>
              <a:ext cx="2061464" cy="21068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4191" y="2866644"/>
              <a:ext cx="1522476" cy="4282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11242" y="2900679"/>
              <a:ext cx="1414780" cy="306705"/>
            </a:xfrm>
            <a:custGeom>
              <a:avLst/>
              <a:gdLst/>
              <a:ahLst/>
              <a:cxnLst/>
              <a:rect l="l" t="t" r="r" b="b"/>
              <a:pathLst>
                <a:path w="1414779" h="306705">
                  <a:moveTo>
                    <a:pt x="1363726" y="0"/>
                  </a:moveTo>
                  <a:lnTo>
                    <a:pt x="51054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3"/>
                  </a:lnTo>
                  <a:lnTo>
                    <a:pt x="0" y="255143"/>
                  </a:lnTo>
                  <a:lnTo>
                    <a:pt x="4012" y="275014"/>
                  </a:lnTo>
                  <a:lnTo>
                    <a:pt x="14954" y="291242"/>
                  </a:lnTo>
                  <a:lnTo>
                    <a:pt x="31182" y="302184"/>
                  </a:lnTo>
                  <a:lnTo>
                    <a:pt x="51054" y="306196"/>
                  </a:lnTo>
                  <a:lnTo>
                    <a:pt x="1363726" y="306196"/>
                  </a:lnTo>
                  <a:lnTo>
                    <a:pt x="1383597" y="302184"/>
                  </a:lnTo>
                  <a:lnTo>
                    <a:pt x="1399825" y="291242"/>
                  </a:lnTo>
                  <a:lnTo>
                    <a:pt x="1410767" y="275014"/>
                  </a:lnTo>
                  <a:lnTo>
                    <a:pt x="1414780" y="255143"/>
                  </a:lnTo>
                  <a:lnTo>
                    <a:pt x="1414780" y="51053"/>
                  </a:lnTo>
                  <a:lnTo>
                    <a:pt x="1410767" y="31182"/>
                  </a:lnTo>
                  <a:lnTo>
                    <a:pt x="1399825" y="14954"/>
                  </a:lnTo>
                  <a:lnTo>
                    <a:pt x="1383597" y="4012"/>
                  </a:lnTo>
                  <a:lnTo>
                    <a:pt x="136372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8064" y="2893529"/>
              <a:ext cx="961009" cy="32033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23080" y="4536439"/>
            <a:ext cx="3547533" cy="607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47" algn="ctr">
              <a:lnSpc>
                <a:spcPts val="2393"/>
              </a:lnSpc>
              <a:spcBef>
                <a:spcPts val="133"/>
              </a:spcBef>
            </a:pPr>
            <a:r>
              <a:rPr sz="2000" b="1" spc="-13" dirty="0">
                <a:latin typeface="Arial"/>
                <a:cs typeface="Arial"/>
              </a:rPr>
              <a:t>Dr.</a:t>
            </a:r>
            <a:r>
              <a:rPr sz="2000" b="1" spc="-7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Georg</a:t>
            </a:r>
            <a:r>
              <a:rPr sz="2000" b="1" spc="-67" dirty="0">
                <a:latin typeface="Arial"/>
                <a:cs typeface="Arial"/>
              </a:rPr>
              <a:t> </a:t>
            </a:r>
            <a:r>
              <a:rPr sz="2000" b="1" spc="-13" dirty="0">
                <a:latin typeface="Arial"/>
                <a:cs typeface="Arial"/>
              </a:rPr>
              <a:t>Wittenburg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33"/>
              </a:lnSpc>
            </a:pPr>
            <a:r>
              <a:rPr sz="1867" spc="-13" dirty="0">
                <a:latin typeface="Arial"/>
                <a:cs typeface="Arial"/>
              </a:rPr>
              <a:t>Co-</a:t>
            </a:r>
            <a:r>
              <a:rPr sz="1867" dirty="0">
                <a:latin typeface="Arial"/>
                <a:cs typeface="Arial"/>
              </a:rPr>
              <a:t>founder</a:t>
            </a:r>
            <a:r>
              <a:rPr sz="1867" spc="-8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and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CEO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at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Inspirient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558272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>
              <a:spcBef>
                <a:spcPts val="33"/>
              </a:spcBef>
            </a:pPr>
            <a:r>
              <a:rPr dirty="0"/>
              <a:t>General</a:t>
            </a:r>
            <a:r>
              <a:rPr spc="-40" dirty="0"/>
              <a:t> </a:t>
            </a: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Research</a:t>
            </a:r>
            <a:r>
              <a:rPr spc="-40" dirty="0"/>
              <a:t> </a:t>
            </a:r>
            <a:r>
              <a:rPr dirty="0"/>
              <a:t>Conference</a:t>
            </a:r>
            <a:r>
              <a:rPr spc="-20" dirty="0"/>
              <a:t> </a:t>
            </a:r>
            <a:r>
              <a:rPr dirty="0"/>
              <a:t>2023</a:t>
            </a:r>
            <a:r>
              <a:rPr spc="-33" dirty="0"/>
              <a:t> </a:t>
            </a:r>
            <a:r>
              <a:rPr dirty="0"/>
              <a:t>(GOR</a:t>
            </a:r>
            <a:r>
              <a:rPr spc="-47" dirty="0"/>
              <a:t> </a:t>
            </a:r>
            <a:r>
              <a:rPr dirty="0"/>
              <a:t>23),</a:t>
            </a:r>
            <a:r>
              <a:rPr spc="-40" dirty="0"/>
              <a:t> </a:t>
            </a:r>
            <a:r>
              <a:rPr spc="-13" dirty="0"/>
              <a:t>21.09.2023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r>
              <a:rPr spc="-33" dirty="0"/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79798" y="2287487"/>
            <a:ext cx="123111" cy="2626360"/>
          </a:xfrm>
          <a:prstGeom prst="rect">
            <a:avLst/>
          </a:prstGeom>
        </p:spPr>
        <p:txBody>
          <a:bodyPr vert="vert270" wrap="square" lIns="0" tIns="6773" rIns="0" bIns="0" rtlCol="0">
            <a:spAutoFit/>
          </a:bodyPr>
          <a:lstStyle/>
          <a:p>
            <a:pPr marL="16933">
              <a:spcBef>
                <a:spcPts val="53"/>
              </a:spcBef>
            </a:pP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Copyright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©</a:t>
            </a:r>
            <a:r>
              <a:rPr sz="800" spc="-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2023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by</a:t>
            </a:r>
            <a:r>
              <a:rPr sz="800" spc="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Inspirient</a:t>
            </a:r>
            <a:r>
              <a:rPr sz="800" spc="-27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GmbH.</a:t>
            </a:r>
            <a:r>
              <a:rPr sz="800" spc="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A6A6A6"/>
                </a:solidFill>
                <a:latin typeface="Arial"/>
                <a:cs typeface="Arial"/>
              </a:rPr>
              <a:t>All rights </a:t>
            </a:r>
            <a:r>
              <a:rPr sz="800" spc="-13" dirty="0">
                <a:solidFill>
                  <a:srgbClr val="A6A6A6"/>
                </a:solidFill>
                <a:latin typeface="Arial"/>
                <a:cs typeface="Arial"/>
              </a:rPr>
              <a:t>reserved.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1910" y="6543034"/>
            <a:ext cx="628076" cy="1352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987" y="1366520"/>
            <a:ext cx="4111413" cy="543739"/>
          </a:xfrm>
          <a:prstGeom prst="rect">
            <a:avLst/>
          </a:prstGeom>
        </p:spPr>
        <p:txBody>
          <a:bodyPr vert="horz" wrap="square" lIns="0" tIns="30226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dirty="0"/>
              <a:t>Thank</a:t>
            </a:r>
            <a:r>
              <a:rPr spc="-53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for</a:t>
            </a:r>
            <a:r>
              <a:rPr spc="-27" dirty="0"/>
              <a:t> </a:t>
            </a:r>
            <a:r>
              <a:rPr dirty="0"/>
              <a:t>your</a:t>
            </a:r>
            <a:r>
              <a:rPr spc="-53" dirty="0"/>
              <a:t> </a:t>
            </a:r>
            <a:r>
              <a:rPr dirty="0"/>
              <a:t>time</a:t>
            </a:r>
            <a:r>
              <a:rPr spc="7" dirty="0"/>
              <a:t> </a:t>
            </a:r>
            <a:r>
              <a:rPr spc="-13" dirty="0"/>
              <a:t>today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78618" y="3042005"/>
            <a:ext cx="3499273" cy="6737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Dr.</a:t>
            </a:r>
            <a:r>
              <a:rPr sz="2400" b="1" spc="-9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Georg</a:t>
            </a:r>
            <a:r>
              <a:rPr sz="2400" b="1" spc="-8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Wittenburg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"/>
                <a:cs typeface="Arial"/>
                <a:hlinkClick r:id="rId3"/>
              </a:rPr>
              <a:t>georg.wittenburg@inspirient.com</a:t>
            </a:r>
            <a:endParaRPr sz="1867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1547" y="3045023"/>
            <a:ext cx="3132415" cy="79834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558272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>
              <a:spcBef>
                <a:spcPts val="33"/>
              </a:spcBef>
            </a:pPr>
            <a:r>
              <a:rPr dirty="0"/>
              <a:t>General</a:t>
            </a:r>
            <a:r>
              <a:rPr spc="-40" dirty="0"/>
              <a:t> </a:t>
            </a:r>
            <a:r>
              <a:rPr dirty="0"/>
              <a:t>Online</a:t>
            </a:r>
            <a:r>
              <a:rPr spc="-40" dirty="0"/>
              <a:t> </a:t>
            </a:r>
            <a:r>
              <a:rPr dirty="0"/>
              <a:t>Research</a:t>
            </a:r>
            <a:r>
              <a:rPr spc="-40" dirty="0"/>
              <a:t> </a:t>
            </a:r>
            <a:r>
              <a:rPr dirty="0"/>
              <a:t>Conference</a:t>
            </a:r>
            <a:r>
              <a:rPr spc="-20" dirty="0"/>
              <a:t> </a:t>
            </a:r>
            <a:r>
              <a:rPr dirty="0"/>
              <a:t>2023</a:t>
            </a:r>
            <a:r>
              <a:rPr spc="-33" dirty="0"/>
              <a:t> </a:t>
            </a:r>
            <a:r>
              <a:rPr dirty="0"/>
              <a:t>(GOR</a:t>
            </a:r>
            <a:r>
              <a:rPr spc="-47" dirty="0"/>
              <a:t> </a:t>
            </a:r>
            <a:r>
              <a:rPr dirty="0"/>
              <a:t>23),</a:t>
            </a:r>
            <a:r>
              <a:rPr spc="-40" dirty="0"/>
              <a:t> </a:t>
            </a:r>
            <a:r>
              <a:rPr spc="-13" dirty="0"/>
              <a:t>21.09.2023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r>
              <a:rPr spc="-33" dirty="0"/>
              <a:t>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3825" y="327996"/>
            <a:ext cx="341036" cy="3434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26793" y="4495291"/>
            <a:ext cx="3514725" cy="13862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dirty="0">
                <a:latin typeface="Century Gothic"/>
                <a:cs typeface="Century Gothic"/>
              </a:rPr>
              <a:t>Cheoneum</a:t>
            </a:r>
            <a:r>
              <a:rPr sz="2400" spc="270" dirty="0">
                <a:latin typeface="Century Gothic"/>
                <a:cs typeface="Century Gothic"/>
              </a:rPr>
              <a:t> </a:t>
            </a:r>
            <a:r>
              <a:rPr sz="2400" spc="135" dirty="0">
                <a:latin typeface="Century Gothic"/>
                <a:cs typeface="Century Gothic"/>
              </a:rPr>
              <a:t>Park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spc="75" dirty="0">
                <a:latin typeface="Century Gothic"/>
                <a:cs typeface="Century Gothic"/>
              </a:rPr>
              <a:t>Assistant</a:t>
            </a:r>
            <a:r>
              <a:rPr sz="1800" spc="5" dirty="0">
                <a:latin typeface="Century Gothic"/>
                <a:cs typeface="Century Gothic"/>
              </a:rPr>
              <a:t> </a:t>
            </a:r>
            <a:r>
              <a:rPr sz="1800" spc="70" dirty="0">
                <a:latin typeface="Century Gothic"/>
                <a:cs typeface="Century Gothic"/>
              </a:rPr>
              <a:t>Professor</a:t>
            </a:r>
            <a:endParaRPr sz="1800">
              <a:latin typeface="Century Gothic"/>
              <a:cs typeface="Century Gothic"/>
            </a:endParaRPr>
          </a:p>
          <a:p>
            <a:pPr marL="12700" marR="5080">
              <a:lnSpc>
                <a:spcPct val="114999"/>
              </a:lnSpc>
              <a:spcBef>
                <a:spcPts val="750"/>
              </a:spcBef>
            </a:pPr>
            <a:r>
              <a:rPr sz="1600" dirty="0">
                <a:latin typeface="Century Gothic"/>
                <a:cs typeface="Century Gothic"/>
              </a:rPr>
              <a:t>Dept.</a:t>
            </a:r>
            <a:r>
              <a:rPr sz="1600" spc="114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of</a:t>
            </a:r>
            <a:r>
              <a:rPr sz="1600" spc="114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Computer</a:t>
            </a:r>
            <a:r>
              <a:rPr sz="1600" spc="120" dirty="0">
                <a:latin typeface="Century Gothic"/>
                <a:cs typeface="Century Gothic"/>
              </a:rPr>
              <a:t> </a:t>
            </a:r>
            <a:r>
              <a:rPr sz="1600" spc="65" dirty="0">
                <a:latin typeface="Century Gothic"/>
                <a:cs typeface="Century Gothic"/>
              </a:rPr>
              <a:t>Engineering </a:t>
            </a:r>
            <a:r>
              <a:rPr sz="1600" dirty="0">
                <a:latin typeface="Century Gothic"/>
                <a:cs typeface="Century Gothic"/>
              </a:rPr>
              <a:t>Hanbat</a:t>
            </a:r>
            <a:r>
              <a:rPr sz="1600" spc="12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National</a:t>
            </a:r>
            <a:r>
              <a:rPr sz="1600" spc="130" dirty="0">
                <a:latin typeface="Century Gothic"/>
                <a:cs typeface="Century Gothic"/>
              </a:rPr>
              <a:t> </a:t>
            </a:r>
            <a:r>
              <a:rPr sz="1600" spc="80" dirty="0">
                <a:latin typeface="Century Gothic"/>
                <a:cs typeface="Century Gothic"/>
              </a:rPr>
              <a:t>University,</a:t>
            </a:r>
            <a:r>
              <a:rPr sz="1600" spc="125" dirty="0">
                <a:latin typeface="Century Gothic"/>
                <a:cs typeface="Century Gothic"/>
              </a:rPr>
              <a:t> </a:t>
            </a:r>
            <a:r>
              <a:rPr sz="1600" spc="-10" dirty="0">
                <a:latin typeface="Century Gothic"/>
                <a:cs typeface="Century Gothic"/>
              </a:rPr>
              <a:t>Korea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46239" y="384423"/>
            <a:ext cx="238760" cy="231140"/>
            <a:chOff x="9046239" y="384423"/>
            <a:chExt cx="238760" cy="231140"/>
          </a:xfrm>
        </p:grpSpPr>
        <p:sp>
          <p:nvSpPr>
            <p:cNvPr id="6" name="object 6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9337955" y="384423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1792731"/>
            <a:ext cx="28194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RAG</a:t>
            </a:r>
            <a:r>
              <a:rPr sz="4000" spc="-30" dirty="0"/>
              <a:t> </a:t>
            </a:r>
            <a:r>
              <a:rPr sz="4000" spc="-25" dirty="0">
                <a:latin typeface="Malgun Gothic"/>
                <a:cs typeface="Malgun Gothic"/>
              </a:rPr>
              <a:t>세미나</a:t>
            </a:r>
            <a:endParaRPr sz="40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2713228"/>
            <a:ext cx="57721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96A9B"/>
                </a:solidFill>
                <a:latin typeface="Malgun Gothic"/>
                <a:cs typeface="Malgun Gothic"/>
              </a:rPr>
              <a:t>자연어처리의</a:t>
            </a:r>
            <a:r>
              <a:rPr sz="2200" spc="-19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200" dirty="0">
                <a:solidFill>
                  <a:srgbClr val="296A9B"/>
                </a:solidFill>
                <a:latin typeface="Malgun Gothic"/>
                <a:cs typeface="Malgun Gothic"/>
              </a:rPr>
              <a:t>정보검색</a:t>
            </a:r>
            <a:r>
              <a:rPr sz="2200" spc="-19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200" dirty="0">
                <a:solidFill>
                  <a:srgbClr val="296A9B"/>
                </a:solidFill>
                <a:latin typeface="Malgun Gothic"/>
                <a:cs typeface="Malgun Gothic"/>
              </a:rPr>
              <a:t>기법과</a:t>
            </a:r>
            <a:r>
              <a:rPr sz="2200" spc="-190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200" dirty="0">
                <a:solidFill>
                  <a:srgbClr val="296A9B"/>
                </a:solidFill>
                <a:latin typeface="Malgun Gothic"/>
                <a:cs typeface="Malgun Gothic"/>
              </a:rPr>
              <a:t>최신</a:t>
            </a:r>
            <a:r>
              <a:rPr sz="2200" spc="-185" dirty="0">
                <a:solidFill>
                  <a:srgbClr val="296A9B"/>
                </a:solidFill>
                <a:latin typeface="Malgun Gothic"/>
                <a:cs typeface="Malgun Gothic"/>
              </a:rPr>
              <a:t> </a:t>
            </a:r>
            <a:r>
              <a:rPr sz="2200" dirty="0">
                <a:solidFill>
                  <a:srgbClr val="296A9B"/>
                </a:solidFill>
                <a:latin typeface="Century Gothic"/>
                <a:cs typeface="Century Gothic"/>
              </a:rPr>
              <a:t>RAG</a:t>
            </a:r>
            <a:r>
              <a:rPr sz="2200" spc="-25" dirty="0">
                <a:solidFill>
                  <a:srgbClr val="296A9B"/>
                </a:solidFill>
                <a:latin typeface="Century Gothic"/>
                <a:cs typeface="Century Gothic"/>
              </a:rPr>
              <a:t> </a:t>
            </a:r>
            <a:r>
              <a:rPr sz="2200" spc="-25" dirty="0">
                <a:solidFill>
                  <a:srgbClr val="296A9B"/>
                </a:solidFill>
                <a:latin typeface="Malgun Gothic"/>
                <a:cs typeface="Malgun Gothic"/>
              </a:rPr>
              <a:t>모델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3989323"/>
            <a:ext cx="1128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entury Gothic"/>
                <a:cs typeface="Century Gothic"/>
              </a:rPr>
              <a:t>2024.05.01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74" y="0"/>
            <a:ext cx="6630670" cy="6858000"/>
          </a:xfrm>
          <a:custGeom>
            <a:avLst/>
            <a:gdLst/>
            <a:ahLst/>
            <a:cxnLst/>
            <a:rect l="l" t="t" r="r" b="b"/>
            <a:pathLst>
              <a:path w="6630670" h="6858000">
                <a:moveTo>
                  <a:pt x="6630651" y="0"/>
                </a:moveTo>
                <a:lnTo>
                  <a:pt x="0" y="0"/>
                </a:lnTo>
                <a:lnTo>
                  <a:pt x="0" y="6857999"/>
                </a:lnTo>
                <a:lnTo>
                  <a:pt x="6630651" y="6857999"/>
                </a:lnTo>
                <a:lnTo>
                  <a:pt x="6630651" y="0"/>
                </a:lnTo>
                <a:close/>
              </a:path>
            </a:pathLst>
          </a:custGeom>
          <a:solidFill>
            <a:srgbClr val="222A3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3825" y="327996"/>
            <a:ext cx="341036" cy="3434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46239" y="384423"/>
            <a:ext cx="238760" cy="231140"/>
            <a:chOff x="9046239" y="384423"/>
            <a:chExt cx="238760" cy="231140"/>
          </a:xfrm>
        </p:grpSpPr>
        <p:sp>
          <p:nvSpPr>
            <p:cNvPr id="6" name="object 6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9337955" y="384423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FFFF"/>
                </a:solidFill>
                <a:latin typeface="Malgun Gothic"/>
                <a:cs typeface="Malgun Gothic"/>
              </a:rPr>
              <a:t>연사</a:t>
            </a:r>
            <a:r>
              <a:rPr b="1" spc="-2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FFFFFF"/>
                </a:solidFill>
                <a:latin typeface="Malgun Gothic"/>
                <a:cs typeface="Malgun Gothic"/>
              </a:rPr>
              <a:t>소개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5878" y="927100"/>
            <a:ext cx="4849495" cy="532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박천음</a:t>
            </a:r>
            <a:endParaRPr sz="22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04" dirty="0">
                <a:solidFill>
                  <a:srgbClr val="FFFFFF"/>
                </a:solidFill>
                <a:latin typeface="Calibri"/>
                <a:cs typeface="Calibri"/>
              </a:rPr>
              <a:t>Senior</a:t>
            </a:r>
            <a:r>
              <a:rPr sz="20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25" dirty="0">
                <a:solidFill>
                  <a:srgbClr val="FFFFFF"/>
                </a:solidFill>
                <a:latin typeface="Calibri"/>
                <a:cs typeface="Calibri"/>
              </a:rPr>
              <a:t>Researcher</a:t>
            </a:r>
            <a:r>
              <a:rPr sz="20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(HMG,</a:t>
            </a:r>
            <a:r>
              <a:rPr sz="20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60" dirty="0">
                <a:solidFill>
                  <a:srgbClr val="FFFFFF"/>
                </a:solidFill>
                <a:latin typeface="Calibri"/>
                <a:cs typeface="Calibri"/>
              </a:rPr>
              <a:t>`20~`23)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35" dirty="0">
                <a:solidFill>
                  <a:srgbClr val="FFFFFF"/>
                </a:solidFill>
                <a:latin typeface="Calibri"/>
                <a:cs typeface="Calibri"/>
              </a:rPr>
              <a:t>Manager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80" dirty="0">
                <a:solidFill>
                  <a:srgbClr val="FFFFFF"/>
                </a:solidFill>
                <a:latin typeface="Calibri"/>
                <a:cs typeface="Calibri"/>
              </a:rPr>
              <a:t>(SKT,</a:t>
            </a:r>
            <a:r>
              <a:rPr sz="200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60" dirty="0">
                <a:solidFill>
                  <a:srgbClr val="FFFFFF"/>
                </a:solidFill>
                <a:latin typeface="Calibri"/>
                <a:cs typeface="Calibri"/>
              </a:rPr>
              <a:t>`23~`24)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00" dirty="0">
                <a:solidFill>
                  <a:srgbClr val="FFFFFF"/>
                </a:solidFill>
                <a:latin typeface="Calibri"/>
                <a:cs typeface="Calibri"/>
              </a:rPr>
              <a:t>Assistant</a:t>
            </a:r>
            <a:r>
              <a:rPr sz="2000" b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95" dirty="0">
                <a:solidFill>
                  <a:srgbClr val="FFFFFF"/>
                </a:solidFill>
                <a:latin typeface="Calibri"/>
                <a:cs typeface="Calibri"/>
              </a:rPr>
              <a:t>Professor</a:t>
            </a:r>
            <a:r>
              <a:rPr sz="200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25" dirty="0">
                <a:solidFill>
                  <a:srgbClr val="FFFFFF"/>
                </a:solidFill>
                <a:latin typeface="Calibri"/>
                <a:cs typeface="Calibri"/>
              </a:rPr>
              <a:t>(HBNU,</a:t>
            </a:r>
            <a:r>
              <a:rPr sz="200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45" dirty="0">
                <a:solidFill>
                  <a:srgbClr val="FFFFFF"/>
                </a:solidFill>
                <a:latin typeface="Calibri"/>
                <a:cs typeface="Calibri"/>
              </a:rPr>
              <a:t>`24~)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b="1" spc="240" dirty="0">
                <a:solidFill>
                  <a:srgbClr val="FFFFFF"/>
                </a:solidFill>
                <a:latin typeface="Calibri"/>
                <a:cs typeface="Calibri"/>
              </a:rPr>
              <a:t>Interested</a:t>
            </a:r>
            <a:r>
              <a:rPr sz="22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114" dirty="0">
                <a:solidFill>
                  <a:srgbClr val="FFFFFF"/>
                </a:solidFill>
                <a:latin typeface="Calibri"/>
                <a:cs typeface="Calibri"/>
              </a:rPr>
              <a:t>in: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195" dirty="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30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sz="2000" b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4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20" dirty="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40" dirty="0">
                <a:solidFill>
                  <a:srgbClr val="FFFFFF"/>
                </a:solidFill>
                <a:latin typeface="Calibri"/>
                <a:cs typeface="Calibri"/>
              </a:rPr>
              <a:t>Answering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1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75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r>
              <a:rPr sz="2000" b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6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65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00" dirty="0">
                <a:solidFill>
                  <a:srgbClr val="FFFFFF"/>
                </a:solidFill>
                <a:latin typeface="Calibri"/>
                <a:cs typeface="Calibri"/>
              </a:rPr>
              <a:t>Multimodal</a:t>
            </a:r>
            <a:r>
              <a:rPr sz="200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24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354965" algn="l"/>
              </a:tabLst>
            </a:pPr>
            <a:r>
              <a:rPr sz="2000" b="1" spc="210" dirty="0">
                <a:solidFill>
                  <a:srgbClr val="FFFFFF"/>
                </a:solidFill>
                <a:latin typeface="Calibri"/>
                <a:cs typeface="Calibri"/>
              </a:rPr>
              <a:t>Explainable</a:t>
            </a:r>
            <a:r>
              <a:rPr sz="2000" b="1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15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68693" y="1257125"/>
            <a:ext cx="2171873" cy="217187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1292" y="1938735"/>
            <a:ext cx="964711" cy="40432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1292" y="1493221"/>
            <a:ext cx="1034705" cy="2849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60291" y="2503656"/>
            <a:ext cx="1116706" cy="28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3" y="774095"/>
            <a:ext cx="11277600" cy="0"/>
          </a:xfrm>
          <a:custGeom>
            <a:avLst/>
            <a:gdLst/>
            <a:ahLst/>
            <a:cxnLst/>
            <a:rect l="l" t="t" r="r" b="b"/>
            <a:pathLst>
              <a:path w="11277600">
                <a:moveTo>
                  <a:pt x="0" y="0"/>
                </a:moveTo>
                <a:lnTo>
                  <a:pt x="11277599" y="1"/>
                </a:lnTo>
              </a:path>
            </a:pathLst>
          </a:custGeom>
          <a:ln w="12700">
            <a:solidFill>
              <a:srgbClr val="2038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3825" y="327996"/>
            <a:ext cx="341036" cy="3434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46239" y="384423"/>
            <a:ext cx="238760" cy="231140"/>
            <a:chOff x="9046239" y="384423"/>
            <a:chExt cx="238760" cy="231140"/>
          </a:xfrm>
        </p:grpSpPr>
        <p:sp>
          <p:nvSpPr>
            <p:cNvPr id="6" name="object 6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9337955" y="384423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5877" y="823975"/>
            <a:ext cx="3980179" cy="54756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54965" algn="l"/>
              </a:tabLst>
            </a:pPr>
            <a:r>
              <a:rPr sz="1500" spc="-10" dirty="0">
                <a:latin typeface="Century Gothic"/>
                <a:cs typeface="Century Gothic"/>
              </a:rPr>
              <a:t>Retrievals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0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Sparse</a:t>
            </a:r>
            <a:r>
              <a:rPr sz="1500" spc="180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Retrieval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spc="55" dirty="0">
                <a:latin typeface="Century Gothic"/>
                <a:cs typeface="Century Gothic"/>
              </a:rPr>
              <a:t>Benchmark</a:t>
            </a:r>
            <a:r>
              <a:rPr sz="1500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Datasets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480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Dense</a:t>
            </a:r>
            <a:r>
              <a:rPr sz="1500" spc="150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Retrieval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Negative</a:t>
            </a:r>
            <a:r>
              <a:rPr sz="1500" spc="-80" dirty="0">
                <a:latin typeface="Century Gothic"/>
                <a:cs typeface="Century Gothic"/>
              </a:rPr>
              <a:t> </a:t>
            </a:r>
            <a:r>
              <a:rPr sz="1500" spc="45" dirty="0">
                <a:latin typeface="Century Gothic"/>
                <a:cs typeface="Century Gothic"/>
              </a:rPr>
              <a:t>Sampling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spc="60" dirty="0">
                <a:latin typeface="Century Gothic"/>
                <a:cs typeface="Century Gothic"/>
              </a:rPr>
              <a:t>Single</a:t>
            </a:r>
            <a:r>
              <a:rPr sz="1500" spc="-4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Vector</a:t>
            </a:r>
            <a:r>
              <a:rPr sz="1500" spc="-3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Retriever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spc="80" dirty="0">
                <a:latin typeface="Century Gothic"/>
                <a:cs typeface="Century Gothic"/>
              </a:rPr>
              <a:t>Multi</a:t>
            </a:r>
            <a:r>
              <a:rPr sz="1500" spc="-5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Vector</a:t>
            </a:r>
            <a:r>
              <a:rPr sz="1500" spc="-4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Retriever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0"/>
              </a:spcBef>
              <a:buAutoNum type="arabicParenR"/>
              <a:tabLst>
                <a:tab pos="812165" algn="l"/>
              </a:tabLst>
            </a:pPr>
            <a:r>
              <a:rPr sz="1500" spc="-10" dirty="0">
                <a:latin typeface="Century Gothic"/>
                <a:cs typeface="Century Gothic"/>
              </a:rPr>
              <a:t>Generative</a:t>
            </a:r>
            <a:r>
              <a:rPr sz="1500" spc="-80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Retrieval</a:t>
            </a:r>
            <a:endParaRPr sz="15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354965" algn="l"/>
              </a:tabLst>
            </a:pPr>
            <a:r>
              <a:rPr sz="1500" spc="55" dirty="0">
                <a:latin typeface="Century Gothic"/>
                <a:cs typeface="Century Gothic"/>
              </a:rPr>
              <a:t>Embeddings</a:t>
            </a:r>
            <a:r>
              <a:rPr sz="1500" spc="-55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and</a:t>
            </a:r>
            <a:r>
              <a:rPr sz="1500" spc="-65" dirty="0">
                <a:latin typeface="Century Gothic"/>
                <a:cs typeface="Century Gothic"/>
              </a:rPr>
              <a:t> </a:t>
            </a:r>
            <a:r>
              <a:rPr sz="1500" spc="55" dirty="0">
                <a:latin typeface="Century Gothic"/>
                <a:cs typeface="Century Gothic"/>
              </a:rPr>
              <a:t>Ranking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Large-</a:t>
            </a:r>
            <a:r>
              <a:rPr sz="1500" spc="-10" dirty="0">
                <a:latin typeface="Century Gothic"/>
                <a:cs typeface="Century Gothic"/>
              </a:rPr>
              <a:t>scale</a:t>
            </a:r>
            <a:r>
              <a:rPr sz="1500" spc="95" dirty="0">
                <a:latin typeface="Century Gothic"/>
                <a:cs typeface="Century Gothic"/>
              </a:rPr>
              <a:t> </a:t>
            </a:r>
            <a:r>
              <a:rPr sz="1500" spc="45" dirty="0">
                <a:latin typeface="Century Gothic"/>
                <a:cs typeface="Century Gothic"/>
              </a:rPr>
              <a:t>Embeddings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spc="65" dirty="0">
                <a:latin typeface="Century Gothic"/>
                <a:cs typeface="Century Gothic"/>
              </a:rPr>
              <a:t>Ranking</a:t>
            </a:r>
            <a:r>
              <a:rPr sz="1500" spc="-35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Approach</a:t>
            </a:r>
            <a:endParaRPr sz="15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354965" algn="l"/>
              </a:tabLst>
            </a:pPr>
            <a:r>
              <a:rPr sz="1500" dirty="0">
                <a:latin typeface="Century Gothic"/>
                <a:cs typeface="Century Gothic"/>
              </a:rPr>
              <a:t>Retrieval</a:t>
            </a:r>
            <a:r>
              <a:rPr sz="1500" spc="204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Augmented</a:t>
            </a:r>
            <a:r>
              <a:rPr sz="1500" spc="204" dirty="0">
                <a:latin typeface="Century Gothic"/>
                <a:cs typeface="Century Gothic"/>
              </a:rPr>
              <a:t> </a:t>
            </a:r>
            <a:r>
              <a:rPr sz="1500" spc="-10" dirty="0">
                <a:latin typeface="Century Gothic"/>
                <a:cs typeface="Century Gothic"/>
              </a:rPr>
              <a:t>Generation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Basic</a:t>
            </a:r>
            <a:r>
              <a:rPr sz="1500" spc="180" dirty="0">
                <a:latin typeface="Century Gothic"/>
                <a:cs typeface="Century Gothic"/>
              </a:rPr>
              <a:t> </a:t>
            </a:r>
            <a:r>
              <a:rPr sz="1500" spc="-25" dirty="0">
                <a:latin typeface="Century Gothic"/>
                <a:cs typeface="Century Gothic"/>
              </a:rPr>
              <a:t>RAG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480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RAG</a:t>
            </a:r>
            <a:r>
              <a:rPr sz="1500" spc="-5" dirty="0">
                <a:latin typeface="Century Gothic"/>
                <a:cs typeface="Century Gothic"/>
              </a:rPr>
              <a:t> </a:t>
            </a:r>
            <a:r>
              <a:rPr sz="1500" spc="80" dirty="0">
                <a:latin typeface="Century Gothic"/>
                <a:cs typeface="Century Gothic"/>
              </a:rPr>
              <a:t>with</a:t>
            </a:r>
            <a:r>
              <a:rPr sz="1500" dirty="0">
                <a:latin typeface="Century Gothic"/>
                <a:cs typeface="Century Gothic"/>
              </a:rPr>
              <a:t> Large</a:t>
            </a:r>
            <a:r>
              <a:rPr sz="1500" spc="-10" dirty="0">
                <a:latin typeface="Century Gothic"/>
                <a:cs typeface="Century Gothic"/>
              </a:rPr>
              <a:t> </a:t>
            </a:r>
            <a:r>
              <a:rPr sz="1500" dirty="0">
                <a:latin typeface="Century Gothic"/>
                <a:cs typeface="Century Gothic"/>
              </a:rPr>
              <a:t>Language</a:t>
            </a:r>
            <a:r>
              <a:rPr sz="1500" spc="-5" dirty="0">
                <a:latin typeface="Century Gothic"/>
                <a:cs typeface="Century Gothic"/>
              </a:rPr>
              <a:t> </a:t>
            </a:r>
            <a:r>
              <a:rPr sz="1500" spc="-20" dirty="0">
                <a:latin typeface="Century Gothic"/>
                <a:cs typeface="Century Gothic"/>
              </a:rPr>
              <a:t>Model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spc="-45" dirty="0">
                <a:latin typeface="Century Gothic"/>
                <a:cs typeface="Century Gothic"/>
              </a:rPr>
              <a:t>Advanced</a:t>
            </a:r>
            <a:r>
              <a:rPr sz="1500" spc="-60" dirty="0">
                <a:latin typeface="Century Gothic"/>
                <a:cs typeface="Century Gothic"/>
              </a:rPr>
              <a:t> </a:t>
            </a:r>
            <a:r>
              <a:rPr sz="1500" spc="-25" dirty="0">
                <a:latin typeface="Century Gothic"/>
                <a:cs typeface="Century Gothic"/>
              </a:rPr>
              <a:t>RAG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dirty="0">
                <a:latin typeface="Century Gothic"/>
                <a:cs typeface="Century Gothic"/>
              </a:rPr>
              <a:t>Modular</a:t>
            </a:r>
            <a:r>
              <a:rPr sz="1500" spc="140" dirty="0">
                <a:latin typeface="Century Gothic"/>
                <a:cs typeface="Century Gothic"/>
              </a:rPr>
              <a:t> </a:t>
            </a:r>
            <a:r>
              <a:rPr sz="1500" spc="-25" dirty="0">
                <a:latin typeface="Century Gothic"/>
                <a:cs typeface="Century Gothic"/>
              </a:rPr>
              <a:t>RAG</a:t>
            </a:r>
            <a:endParaRPr sz="15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354965" algn="l"/>
              </a:tabLst>
            </a:pPr>
            <a:r>
              <a:rPr sz="1500" spc="75" dirty="0">
                <a:latin typeface="Century Gothic"/>
                <a:cs typeface="Century Gothic"/>
              </a:rPr>
              <a:t>The</a:t>
            </a:r>
            <a:r>
              <a:rPr sz="1500" spc="-35" dirty="0">
                <a:latin typeface="Century Gothic"/>
                <a:cs typeface="Century Gothic"/>
              </a:rPr>
              <a:t> </a:t>
            </a:r>
            <a:r>
              <a:rPr sz="1500" spc="80" dirty="0">
                <a:latin typeface="Century Gothic"/>
                <a:cs typeface="Century Gothic"/>
              </a:rPr>
              <a:t>Future</a:t>
            </a:r>
            <a:endParaRPr sz="1500">
              <a:latin typeface="Century Gothic"/>
              <a:cs typeface="Century Gothic"/>
            </a:endParaRPr>
          </a:p>
          <a:p>
            <a:pPr marL="812165" lvl="1" indent="-342265">
              <a:lnSpc>
                <a:spcPct val="100000"/>
              </a:lnSpc>
              <a:spcBef>
                <a:spcPts val="505"/>
              </a:spcBef>
              <a:buAutoNum type="arabicParenR"/>
              <a:tabLst>
                <a:tab pos="812165" algn="l"/>
              </a:tabLst>
            </a:pPr>
            <a:r>
              <a:rPr sz="1500" spc="45" dirty="0">
                <a:latin typeface="Century Gothic"/>
                <a:cs typeface="Century Gothic"/>
              </a:rPr>
              <a:t>Multimodal</a:t>
            </a:r>
            <a:r>
              <a:rPr sz="1500" spc="-15" dirty="0">
                <a:latin typeface="Century Gothic"/>
                <a:cs typeface="Century Gothic"/>
              </a:rPr>
              <a:t> </a:t>
            </a:r>
            <a:r>
              <a:rPr sz="1500" spc="-25" dirty="0">
                <a:latin typeface="Century Gothic"/>
                <a:cs typeface="Century Gothic"/>
              </a:rPr>
              <a:t>RAG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15251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Outline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nowledge</a:t>
            </a:r>
            <a:r>
              <a:rPr sz="1000" spc="1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ntelligence</a:t>
            </a:r>
            <a:r>
              <a:rPr sz="1000" spc="1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entury Gothic"/>
                <a:cs typeface="Century Gothic"/>
              </a:rPr>
              <a:t>Lab. 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Hanbat</a:t>
            </a:r>
            <a:r>
              <a:rPr sz="1000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National</a:t>
            </a:r>
            <a:r>
              <a:rPr sz="1000" spc="40" dirty="0">
                <a:solidFill>
                  <a:srgbClr val="FFFFFF"/>
                </a:solidFill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384423"/>
            <a:ext cx="335915" cy="231140"/>
            <a:chOff x="9046239" y="384423"/>
            <a:chExt cx="335915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F2F2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F2F2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7955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9A1B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5878" y="798067"/>
            <a:ext cx="4331335" cy="403669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354965" algn="l"/>
              </a:tabLst>
            </a:pPr>
            <a:r>
              <a:rPr sz="2400" spc="60" dirty="0">
                <a:latin typeface="Century Gothic"/>
                <a:cs typeface="Century Gothic"/>
              </a:rPr>
              <a:t>Retrievals</a:t>
            </a:r>
            <a:endParaRPr sz="24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1010"/>
              </a:spcBef>
              <a:buAutoNum type="arabicParenR"/>
              <a:tabLst>
                <a:tab pos="812165" algn="l"/>
              </a:tabLst>
            </a:pPr>
            <a:r>
              <a:rPr sz="2400" spc="55" dirty="0">
                <a:latin typeface="Century Gothic"/>
                <a:cs typeface="Century Gothic"/>
              </a:rPr>
              <a:t>Sparse</a:t>
            </a:r>
            <a:r>
              <a:rPr sz="2400" spc="-15" dirty="0">
                <a:latin typeface="Century Gothic"/>
                <a:cs typeface="Century Gothic"/>
              </a:rPr>
              <a:t> </a:t>
            </a:r>
            <a:r>
              <a:rPr sz="2400" spc="40" dirty="0"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810895" algn="l"/>
              </a:tabLst>
            </a:pPr>
            <a:r>
              <a:rPr sz="2400" spc="100" dirty="0">
                <a:latin typeface="Century Gothic"/>
                <a:cs typeface="Century Gothic"/>
              </a:rPr>
              <a:t>Benchmark</a:t>
            </a:r>
            <a:r>
              <a:rPr sz="2400" spc="-4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Datasets</a:t>
            </a:r>
            <a:endParaRPr sz="2400">
              <a:latin typeface="Century Gothic"/>
              <a:cs typeface="Century Gothic"/>
            </a:endParaRPr>
          </a:p>
          <a:p>
            <a:pPr marL="811530" lvl="1" indent="-342265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811530" algn="l"/>
              </a:tabLst>
            </a:pPr>
            <a:r>
              <a:rPr sz="2400" spc="60" dirty="0">
                <a:latin typeface="Century Gothic"/>
                <a:cs typeface="Century Gothic"/>
              </a:rPr>
              <a:t>Dense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spc="40" dirty="0"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010"/>
              </a:spcBef>
              <a:buAutoNum type="arabicParenR"/>
              <a:tabLst>
                <a:tab pos="810895" algn="l"/>
              </a:tabLst>
            </a:pPr>
            <a:r>
              <a:rPr sz="2400" dirty="0">
                <a:latin typeface="Century Gothic"/>
                <a:cs typeface="Century Gothic"/>
              </a:rPr>
              <a:t>Negative</a:t>
            </a:r>
            <a:r>
              <a:rPr sz="2400" spc="-55" dirty="0">
                <a:latin typeface="Century Gothic"/>
                <a:cs typeface="Century Gothic"/>
              </a:rPr>
              <a:t> </a:t>
            </a:r>
            <a:r>
              <a:rPr sz="2400" spc="85" dirty="0">
                <a:latin typeface="Century Gothic"/>
                <a:cs typeface="Century Gothic"/>
              </a:rPr>
              <a:t>Sampling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810895" algn="l"/>
              </a:tabLst>
            </a:pPr>
            <a:r>
              <a:rPr sz="2400" spc="105" dirty="0">
                <a:latin typeface="Century Gothic"/>
                <a:cs typeface="Century Gothic"/>
              </a:rPr>
              <a:t>Single</a:t>
            </a:r>
            <a:r>
              <a:rPr sz="2400" spc="-6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Vector</a:t>
            </a:r>
            <a:r>
              <a:rPr sz="2400" spc="-55" dirty="0">
                <a:latin typeface="Century Gothic"/>
                <a:cs typeface="Century Gothic"/>
              </a:rPr>
              <a:t> </a:t>
            </a:r>
            <a:r>
              <a:rPr sz="2400" spc="60" dirty="0">
                <a:latin typeface="Century Gothic"/>
                <a:cs typeface="Century Gothic"/>
              </a:rPr>
              <a:t>Retriever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010"/>
              </a:spcBef>
              <a:buAutoNum type="arabicParenR"/>
              <a:tabLst>
                <a:tab pos="810895" algn="l"/>
              </a:tabLst>
            </a:pPr>
            <a:r>
              <a:rPr sz="2400" spc="140" dirty="0">
                <a:latin typeface="Century Gothic"/>
                <a:cs typeface="Century Gothic"/>
              </a:rPr>
              <a:t>Multi</a:t>
            </a:r>
            <a:r>
              <a:rPr sz="2400" spc="-60" dirty="0">
                <a:latin typeface="Century Gothic"/>
                <a:cs typeface="Century Gothic"/>
              </a:rPr>
              <a:t> </a:t>
            </a:r>
            <a:r>
              <a:rPr sz="2400" dirty="0">
                <a:latin typeface="Century Gothic"/>
                <a:cs typeface="Century Gothic"/>
              </a:rPr>
              <a:t>Vector</a:t>
            </a:r>
            <a:r>
              <a:rPr sz="2400" spc="-60" dirty="0">
                <a:latin typeface="Century Gothic"/>
                <a:cs typeface="Century Gothic"/>
              </a:rPr>
              <a:t> </a:t>
            </a:r>
            <a:r>
              <a:rPr sz="2400" spc="60" dirty="0">
                <a:latin typeface="Century Gothic"/>
                <a:cs typeface="Century Gothic"/>
              </a:rPr>
              <a:t>Retriever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810895" algn="l"/>
              </a:tabLst>
            </a:pPr>
            <a:r>
              <a:rPr sz="2400" spc="-10" dirty="0">
                <a:latin typeface="Century Gothic"/>
                <a:cs typeface="Century Gothic"/>
              </a:rPr>
              <a:t>Generative</a:t>
            </a:r>
            <a:r>
              <a:rPr sz="2400" spc="-150" dirty="0">
                <a:latin typeface="Century Gothic"/>
                <a:cs typeface="Century Gothic"/>
              </a:rPr>
              <a:t> </a:t>
            </a:r>
            <a:r>
              <a:rPr sz="2400" spc="40" dirty="0"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15251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13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15" dirty="0"/>
              <a:t> </a:t>
            </a:r>
            <a:r>
              <a:rPr spc="-580" dirty="0"/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nowledge</a:t>
            </a:r>
            <a:r>
              <a:rPr sz="1000" spc="1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ntelligence</a:t>
            </a:r>
            <a:r>
              <a:rPr sz="1000" spc="1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entury Gothic"/>
                <a:cs typeface="Century Gothic"/>
              </a:rPr>
              <a:t>Lab. 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Hanbat</a:t>
            </a:r>
            <a:r>
              <a:rPr sz="1000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National</a:t>
            </a:r>
            <a:r>
              <a:rPr sz="1000" spc="40" dirty="0">
                <a:solidFill>
                  <a:srgbClr val="FFFFFF"/>
                </a:solidFill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384423"/>
            <a:ext cx="335915" cy="231140"/>
            <a:chOff x="9046239" y="384423"/>
            <a:chExt cx="335915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F2F2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F2F2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7955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9A1B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5878" y="798067"/>
            <a:ext cx="4639945" cy="56127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354965" algn="l"/>
              </a:tabLst>
            </a:pPr>
            <a:r>
              <a:rPr sz="2400" spc="60" dirty="0">
                <a:solidFill>
                  <a:srgbClr val="F2F2F2"/>
                </a:solidFill>
                <a:latin typeface="Century Gothic"/>
                <a:cs typeface="Century Gothic"/>
              </a:rPr>
              <a:t>Retrievals</a:t>
            </a:r>
            <a:endParaRPr sz="24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1010"/>
              </a:spcBef>
              <a:buAutoNum type="arabicParenR"/>
              <a:tabLst>
                <a:tab pos="812165" algn="l"/>
              </a:tabLst>
            </a:pPr>
            <a:r>
              <a:rPr sz="2400" spc="55" dirty="0">
                <a:solidFill>
                  <a:srgbClr val="F2F2F2"/>
                </a:solidFill>
                <a:latin typeface="Century Gothic"/>
                <a:cs typeface="Century Gothic"/>
              </a:rPr>
              <a:t>Sparse</a:t>
            </a:r>
            <a:r>
              <a:rPr sz="2400" spc="-1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40" dirty="0">
                <a:solidFill>
                  <a:srgbClr val="F2F2F2"/>
                </a:solidFill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810895" algn="l"/>
              </a:tabLst>
            </a:pPr>
            <a:r>
              <a:rPr sz="2400" spc="100" dirty="0">
                <a:solidFill>
                  <a:srgbClr val="F2F2F2"/>
                </a:solidFill>
                <a:latin typeface="Century Gothic"/>
                <a:cs typeface="Century Gothic"/>
              </a:rPr>
              <a:t>Benchmark</a:t>
            </a:r>
            <a:r>
              <a:rPr sz="2400" spc="-4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-10" dirty="0">
                <a:solidFill>
                  <a:srgbClr val="F2F2F2"/>
                </a:solidFill>
                <a:latin typeface="Century Gothic"/>
                <a:cs typeface="Century Gothic"/>
              </a:rPr>
              <a:t>Datasets</a:t>
            </a:r>
            <a:endParaRPr sz="2400">
              <a:latin typeface="Century Gothic"/>
              <a:cs typeface="Century Gothic"/>
            </a:endParaRPr>
          </a:p>
          <a:p>
            <a:pPr marL="811530" lvl="1" indent="-342265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811530" algn="l"/>
              </a:tabLst>
            </a:pPr>
            <a:r>
              <a:rPr sz="2400" spc="60" dirty="0">
                <a:solidFill>
                  <a:srgbClr val="F2F2F2"/>
                </a:solidFill>
                <a:latin typeface="Century Gothic"/>
                <a:cs typeface="Century Gothic"/>
              </a:rPr>
              <a:t>Dense</a:t>
            </a:r>
            <a:r>
              <a:rPr sz="2400" spc="-3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40" dirty="0">
                <a:solidFill>
                  <a:srgbClr val="F2F2F2"/>
                </a:solidFill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010"/>
              </a:spcBef>
              <a:buAutoNum type="arabicParenR"/>
              <a:tabLst>
                <a:tab pos="810895" algn="l"/>
              </a:tabLst>
            </a:pPr>
            <a:r>
              <a:rPr sz="2400" dirty="0">
                <a:solidFill>
                  <a:srgbClr val="F2F2F2"/>
                </a:solidFill>
                <a:latin typeface="Century Gothic"/>
                <a:cs typeface="Century Gothic"/>
              </a:rPr>
              <a:t>Negative</a:t>
            </a:r>
            <a:r>
              <a:rPr sz="2400" spc="-5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85" dirty="0">
                <a:solidFill>
                  <a:srgbClr val="F2F2F2"/>
                </a:solidFill>
                <a:latin typeface="Century Gothic"/>
                <a:cs typeface="Century Gothic"/>
              </a:rPr>
              <a:t>Sampling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810895" algn="l"/>
              </a:tabLst>
            </a:pPr>
            <a:r>
              <a:rPr sz="2400" spc="105" dirty="0">
                <a:solidFill>
                  <a:srgbClr val="F2F2F2"/>
                </a:solidFill>
                <a:latin typeface="Century Gothic"/>
                <a:cs typeface="Century Gothic"/>
              </a:rPr>
              <a:t>Single</a:t>
            </a:r>
            <a:r>
              <a:rPr sz="2400" spc="-6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2F2F2"/>
                </a:solidFill>
                <a:latin typeface="Century Gothic"/>
                <a:cs typeface="Century Gothic"/>
              </a:rPr>
              <a:t>Vector</a:t>
            </a:r>
            <a:r>
              <a:rPr sz="2400" spc="-5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60" dirty="0">
                <a:solidFill>
                  <a:srgbClr val="F2F2F2"/>
                </a:solidFill>
                <a:latin typeface="Century Gothic"/>
                <a:cs typeface="Century Gothic"/>
              </a:rPr>
              <a:t>Retriever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010"/>
              </a:spcBef>
              <a:buAutoNum type="arabicParenR"/>
              <a:tabLst>
                <a:tab pos="810895" algn="l"/>
              </a:tabLst>
            </a:pPr>
            <a:r>
              <a:rPr sz="2400" spc="140" dirty="0">
                <a:solidFill>
                  <a:srgbClr val="F2F2F2"/>
                </a:solidFill>
                <a:latin typeface="Century Gothic"/>
                <a:cs typeface="Century Gothic"/>
              </a:rPr>
              <a:t>Multi</a:t>
            </a:r>
            <a:r>
              <a:rPr sz="2400" spc="-6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dirty="0">
                <a:solidFill>
                  <a:srgbClr val="F2F2F2"/>
                </a:solidFill>
                <a:latin typeface="Century Gothic"/>
                <a:cs typeface="Century Gothic"/>
              </a:rPr>
              <a:t>Vector</a:t>
            </a:r>
            <a:r>
              <a:rPr sz="2400" spc="-6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60" dirty="0">
                <a:solidFill>
                  <a:srgbClr val="F2F2F2"/>
                </a:solidFill>
                <a:latin typeface="Century Gothic"/>
                <a:cs typeface="Century Gothic"/>
              </a:rPr>
              <a:t>Retriever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810895" algn="l"/>
              </a:tabLst>
            </a:pPr>
            <a:r>
              <a:rPr sz="2400" spc="-10" dirty="0">
                <a:solidFill>
                  <a:srgbClr val="F2F2F2"/>
                </a:solidFill>
                <a:latin typeface="Century Gothic"/>
                <a:cs typeface="Century Gothic"/>
              </a:rPr>
              <a:t>Generative</a:t>
            </a:r>
            <a:r>
              <a:rPr sz="2400" spc="-15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2400" spc="40" dirty="0">
                <a:solidFill>
                  <a:srgbClr val="F2F2F2"/>
                </a:solidFill>
                <a:latin typeface="Century Gothic"/>
                <a:cs typeface="Century Gothic"/>
              </a:rPr>
              <a:t>Retrieval</a:t>
            </a:r>
            <a:endParaRPr sz="2400">
              <a:latin typeface="Century Gothic"/>
              <a:cs typeface="Century Gothic"/>
            </a:endParaRPr>
          </a:p>
          <a:p>
            <a:pPr marL="353695" indent="-340995">
              <a:lnSpc>
                <a:spcPct val="100000"/>
              </a:lnSpc>
              <a:spcBef>
                <a:spcPts val="1510"/>
              </a:spcBef>
              <a:buAutoNum type="arabicPeriod"/>
              <a:tabLst>
                <a:tab pos="353695" algn="l"/>
              </a:tabLst>
            </a:pPr>
            <a:r>
              <a:rPr sz="2400" spc="90" dirty="0">
                <a:latin typeface="Century Gothic"/>
                <a:cs typeface="Century Gothic"/>
              </a:rPr>
              <a:t>Embeddings</a:t>
            </a:r>
            <a:r>
              <a:rPr sz="2400" spc="-70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and</a:t>
            </a:r>
            <a:r>
              <a:rPr sz="2400" spc="-75" dirty="0">
                <a:latin typeface="Century Gothic"/>
                <a:cs typeface="Century Gothic"/>
              </a:rPr>
              <a:t> </a:t>
            </a:r>
            <a:r>
              <a:rPr sz="2400" spc="90" dirty="0">
                <a:latin typeface="Century Gothic"/>
                <a:cs typeface="Century Gothic"/>
              </a:rPr>
              <a:t>Ranking</a:t>
            </a:r>
            <a:endParaRPr sz="24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812165" algn="l"/>
              </a:tabLst>
            </a:pPr>
            <a:r>
              <a:rPr sz="2400" spc="50" dirty="0">
                <a:latin typeface="Century Gothic"/>
                <a:cs typeface="Century Gothic"/>
              </a:rPr>
              <a:t>Large-</a:t>
            </a:r>
            <a:r>
              <a:rPr sz="2400" spc="-20" dirty="0">
                <a:latin typeface="Century Gothic"/>
                <a:cs typeface="Century Gothic"/>
              </a:rPr>
              <a:t>scale</a:t>
            </a:r>
            <a:r>
              <a:rPr sz="2400" spc="-110" dirty="0">
                <a:latin typeface="Century Gothic"/>
                <a:cs typeface="Century Gothic"/>
              </a:rPr>
              <a:t> </a:t>
            </a:r>
            <a:r>
              <a:rPr sz="2400" spc="80" dirty="0">
                <a:latin typeface="Century Gothic"/>
                <a:cs typeface="Century Gothic"/>
              </a:rPr>
              <a:t>Embeddings</a:t>
            </a:r>
            <a:endParaRPr sz="2400">
              <a:latin typeface="Century Gothic"/>
              <a:cs typeface="Century Gothic"/>
            </a:endParaRPr>
          </a:p>
          <a:p>
            <a:pPr marL="810895" lvl="1" indent="-341630">
              <a:lnSpc>
                <a:spcPct val="100000"/>
              </a:lnSpc>
              <a:spcBef>
                <a:spcPts val="1125"/>
              </a:spcBef>
              <a:buAutoNum type="arabicParenR"/>
              <a:tabLst>
                <a:tab pos="810895" algn="l"/>
              </a:tabLst>
            </a:pPr>
            <a:r>
              <a:rPr sz="2400" spc="105" dirty="0">
                <a:latin typeface="Century Gothic"/>
                <a:cs typeface="Century Gothic"/>
              </a:rPr>
              <a:t>Ranking</a:t>
            </a:r>
            <a:r>
              <a:rPr sz="2400" spc="-35" dirty="0">
                <a:latin typeface="Century Gothic"/>
                <a:cs typeface="Century Gothic"/>
              </a:rPr>
              <a:t> </a:t>
            </a:r>
            <a:r>
              <a:rPr sz="2400" spc="-10" dirty="0">
                <a:latin typeface="Century Gothic"/>
                <a:cs typeface="Century Gothic"/>
              </a:rPr>
              <a:t>Approach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14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67193" y="501850"/>
            <a:ext cx="3083560" cy="350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15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nowledge</a:t>
            </a:r>
            <a:r>
              <a:rPr sz="1000" spc="15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ntelligence</a:t>
            </a:r>
            <a:r>
              <a:rPr sz="1000" spc="1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Century Gothic"/>
                <a:cs typeface="Century Gothic"/>
              </a:rPr>
              <a:t>Lab. 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Hanbat</a:t>
            </a:r>
            <a:r>
              <a:rPr sz="1000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FFFFFF"/>
                </a:solidFill>
                <a:latin typeface="Century Gothic"/>
                <a:cs typeface="Century Gothic"/>
              </a:rPr>
              <a:t>National</a:t>
            </a:r>
            <a:r>
              <a:rPr sz="1000" spc="40" dirty="0">
                <a:solidFill>
                  <a:srgbClr val="FFFFFF"/>
                </a:solidFill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46239" y="384423"/>
            <a:ext cx="335915" cy="231140"/>
            <a:chOff x="9046239" y="384423"/>
            <a:chExt cx="335915" cy="231140"/>
          </a:xfrm>
        </p:grpSpPr>
        <p:sp>
          <p:nvSpPr>
            <p:cNvPr id="4" name="object 4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F2F2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F2F2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7955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9A1B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5878" y="813815"/>
            <a:ext cx="4406900" cy="56553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54965" algn="l"/>
              </a:tabLst>
            </a:pPr>
            <a:r>
              <a:rPr sz="1700" spc="40" dirty="0">
                <a:solidFill>
                  <a:srgbClr val="F2F2F2"/>
                </a:solidFill>
                <a:latin typeface="Century Gothic"/>
                <a:cs typeface="Century Gothic"/>
              </a:rPr>
              <a:t>Retrievals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812165" algn="l"/>
              </a:tabLst>
            </a:pP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Sparse</a:t>
            </a:r>
            <a:r>
              <a:rPr sz="1700" spc="24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Retrieval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rabicParenR"/>
              <a:tabLst>
                <a:tab pos="812165" algn="l"/>
              </a:tabLst>
            </a:pPr>
            <a:r>
              <a:rPr sz="1700" spc="70" dirty="0">
                <a:solidFill>
                  <a:srgbClr val="F2F2F2"/>
                </a:solidFill>
                <a:latin typeface="Century Gothic"/>
                <a:cs typeface="Century Gothic"/>
              </a:rPr>
              <a:t>Benchmark</a:t>
            </a:r>
            <a:r>
              <a:rPr sz="1700" spc="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Datasets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9"/>
              </a:spcBef>
              <a:buAutoNum type="arabicParenR"/>
              <a:tabLst>
                <a:tab pos="812165" algn="l"/>
              </a:tabLst>
            </a:pP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Dense</a:t>
            </a:r>
            <a:r>
              <a:rPr sz="1700" spc="19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Retrieval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550"/>
              </a:spcBef>
              <a:buAutoNum type="arabicParenR"/>
              <a:tabLst>
                <a:tab pos="812165" algn="l"/>
              </a:tabLst>
            </a:pP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Negative</a:t>
            </a:r>
            <a:r>
              <a:rPr sz="1700" spc="-2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60" dirty="0">
                <a:solidFill>
                  <a:srgbClr val="F2F2F2"/>
                </a:solidFill>
                <a:latin typeface="Century Gothic"/>
                <a:cs typeface="Century Gothic"/>
              </a:rPr>
              <a:t>Sampling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rabicParenR"/>
              <a:tabLst>
                <a:tab pos="812165" algn="l"/>
              </a:tabLst>
            </a:pPr>
            <a:r>
              <a:rPr sz="1700" spc="75" dirty="0">
                <a:solidFill>
                  <a:srgbClr val="F2F2F2"/>
                </a:solidFill>
                <a:latin typeface="Century Gothic"/>
                <a:cs typeface="Century Gothic"/>
              </a:rPr>
              <a:t>Single</a:t>
            </a:r>
            <a:r>
              <a:rPr sz="1700" spc="-2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Vector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40" dirty="0">
                <a:solidFill>
                  <a:srgbClr val="F2F2F2"/>
                </a:solidFill>
                <a:latin typeface="Century Gothic"/>
                <a:cs typeface="Century Gothic"/>
              </a:rPr>
              <a:t>Retriever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812165" algn="l"/>
              </a:tabLst>
            </a:pPr>
            <a:r>
              <a:rPr sz="1700" spc="95" dirty="0">
                <a:solidFill>
                  <a:srgbClr val="F2F2F2"/>
                </a:solidFill>
                <a:latin typeface="Century Gothic"/>
                <a:cs typeface="Century Gothic"/>
              </a:rPr>
              <a:t>Multi</a:t>
            </a:r>
            <a:r>
              <a:rPr sz="1700" spc="-2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Vector</a:t>
            </a:r>
            <a:r>
              <a:rPr sz="1700" spc="-1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40" dirty="0">
                <a:solidFill>
                  <a:srgbClr val="F2F2F2"/>
                </a:solidFill>
                <a:latin typeface="Century Gothic"/>
                <a:cs typeface="Century Gothic"/>
              </a:rPr>
              <a:t>Retriever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9"/>
              </a:spcBef>
              <a:buAutoNum type="arabicParenR"/>
              <a:tabLst>
                <a:tab pos="812165" algn="l"/>
              </a:tabLst>
            </a:pP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Generative</a:t>
            </a:r>
            <a:r>
              <a:rPr sz="1700" spc="-3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Retrieval</a:t>
            </a:r>
            <a:endParaRPr sz="17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354965" algn="l"/>
              </a:tabLst>
            </a:pPr>
            <a:r>
              <a:rPr sz="1700" spc="65" dirty="0">
                <a:solidFill>
                  <a:srgbClr val="F2F2F2"/>
                </a:solidFill>
                <a:latin typeface="Century Gothic"/>
                <a:cs typeface="Century Gothic"/>
              </a:rPr>
              <a:t>Embeddings</a:t>
            </a:r>
            <a:r>
              <a:rPr sz="1700" spc="-5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and</a:t>
            </a:r>
            <a:r>
              <a:rPr sz="1700" spc="-5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65" dirty="0">
                <a:solidFill>
                  <a:srgbClr val="F2F2F2"/>
                </a:solidFill>
                <a:latin typeface="Century Gothic"/>
                <a:cs typeface="Century Gothic"/>
              </a:rPr>
              <a:t>Ranking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550"/>
              </a:spcBef>
              <a:buAutoNum type="arabicParenR"/>
              <a:tabLst>
                <a:tab pos="812165" algn="l"/>
              </a:tabLst>
            </a:pPr>
            <a:r>
              <a:rPr sz="1700" dirty="0">
                <a:solidFill>
                  <a:srgbClr val="F2F2F2"/>
                </a:solidFill>
                <a:latin typeface="Century Gothic"/>
                <a:cs typeface="Century Gothic"/>
              </a:rPr>
              <a:t>Large-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scale</a:t>
            </a:r>
            <a:r>
              <a:rPr sz="1700" spc="130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55" dirty="0">
                <a:solidFill>
                  <a:srgbClr val="F2F2F2"/>
                </a:solidFill>
                <a:latin typeface="Century Gothic"/>
                <a:cs typeface="Century Gothic"/>
              </a:rPr>
              <a:t>Embeddings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rabicParenR"/>
              <a:tabLst>
                <a:tab pos="812165" algn="l"/>
              </a:tabLst>
            </a:pPr>
            <a:r>
              <a:rPr sz="1700" spc="70" dirty="0">
                <a:solidFill>
                  <a:srgbClr val="F2F2F2"/>
                </a:solidFill>
                <a:latin typeface="Century Gothic"/>
                <a:cs typeface="Century Gothic"/>
              </a:rPr>
              <a:t>Ranking</a:t>
            </a:r>
            <a:r>
              <a:rPr sz="1700" spc="5" dirty="0">
                <a:solidFill>
                  <a:srgbClr val="F2F2F2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2F2F2"/>
                </a:solidFill>
                <a:latin typeface="Century Gothic"/>
                <a:cs typeface="Century Gothic"/>
              </a:rPr>
              <a:t>Approach</a:t>
            </a:r>
            <a:endParaRPr sz="1700">
              <a:latin typeface="Century Gothic"/>
              <a:cs typeface="Century Gothic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54965" algn="l"/>
              </a:tabLst>
            </a:pPr>
            <a:r>
              <a:rPr sz="1700" dirty="0">
                <a:latin typeface="Century Gothic"/>
                <a:cs typeface="Century Gothic"/>
              </a:rPr>
              <a:t>Retrieval</a:t>
            </a:r>
            <a:r>
              <a:rPr sz="1700" spc="30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Augmented</a:t>
            </a:r>
            <a:r>
              <a:rPr sz="1700" spc="285" dirty="0">
                <a:latin typeface="Century Gothic"/>
                <a:cs typeface="Century Gothic"/>
              </a:rPr>
              <a:t> </a:t>
            </a:r>
            <a:r>
              <a:rPr sz="1700" spc="-10" dirty="0">
                <a:latin typeface="Century Gothic"/>
                <a:cs typeface="Century Gothic"/>
              </a:rPr>
              <a:t>Generation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rabicParenR"/>
              <a:tabLst>
                <a:tab pos="812165" algn="l"/>
              </a:tabLst>
            </a:pPr>
            <a:r>
              <a:rPr sz="1700" spc="50" dirty="0">
                <a:latin typeface="Century Gothic"/>
                <a:cs typeface="Century Gothic"/>
              </a:rPr>
              <a:t>Basic</a:t>
            </a:r>
            <a:r>
              <a:rPr sz="1700" spc="-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RAG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9"/>
              </a:spcBef>
              <a:buAutoNum type="arabicParenR"/>
              <a:tabLst>
                <a:tab pos="812165" algn="l"/>
              </a:tabLst>
            </a:pPr>
            <a:r>
              <a:rPr sz="1700" dirty="0">
                <a:latin typeface="Century Gothic"/>
                <a:cs typeface="Century Gothic"/>
              </a:rPr>
              <a:t>RAG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100" dirty="0">
                <a:latin typeface="Century Gothic"/>
                <a:cs typeface="Century Gothic"/>
              </a:rPr>
              <a:t>with</a:t>
            </a:r>
            <a:r>
              <a:rPr sz="1700" spc="10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Large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dirty="0">
                <a:latin typeface="Century Gothic"/>
                <a:cs typeface="Century Gothic"/>
              </a:rPr>
              <a:t>Language</a:t>
            </a:r>
            <a:r>
              <a:rPr sz="1700" spc="5" dirty="0">
                <a:latin typeface="Century Gothic"/>
                <a:cs typeface="Century Gothic"/>
              </a:rPr>
              <a:t> </a:t>
            </a:r>
            <a:r>
              <a:rPr sz="1700" spc="-10" dirty="0">
                <a:latin typeface="Century Gothic"/>
                <a:cs typeface="Century Gothic"/>
              </a:rPr>
              <a:t>Model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550"/>
              </a:spcBef>
              <a:buAutoNum type="arabicParenR"/>
              <a:tabLst>
                <a:tab pos="812165" algn="l"/>
              </a:tabLst>
            </a:pPr>
            <a:r>
              <a:rPr sz="1700" spc="-45" dirty="0">
                <a:latin typeface="Century Gothic"/>
                <a:cs typeface="Century Gothic"/>
              </a:rPr>
              <a:t>Advanced</a:t>
            </a:r>
            <a:r>
              <a:rPr sz="1700" spc="-5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RAG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rabicParenR"/>
              <a:tabLst>
                <a:tab pos="812165" algn="l"/>
              </a:tabLst>
            </a:pPr>
            <a:r>
              <a:rPr sz="1700" dirty="0">
                <a:latin typeface="Century Gothic"/>
                <a:cs typeface="Century Gothic"/>
              </a:rPr>
              <a:t>Modular</a:t>
            </a:r>
            <a:r>
              <a:rPr sz="1700" spc="17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RAG</a:t>
            </a:r>
            <a:endParaRPr sz="1700">
              <a:latin typeface="Century Gothic"/>
              <a:cs typeface="Century Gothic"/>
            </a:endParaRPr>
          </a:p>
          <a:p>
            <a:pPr marL="812165" lvl="1" indent="-342900">
              <a:lnSpc>
                <a:spcPct val="100000"/>
              </a:lnSpc>
              <a:spcBef>
                <a:spcPts val="575"/>
              </a:spcBef>
              <a:buAutoNum type="arabicParenR"/>
              <a:tabLst>
                <a:tab pos="812165" algn="l"/>
              </a:tabLst>
            </a:pPr>
            <a:r>
              <a:rPr sz="1700" spc="55" dirty="0">
                <a:latin typeface="Century Gothic"/>
                <a:cs typeface="Century Gothic"/>
              </a:rPr>
              <a:t>Multimodal</a:t>
            </a:r>
            <a:r>
              <a:rPr sz="1700" spc="-15" dirty="0">
                <a:latin typeface="Century Gothic"/>
                <a:cs typeface="Century Gothic"/>
              </a:rPr>
              <a:t> </a:t>
            </a:r>
            <a:r>
              <a:rPr sz="1700" spc="-25" dirty="0">
                <a:latin typeface="Century Gothic"/>
                <a:cs typeface="Century Gothic"/>
              </a:rPr>
              <a:t>RAG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0449" rIns="0" bIns="0" rtlCol="0">
            <a:spAutoFit/>
          </a:bodyPr>
          <a:lstStyle/>
          <a:p>
            <a:pPr marL="607504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4800" y="316812"/>
            <a:ext cx="3083560" cy="350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Chapter</a:t>
            </a:r>
            <a:r>
              <a:rPr spc="15" dirty="0"/>
              <a:t> </a:t>
            </a: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3825" y="327996"/>
            <a:ext cx="341036" cy="3434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60455" y="332739"/>
            <a:ext cx="1833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 marR="5080" indent="-971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K</a:t>
            </a:r>
            <a:r>
              <a:rPr sz="1000" dirty="0">
                <a:latin typeface="Century Gothic"/>
                <a:cs typeface="Century Gothic"/>
              </a:rPr>
              <a:t>nowledge</a:t>
            </a:r>
            <a:r>
              <a:rPr sz="1000" spc="155" dirty="0">
                <a:latin typeface="Century Gothic"/>
                <a:cs typeface="Century Gothic"/>
              </a:rPr>
              <a:t> </a:t>
            </a:r>
            <a:r>
              <a:rPr sz="1000" dirty="0">
                <a:solidFill>
                  <a:srgbClr val="DF5E5A"/>
                </a:solidFill>
                <a:latin typeface="Century Gothic"/>
                <a:cs typeface="Century Gothic"/>
              </a:rPr>
              <a:t>I</a:t>
            </a:r>
            <a:r>
              <a:rPr sz="1000" dirty="0">
                <a:latin typeface="Century Gothic"/>
                <a:cs typeface="Century Gothic"/>
              </a:rPr>
              <a:t>ntelligence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Lab. </a:t>
            </a:r>
            <a:r>
              <a:rPr sz="1000" dirty="0">
                <a:latin typeface="Century Gothic"/>
                <a:cs typeface="Century Gothic"/>
              </a:rPr>
              <a:t>Hanbat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National</a:t>
            </a:r>
            <a:r>
              <a:rPr sz="1000" spc="40" dirty="0">
                <a:latin typeface="Century Gothic"/>
                <a:cs typeface="Century Gothic"/>
              </a:rPr>
              <a:t> University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46239" y="384423"/>
            <a:ext cx="238760" cy="231140"/>
            <a:chOff x="9046239" y="384423"/>
            <a:chExt cx="238760" cy="231140"/>
          </a:xfrm>
        </p:grpSpPr>
        <p:sp>
          <p:nvSpPr>
            <p:cNvPr id="5" name="object 5"/>
            <p:cNvSpPr/>
            <p:nvPr/>
          </p:nvSpPr>
          <p:spPr>
            <a:xfrm>
              <a:off x="9046239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3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3" y="228877"/>
                  </a:lnTo>
                  <a:lnTo>
                    <a:pt x="21879" y="230596"/>
                  </a:lnTo>
                  <a:lnTo>
                    <a:pt x="30396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6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9502" y="387809"/>
              <a:ext cx="91711" cy="2238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40716" y="384423"/>
              <a:ext cx="43815" cy="231140"/>
            </a:xfrm>
            <a:custGeom>
              <a:avLst/>
              <a:gdLst/>
              <a:ahLst/>
              <a:cxnLst/>
              <a:rect l="l" t="t" r="r" b="b"/>
              <a:pathLst>
                <a:path w="43815" h="231140">
                  <a:moveTo>
                    <a:pt x="21879" y="0"/>
                  </a:moveTo>
                  <a:lnTo>
                    <a:pt x="13362" y="1719"/>
                  </a:lnTo>
                  <a:lnTo>
                    <a:pt x="6408" y="6408"/>
                  </a:lnTo>
                  <a:lnTo>
                    <a:pt x="1719" y="13362"/>
                  </a:lnTo>
                  <a:lnTo>
                    <a:pt x="0" y="21879"/>
                  </a:lnTo>
                  <a:lnTo>
                    <a:pt x="0" y="208716"/>
                  </a:lnTo>
                  <a:lnTo>
                    <a:pt x="1719" y="217233"/>
                  </a:lnTo>
                  <a:lnTo>
                    <a:pt x="6408" y="224188"/>
                  </a:lnTo>
                  <a:lnTo>
                    <a:pt x="13362" y="228877"/>
                  </a:lnTo>
                  <a:lnTo>
                    <a:pt x="21879" y="230596"/>
                  </a:lnTo>
                  <a:lnTo>
                    <a:pt x="30395" y="228877"/>
                  </a:lnTo>
                  <a:lnTo>
                    <a:pt x="37350" y="224188"/>
                  </a:lnTo>
                  <a:lnTo>
                    <a:pt x="42039" y="217233"/>
                  </a:lnTo>
                  <a:lnTo>
                    <a:pt x="43759" y="208716"/>
                  </a:lnTo>
                  <a:lnTo>
                    <a:pt x="43759" y="21879"/>
                  </a:lnTo>
                  <a:lnTo>
                    <a:pt x="42039" y="13362"/>
                  </a:lnTo>
                  <a:lnTo>
                    <a:pt x="37350" y="6408"/>
                  </a:lnTo>
                  <a:lnTo>
                    <a:pt x="30395" y="1719"/>
                  </a:lnTo>
                  <a:lnTo>
                    <a:pt x="21879" y="0"/>
                  </a:lnTo>
                  <a:close/>
                </a:path>
              </a:pathLst>
            </a:custGeom>
            <a:solidFill>
              <a:srgbClr val="212A3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9337955" y="384423"/>
            <a:ext cx="43815" cy="231140"/>
          </a:xfrm>
          <a:custGeom>
            <a:avLst/>
            <a:gdLst/>
            <a:ahLst/>
            <a:cxnLst/>
            <a:rect l="l" t="t" r="r" b="b"/>
            <a:pathLst>
              <a:path w="43815" h="231140">
                <a:moveTo>
                  <a:pt x="21879" y="0"/>
                </a:moveTo>
                <a:lnTo>
                  <a:pt x="13362" y="1719"/>
                </a:lnTo>
                <a:lnTo>
                  <a:pt x="6408" y="6408"/>
                </a:lnTo>
                <a:lnTo>
                  <a:pt x="1719" y="13362"/>
                </a:lnTo>
                <a:lnTo>
                  <a:pt x="0" y="21879"/>
                </a:lnTo>
                <a:lnTo>
                  <a:pt x="0" y="208716"/>
                </a:lnTo>
                <a:lnTo>
                  <a:pt x="1719" y="217233"/>
                </a:lnTo>
                <a:lnTo>
                  <a:pt x="6408" y="224188"/>
                </a:lnTo>
                <a:lnTo>
                  <a:pt x="13362" y="228877"/>
                </a:lnTo>
                <a:lnTo>
                  <a:pt x="21879" y="230596"/>
                </a:lnTo>
                <a:lnTo>
                  <a:pt x="30396" y="228877"/>
                </a:lnTo>
                <a:lnTo>
                  <a:pt x="37350" y="224188"/>
                </a:lnTo>
                <a:lnTo>
                  <a:pt x="42039" y="217233"/>
                </a:lnTo>
                <a:lnTo>
                  <a:pt x="43759" y="208716"/>
                </a:lnTo>
                <a:lnTo>
                  <a:pt x="43759" y="21879"/>
                </a:lnTo>
                <a:lnTo>
                  <a:pt x="42039" y="13362"/>
                </a:lnTo>
                <a:lnTo>
                  <a:pt x="37350" y="6408"/>
                </a:lnTo>
                <a:lnTo>
                  <a:pt x="30396" y="1719"/>
                </a:lnTo>
                <a:lnTo>
                  <a:pt x="21879" y="0"/>
                </a:lnTo>
                <a:close/>
              </a:path>
            </a:pathLst>
          </a:custGeom>
          <a:solidFill>
            <a:srgbClr val="9A1B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067298" y="2141220"/>
            <a:ext cx="2057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Malgun Gothic"/>
                <a:cs typeface="Malgun Gothic"/>
              </a:rPr>
              <a:t>감사합니다</a:t>
            </a:r>
            <a:endParaRPr sz="3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5855" y="4848859"/>
            <a:ext cx="3620770" cy="1291590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400" dirty="0">
                <a:latin typeface="Century Gothic"/>
                <a:cs typeface="Century Gothic"/>
              </a:rPr>
              <a:t>Cheoneum</a:t>
            </a:r>
            <a:r>
              <a:rPr sz="2400" spc="270" dirty="0">
                <a:latin typeface="Century Gothic"/>
                <a:cs typeface="Century Gothic"/>
              </a:rPr>
              <a:t> </a:t>
            </a:r>
            <a:r>
              <a:rPr sz="2400" spc="135" dirty="0">
                <a:latin typeface="Century Gothic"/>
                <a:cs typeface="Century Gothic"/>
              </a:rPr>
              <a:t>Park</a:t>
            </a:r>
            <a:endParaRPr sz="2400">
              <a:latin typeface="Century Gothic"/>
              <a:cs typeface="Century Gothic"/>
            </a:endParaRPr>
          </a:p>
          <a:p>
            <a:pPr marL="12700" marR="5080">
              <a:lnSpc>
                <a:spcPct val="146300"/>
              </a:lnSpc>
              <a:spcBef>
                <a:spcPts val="55"/>
              </a:spcBef>
            </a:pPr>
            <a:r>
              <a:rPr sz="1600" spc="-10" dirty="0">
                <a:latin typeface="Century Gothic"/>
                <a:cs typeface="Century Gothic"/>
                <a:hlinkClick r:id="rId4"/>
              </a:rPr>
              <a:t>parkce@hanbat.ac.kr</a:t>
            </a:r>
            <a:r>
              <a:rPr sz="1600" spc="-10" dirty="0">
                <a:latin typeface="Century Gothic"/>
                <a:cs typeface="Century Gothic"/>
              </a:rPr>
              <a:t> </a:t>
            </a:r>
            <a:r>
              <a:rPr sz="1600" dirty="0">
                <a:latin typeface="Century Gothic"/>
                <a:cs typeface="Century Gothic"/>
              </a:rPr>
              <a:t>https://sites.google.com/view/ki-</a:t>
            </a:r>
            <a:r>
              <a:rPr sz="1600" spc="-25" dirty="0">
                <a:latin typeface="Century Gothic"/>
                <a:cs typeface="Century Gothic"/>
              </a:rPr>
              <a:t>lab</a:t>
            </a:r>
            <a:endParaRPr sz="1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" y="0"/>
            <a:ext cx="9906000" cy="6858000"/>
            <a:chOff x="0" y="0"/>
            <a:chExt cx="9906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6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1300" y="0"/>
              <a:ext cx="9398000" cy="144780"/>
            </a:xfrm>
            <a:custGeom>
              <a:avLst/>
              <a:gdLst/>
              <a:ahLst/>
              <a:cxnLst/>
              <a:rect l="l" t="t" r="r" b="b"/>
              <a:pathLst>
                <a:path w="9398000" h="144780">
                  <a:moveTo>
                    <a:pt x="9398000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9398000" y="144779"/>
                  </a:lnTo>
                  <a:lnTo>
                    <a:pt x="9398000" y="0"/>
                  </a:lnTo>
                  <a:close/>
                </a:path>
              </a:pathLst>
            </a:custGeom>
            <a:solidFill>
              <a:srgbClr val="F78D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1300" y="144779"/>
              <a:ext cx="9398000" cy="1628139"/>
            </a:xfrm>
            <a:custGeom>
              <a:avLst/>
              <a:gdLst/>
              <a:ahLst/>
              <a:cxnLst/>
              <a:rect l="l" t="t" r="r" b="b"/>
              <a:pathLst>
                <a:path w="9398000" h="1628139">
                  <a:moveTo>
                    <a:pt x="9398000" y="0"/>
                  </a:moveTo>
                  <a:lnTo>
                    <a:pt x="0" y="0"/>
                  </a:lnTo>
                  <a:lnTo>
                    <a:pt x="0" y="1628139"/>
                  </a:lnTo>
                  <a:lnTo>
                    <a:pt x="9398000" y="1628139"/>
                  </a:lnTo>
                  <a:lnTo>
                    <a:pt x="939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59" y="5516879"/>
              <a:ext cx="1905000" cy="82041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384300" y="301435"/>
            <a:ext cx="3083560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spcBef>
                <a:spcPts val="100"/>
              </a:spcBef>
            </a:pPr>
            <a:r>
              <a:rPr lang="en-US" dirty="0"/>
              <a:t>1. </a:t>
            </a:r>
            <a:r>
              <a:rPr dirty="0" err="1"/>
              <a:t>Agados</a:t>
            </a:r>
            <a:r>
              <a:rPr dirty="0"/>
              <a:t> 기능과</a:t>
            </a:r>
            <a:r>
              <a:rPr spc="-5" dirty="0"/>
              <a:t> </a:t>
            </a:r>
            <a:r>
              <a:rPr spc="-25" dirty="0"/>
              <a:t>특징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78916" y="609918"/>
            <a:ext cx="5203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Malgun Gothic"/>
                <a:cs typeface="Malgun Gothic"/>
              </a:rPr>
              <a:t>Agados</a:t>
            </a:r>
            <a:r>
              <a:rPr spc="-25" dirty="0">
                <a:latin typeface="Malgun Gothic"/>
                <a:cs typeface="Malgun Gothic"/>
              </a:rPr>
              <a:t> </a:t>
            </a:r>
            <a:r>
              <a:rPr dirty="0">
                <a:latin typeface="Malgun Gothic"/>
                <a:cs typeface="Malgun Gothic"/>
              </a:rPr>
              <a:t>UI</a:t>
            </a:r>
            <a:r>
              <a:rPr spc="-10" dirty="0">
                <a:latin typeface="Malgun Gothic"/>
                <a:cs typeface="Malgun Gothic"/>
              </a:rPr>
              <a:t> </a:t>
            </a:r>
            <a:r>
              <a:rPr dirty="0">
                <a:latin typeface="Malgun Gothic"/>
                <a:cs typeface="Malgun Gothic"/>
              </a:rPr>
              <a:t>,</a:t>
            </a:r>
            <a:r>
              <a:rPr spc="-20" dirty="0">
                <a:latin typeface="Malgun Gothic"/>
                <a:cs typeface="Malgun Gothic"/>
              </a:rPr>
              <a:t> </a:t>
            </a:r>
            <a:r>
              <a:rPr dirty="0">
                <a:latin typeface="Malgun Gothic"/>
                <a:cs typeface="Malgun Gothic"/>
              </a:rPr>
              <a:t>Flow</a:t>
            </a:r>
            <a:r>
              <a:rPr spc="-45" dirty="0">
                <a:latin typeface="Malgun Gothic"/>
                <a:cs typeface="Malgun Gothic"/>
              </a:rPr>
              <a:t> </a:t>
            </a:r>
            <a:r>
              <a:rPr dirty="0">
                <a:latin typeface="Malgun Gothic"/>
                <a:cs typeface="Malgun Gothic"/>
              </a:rPr>
              <a:t>Design</a:t>
            </a:r>
            <a:r>
              <a:rPr spc="-30" dirty="0">
                <a:latin typeface="Malgun Gothic"/>
                <a:cs typeface="Malgun Gothic"/>
              </a:rPr>
              <a:t> </a:t>
            </a:r>
            <a:r>
              <a:rPr dirty="0">
                <a:latin typeface="Malgun Gothic"/>
                <a:cs typeface="Malgun Gothic"/>
              </a:rPr>
              <a:t>&amp;</a:t>
            </a:r>
            <a:r>
              <a:rPr spc="-35" dirty="0">
                <a:latin typeface="Malgun Gothic"/>
                <a:cs typeface="Malgun Gothic"/>
              </a:rPr>
              <a:t> </a:t>
            </a:r>
            <a:r>
              <a:rPr dirty="0">
                <a:latin typeface="Malgun Gothic"/>
                <a:cs typeface="Malgun Gothic"/>
              </a:rPr>
              <a:t>Visibility</a:t>
            </a:r>
            <a:r>
              <a:rPr spc="-35" dirty="0">
                <a:latin typeface="Malgun Gothic"/>
                <a:cs typeface="Malgun Gothic"/>
              </a:rPr>
              <a:t> </a:t>
            </a:r>
            <a:r>
              <a:rPr spc="-10" dirty="0">
                <a:latin typeface="Malgun Gothic"/>
                <a:cs typeface="Malgun Gothic"/>
              </a:rPr>
              <a:t>Technologies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5266" y="1443990"/>
            <a:ext cx="34207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Functions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&amp;</a:t>
            </a:r>
            <a:r>
              <a:rPr sz="1400" spc="-10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Features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Revision: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2014.11.23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57920" y="6634480"/>
            <a:ext cx="19399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00" dirty="0">
                <a:solidFill>
                  <a:srgbClr val="252525"/>
                </a:solidFill>
                <a:latin typeface="Malgun Gothic"/>
                <a:cs typeface="Malgun Gothic"/>
              </a:rPr>
              <a:t>Template</a:t>
            </a:r>
            <a:r>
              <a:rPr sz="1000" spc="5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252525"/>
                </a:solidFill>
                <a:latin typeface="Malgun Gothic"/>
                <a:cs typeface="Malgun Gothic"/>
              </a:rPr>
              <a:t>Revision:20131025</a:t>
            </a:r>
            <a:r>
              <a:rPr sz="1000" spc="-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52525"/>
                </a:solidFill>
                <a:latin typeface="Malgun Gothic"/>
                <a:cs typeface="Malgun Gothic"/>
              </a:rPr>
              <a:t>v2.0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98370" y="2775584"/>
            <a:ext cx="77698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/>
              <a:t>Biz.</a:t>
            </a:r>
            <a:r>
              <a:rPr sz="3600" spc="-20" dirty="0"/>
              <a:t> </a:t>
            </a:r>
            <a:r>
              <a:rPr sz="3600" dirty="0"/>
              <a:t>Application을</a:t>
            </a:r>
            <a:r>
              <a:rPr sz="3600" spc="-60" dirty="0"/>
              <a:t> </a:t>
            </a:r>
            <a:r>
              <a:rPr sz="3600" dirty="0"/>
              <a:t>위한</a:t>
            </a:r>
            <a:r>
              <a:rPr sz="3600" spc="10" dirty="0"/>
              <a:t> </a:t>
            </a:r>
            <a:r>
              <a:rPr sz="3600" spc="-10" dirty="0"/>
              <a:t>Architecture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50" dirty="0"/>
              <a:pPr marL="38100">
                <a:spcBef>
                  <a:spcPts val="185"/>
                </a:spcBef>
              </a:pPr>
              <a:t>18</a:t>
            </a:fld>
            <a:endParaRPr spc="-5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2057400" y="2125980"/>
            <a:ext cx="10363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/>
              <a:t>Biz.</a:t>
            </a:r>
            <a:r>
              <a:rPr sz="3600" spc="-15" dirty="0"/>
              <a:t> </a:t>
            </a:r>
            <a:r>
              <a:rPr sz="3600" dirty="0"/>
              <a:t>Application을</a:t>
            </a:r>
            <a:r>
              <a:rPr sz="3600" spc="-50" dirty="0"/>
              <a:t> </a:t>
            </a:r>
            <a:r>
              <a:rPr sz="3600" dirty="0"/>
              <a:t>위한</a:t>
            </a:r>
            <a:r>
              <a:rPr sz="3600" spc="10" dirty="0"/>
              <a:t> </a:t>
            </a:r>
            <a:r>
              <a:rPr sz="3600" spc="-10" dirty="0"/>
              <a:t>디자이너/재조정기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19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8911" y="3602354"/>
            <a:ext cx="7299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‘아가도스’는</a:t>
            </a:r>
            <a:r>
              <a:rPr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귀사의</a:t>
            </a:r>
            <a:r>
              <a:rPr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SW</a:t>
            </a:r>
            <a:r>
              <a:rPr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Application내에서</a:t>
            </a:r>
            <a:r>
              <a:rPr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Configure</a:t>
            </a:r>
            <a:r>
              <a:rPr spc="-25" dirty="0">
                <a:solidFill>
                  <a:srgbClr val="404040"/>
                </a:solidFill>
                <a:latin typeface="Malgun Gothic"/>
                <a:cs typeface="Malgun Gothic"/>
              </a:rPr>
              <a:t> Tool의</a:t>
            </a:r>
            <a:r>
              <a:rPr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역할</a:t>
            </a:r>
            <a:r>
              <a:rPr spc="-25" dirty="0">
                <a:solidFill>
                  <a:srgbClr val="404040"/>
                </a:solidFill>
                <a:latin typeface="Malgun Gothic"/>
                <a:cs typeface="Malgun Gothic"/>
              </a:rPr>
              <a:t> 수행</a:t>
            </a:r>
            <a:endParaRPr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45535" y="2789174"/>
            <a:ext cx="59093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76884">
              <a:spcBef>
                <a:spcPts val="100"/>
              </a:spcBef>
            </a:pPr>
            <a:r>
              <a:rPr sz="3600" dirty="0"/>
              <a:t>정보처리 </a:t>
            </a:r>
            <a:r>
              <a:rPr sz="3600" spc="-10" dirty="0"/>
              <a:t>Application에 </a:t>
            </a:r>
            <a:r>
              <a:rPr sz="3600" dirty="0"/>
              <a:t>가시성(Visibilities)</a:t>
            </a:r>
            <a:r>
              <a:rPr sz="3600" spc="-70" dirty="0"/>
              <a:t> </a:t>
            </a:r>
            <a:r>
              <a:rPr sz="3600" spc="-20" dirty="0"/>
              <a:t>부여하기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20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2016" y="5979477"/>
            <a:ext cx="7857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‘아가도스’는</a:t>
            </a:r>
            <a:r>
              <a:rPr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귀사의</a:t>
            </a:r>
            <a:r>
              <a:rPr spc="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Application에게</a:t>
            </a:r>
            <a:r>
              <a:rPr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다양한 가시성</a:t>
            </a:r>
            <a:r>
              <a:rPr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제공 기능을</a:t>
            </a:r>
            <a:r>
              <a:rPr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pc="-10" dirty="0">
                <a:solidFill>
                  <a:srgbClr val="404040"/>
                </a:solidFill>
                <a:latin typeface="Malgun Gothic"/>
                <a:cs typeface="Malgun Gothic"/>
              </a:rPr>
              <a:t>부여합니다.</a:t>
            </a:r>
            <a:endParaRPr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55215" y="2749551"/>
            <a:ext cx="74568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4655" marR="5080" indent="-2941955">
              <a:spcBef>
                <a:spcPts val="100"/>
              </a:spcBef>
            </a:pPr>
            <a:r>
              <a:rPr sz="3600" spc="-10" dirty="0"/>
              <a:t>Agados-</a:t>
            </a:r>
            <a:r>
              <a:rPr sz="3600" dirty="0"/>
              <a:t>based</a:t>
            </a:r>
            <a:r>
              <a:rPr sz="3600" spc="-35" dirty="0"/>
              <a:t> </a:t>
            </a:r>
            <a:r>
              <a:rPr sz="3600" dirty="0"/>
              <a:t>Application</a:t>
            </a:r>
            <a:r>
              <a:rPr sz="3600" spc="-60" dirty="0"/>
              <a:t> </a:t>
            </a:r>
            <a:r>
              <a:rPr sz="3600" dirty="0"/>
              <a:t>를</a:t>
            </a:r>
            <a:r>
              <a:rPr sz="3600" spc="-25" dirty="0"/>
              <a:t> 위한 </a:t>
            </a:r>
            <a:r>
              <a:rPr sz="3600" spc="-10" dirty="0"/>
              <a:t>Benefit</a:t>
            </a:r>
            <a:endParaRPr sz="36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2912" y="5979477"/>
            <a:ext cx="831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‘아가도스’는</a:t>
            </a:r>
            <a:r>
              <a:rPr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귀사의 Application에게</a:t>
            </a:r>
            <a:r>
              <a:rPr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선진 고도화된</a:t>
            </a:r>
            <a:r>
              <a:rPr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제품화 가능성을</a:t>
            </a:r>
            <a:r>
              <a:rPr spc="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pc="-10" dirty="0">
                <a:solidFill>
                  <a:srgbClr val="404040"/>
                </a:solidFill>
                <a:latin typeface="Malgun Gothic"/>
                <a:cs typeface="Malgun Gothic"/>
              </a:rPr>
              <a:t>제공합니다.</a:t>
            </a:r>
            <a:endParaRPr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8" y="0"/>
                </a:moveTo>
                <a:lnTo>
                  <a:pt x="0" y="0"/>
                </a:lnTo>
                <a:lnTo>
                  <a:pt x="0" y="5143497"/>
                </a:lnTo>
                <a:lnTo>
                  <a:pt x="9143998" y="5143497"/>
                </a:lnTo>
                <a:lnTo>
                  <a:pt x="9143998" y="0"/>
                </a:lnTo>
                <a:close/>
              </a:path>
            </a:pathLst>
          </a:custGeom>
          <a:solidFill>
            <a:srgbClr val="008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1"/>
            <a:ext cx="12192000" cy="6858000"/>
            <a:chOff x="0" y="1"/>
            <a:chExt cx="914400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5469" y="2124995"/>
              <a:ext cx="3872482" cy="9066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"/>
              <a:ext cx="9144000" cy="514349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24513" y="4000241"/>
            <a:ext cx="4765039" cy="13304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4267" b="1" dirty="0">
                <a:solidFill>
                  <a:srgbClr val="FFFFFF"/>
                </a:solidFill>
                <a:latin typeface="Arial"/>
                <a:cs typeface="Arial"/>
              </a:rPr>
              <a:t>Pivotal</a:t>
            </a:r>
            <a:r>
              <a:rPr sz="4267" b="1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b="1" dirty="0">
                <a:solidFill>
                  <a:srgbClr val="FFFFFF"/>
                </a:solidFill>
                <a:latin typeface="Arial"/>
                <a:cs typeface="Arial"/>
              </a:rPr>
              <a:t>HAWQ</a:t>
            </a:r>
            <a:r>
              <a:rPr sz="4267" b="1" spc="-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67" b="1" spc="-120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소개</a:t>
            </a:r>
            <a:endParaRPr sz="4267">
              <a:latin typeface="Adobe Clean Han ExtraBold"/>
              <a:cs typeface="Adobe Clean Han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4510" y="4991692"/>
            <a:ext cx="2135293" cy="1126805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 marR="6773">
              <a:lnSpc>
                <a:spcPct val="99500"/>
              </a:lnSpc>
              <a:spcBef>
                <a:spcPts val="147"/>
              </a:spcBef>
            </a:pPr>
            <a:r>
              <a:rPr sz="2400" dirty="0">
                <a:solidFill>
                  <a:srgbClr val="F27127"/>
                </a:solidFill>
                <a:latin typeface="Arial"/>
                <a:cs typeface="Arial"/>
              </a:rPr>
              <a:t>Seungdon</a:t>
            </a:r>
            <a:r>
              <a:rPr sz="2400" spc="-13" dirty="0">
                <a:solidFill>
                  <a:srgbClr val="F27127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F27127"/>
                </a:solidFill>
                <a:latin typeface="Arial"/>
                <a:cs typeface="Arial"/>
              </a:rPr>
              <a:t>Choi </a:t>
            </a:r>
            <a:r>
              <a:rPr sz="2400" dirty="0">
                <a:solidFill>
                  <a:srgbClr val="F27127"/>
                </a:solidFill>
                <a:latin typeface="Arial"/>
                <a:cs typeface="Arial"/>
              </a:rPr>
              <a:t>Field</a:t>
            </a:r>
            <a:r>
              <a:rPr sz="2400" spc="-33" dirty="0">
                <a:solidFill>
                  <a:srgbClr val="F27127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F27127"/>
                </a:solidFill>
                <a:latin typeface="Arial"/>
                <a:cs typeface="Arial"/>
              </a:rPr>
              <a:t>Engineer </a:t>
            </a:r>
            <a:r>
              <a:rPr sz="2400" dirty="0">
                <a:solidFill>
                  <a:srgbClr val="F27127"/>
                </a:solidFill>
                <a:latin typeface="Arial"/>
                <a:cs typeface="Arial"/>
              </a:rPr>
              <a:t>Pivotal</a:t>
            </a:r>
            <a:r>
              <a:rPr sz="2400" spc="-27" dirty="0">
                <a:solidFill>
                  <a:srgbClr val="F27127"/>
                </a:solidFill>
                <a:latin typeface="Arial"/>
                <a:cs typeface="Arial"/>
              </a:rPr>
              <a:t> Korea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9397" y="878766"/>
            <a:ext cx="2649593" cy="6203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91855"/>
            <a:ext cx="12192000" cy="386927"/>
            <a:chOff x="0" y="4718891"/>
            <a:chExt cx="9144000" cy="290195"/>
          </a:xfrm>
        </p:grpSpPr>
        <p:sp>
          <p:nvSpPr>
            <p:cNvPr id="3" name="object 3"/>
            <p:cNvSpPr/>
            <p:nvPr/>
          </p:nvSpPr>
          <p:spPr>
            <a:xfrm>
              <a:off x="0" y="4718891"/>
              <a:ext cx="9144000" cy="290195"/>
            </a:xfrm>
            <a:custGeom>
              <a:avLst/>
              <a:gdLst/>
              <a:ahLst/>
              <a:cxnLst/>
              <a:rect l="l" t="t" r="r" b="b"/>
              <a:pathLst>
                <a:path w="9144000" h="290195">
                  <a:moveTo>
                    <a:pt x="9143998" y="0"/>
                  </a:moveTo>
                  <a:lnTo>
                    <a:pt x="0" y="0"/>
                  </a:lnTo>
                  <a:lnTo>
                    <a:pt x="0" y="289830"/>
                  </a:lnTo>
                  <a:lnTo>
                    <a:pt x="9143998" y="289830"/>
                  </a:lnTo>
                  <a:lnTo>
                    <a:pt x="9143998" y="0"/>
                  </a:lnTo>
                  <a:close/>
                </a:path>
              </a:pathLst>
            </a:custGeom>
            <a:solidFill>
              <a:srgbClr val="008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7478" y="4768967"/>
              <a:ext cx="717859" cy="19377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12987" y="685800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23</a:t>
            </a:fld>
            <a:endParaRPr spc="-33" dirty="0"/>
          </a:p>
        </p:txBody>
      </p:sp>
      <p:sp>
        <p:nvSpPr>
          <p:cNvPr id="6" name="object 6"/>
          <p:cNvSpPr txBox="1"/>
          <p:nvPr/>
        </p:nvSpPr>
        <p:spPr>
          <a:xfrm>
            <a:off x="472018" y="1226397"/>
            <a:ext cx="6025727" cy="3478730"/>
          </a:xfrm>
          <a:prstGeom prst="rect">
            <a:avLst/>
          </a:prstGeom>
        </p:spPr>
        <p:txBody>
          <a:bodyPr vert="horz" wrap="square" lIns="0" tIns="206587" rIns="0" bIns="0" rtlCol="0">
            <a:spAutoFit/>
          </a:bodyPr>
          <a:lstStyle/>
          <a:p>
            <a:pPr marL="314952" indent="-298019">
              <a:spcBef>
                <a:spcPts val="1627"/>
              </a:spcBef>
              <a:buClr>
                <a:srgbClr val="33928A"/>
              </a:buClr>
              <a:buFont typeface="Wingdings"/>
              <a:buChar char=""/>
              <a:tabLst>
                <a:tab pos="314952" algn="l"/>
              </a:tabLst>
            </a:pPr>
            <a:r>
              <a:rPr sz="3200" spc="-13" dirty="0">
                <a:solidFill>
                  <a:srgbClr val="4D4D4D"/>
                </a:solidFill>
                <a:latin typeface="Arial"/>
                <a:cs typeface="Arial"/>
              </a:rPr>
              <a:t>Overview</a:t>
            </a:r>
            <a:endParaRPr sz="3200" dirty="0">
              <a:latin typeface="Arial"/>
              <a:cs typeface="Arial"/>
            </a:endParaRPr>
          </a:p>
          <a:p>
            <a:pPr marL="314952" indent="-298019">
              <a:spcBef>
                <a:spcPts val="1493"/>
              </a:spcBef>
              <a:buClr>
                <a:srgbClr val="33928A"/>
              </a:buClr>
              <a:buFont typeface="Wingdings"/>
              <a:buChar char=""/>
              <a:tabLst>
                <a:tab pos="314952" algn="l"/>
              </a:tabLst>
            </a:pPr>
            <a:r>
              <a:rPr sz="3200" spc="-13" dirty="0">
                <a:solidFill>
                  <a:srgbClr val="4D4D4D"/>
                </a:solidFill>
                <a:latin typeface="Arial"/>
                <a:cs typeface="Arial"/>
              </a:rPr>
              <a:t>Architecture</a:t>
            </a:r>
            <a:endParaRPr sz="3200" dirty="0">
              <a:latin typeface="Arial"/>
              <a:cs typeface="Arial"/>
            </a:endParaRPr>
          </a:p>
          <a:p>
            <a:pPr marL="314952" indent="-298019">
              <a:spcBef>
                <a:spcPts val="1627"/>
              </a:spcBef>
              <a:buClr>
                <a:srgbClr val="33928A"/>
              </a:buClr>
              <a:buFont typeface="Wingdings"/>
              <a:buChar char=""/>
              <a:tabLst>
                <a:tab pos="314952" algn="l"/>
              </a:tabLst>
            </a:pPr>
            <a:r>
              <a:rPr sz="3200" dirty="0">
                <a:solidFill>
                  <a:srgbClr val="4D4D4D"/>
                </a:solidFill>
                <a:latin typeface="Arial"/>
                <a:cs typeface="Arial"/>
              </a:rPr>
              <a:t>Machine</a:t>
            </a:r>
            <a:r>
              <a:rPr sz="3200" spc="-1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4D4D4D"/>
                </a:solidFill>
                <a:latin typeface="Arial"/>
                <a:cs typeface="Arial"/>
              </a:rPr>
              <a:t>Learning</a:t>
            </a:r>
            <a:r>
              <a:rPr sz="3200" spc="-1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4D4D4D"/>
                </a:solidFill>
                <a:latin typeface="Arial"/>
                <a:cs typeface="Arial"/>
              </a:rPr>
              <a:t>using</a:t>
            </a:r>
            <a:r>
              <a:rPr sz="3200" spc="-1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200" spc="-27" dirty="0">
                <a:solidFill>
                  <a:srgbClr val="4D4D4D"/>
                </a:solidFill>
                <a:latin typeface="Arial"/>
                <a:cs typeface="Arial"/>
              </a:rPr>
              <a:t>HAWQ</a:t>
            </a:r>
            <a:endParaRPr sz="3200" dirty="0">
              <a:latin typeface="Arial"/>
              <a:cs typeface="Arial"/>
            </a:endParaRPr>
          </a:p>
          <a:p>
            <a:pPr marL="314952" indent="-298019">
              <a:spcBef>
                <a:spcPts val="1627"/>
              </a:spcBef>
              <a:buClr>
                <a:srgbClr val="33928A"/>
              </a:buClr>
              <a:buFont typeface="Wingdings"/>
              <a:buChar char=""/>
              <a:tabLst>
                <a:tab pos="314952" algn="l"/>
              </a:tabLst>
            </a:pPr>
            <a:r>
              <a:rPr sz="3200" spc="-13" dirty="0">
                <a:solidFill>
                  <a:srgbClr val="4D4D4D"/>
                </a:solidFill>
                <a:latin typeface="Arial"/>
                <a:cs typeface="Arial"/>
              </a:rPr>
              <a:t>Roadmap</a:t>
            </a:r>
            <a:endParaRPr sz="3200" dirty="0">
              <a:latin typeface="Arial"/>
              <a:cs typeface="Arial"/>
            </a:endParaRPr>
          </a:p>
          <a:p>
            <a:pPr marL="314952" indent="-298019">
              <a:spcBef>
                <a:spcPts val="1627"/>
              </a:spcBef>
              <a:buClr>
                <a:srgbClr val="33928A"/>
              </a:buClr>
              <a:buFont typeface="Wingdings"/>
              <a:buChar char=""/>
              <a:tabLst>
                <a:tab pos="314952" algn="l"/>
              </a:tabLst>
            </a:pPr>
            <a:r>
              <a:rPr sz="3200" dirty="0">
                <a:solidFill>
                  <a:srgbClr val="4D4D4D"/>
                </a:solidFill>
                <a:latin typeface="Arial"/>
                <a:cs typeface="Arial"/>
              </a:rPr>
              <a:t>Appendix:</a:t>
            </a:r>
            <a:r>
              <a:rPr sz="3200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4D4D4D"/>
                </a:solidFill>
                <a:latin typeface="Arial"/>
                <a:cs typeface="Arial"/>
              </a:rPr>
              <a:t>HAWQ</a:t>
            </a:r>
            <a:r>
              <a:rPr sz="3200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4D4D4D"/>
                </a:solidFill>
                <a:latin typeface="Arial"/>
                <a:cs typeface="Arial"/>
              </a:rPr>
              <a:t>vs</a:t>
            </a:r>
            <a:r>
              <a:rPr sz="3200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200" spc="-27" dirty="0">
                <a:solidFill>
                  <a:srgbClr val="4D4D4D"/>
                </a:solidFill>
                <a:latin typeface="Arial"/>
                <a:cs typeface="Arial"/>
              </a:rPr>
              <a:t>Hive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0083" y="3853434"/>
              <a:ext cx="3129915" cy="156464"/>
            </a:xfrm>
            <a:prstGeom prst="rect">
              <a:avLst/>
            </a:prstGeom>
          </p:spPr>
        </p:pic>
        <p:pic>
          <p:nvPicPr>
            <p:cNvPr id="5" name="object 5" descr="Logo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66772" y="3017520"/>
              <a:ext cx="3310128" cy="7818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5277612"/>
                  </a:moveTo>
                  <a:lnTo>
                    <a:pt x="0" y="5277612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5277612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1580388"/>
                  </a:lnTo>
                  <a:lnTo>
                    <a:pt x="12192000" y="158038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E28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07429" y="2821685"/>
              <a:ext cx="0" cy="1195705"/>
            </a:xfrm>
            <a:custGeom>
              <a:avLst/>
              <a:gdLst/>
              <a:ahLst/>
              <a:cxnLst/>
              <a:rect l="l" t="t" r="r" b="b"/>
              <a:pathLst>
                <a:path h="1195704">
                  <a:moveTo>
                    <a:pt x="0" y="0"/>
                  </a:moveTo>
                  <a:lnTo>
                    <a:pt x="0" y="1195324"/>
                  </a:lnTo>
                </a:path>
              </a:pathLst>
            </a:custGeom>
            <a:ln w="34925">
              <a:solidFill>
                <a:srgbClr val="098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24810" y="2727706"/>
            <a:ext cx="3126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5" dirty="0">
                <a:solidFill>
                  <a:srgbClr val="0985E6"/>
                </a:solidFill>
                <a:latin typeface="Calibri"/>
                <a:cs typeface="Calibri"/>
              </a:rPr>
              <a:t>E</a:t>
            </a:r>
            <a:r>
              <a:rPr sz="1400" b="1" spc="-2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m</a:t>
            </a:r>
            <a:r>
              <a:rPr sz="1400" b="1" spc="-8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spc="-60" dirty="0">
                <a:solidFill>
                  <a:srgbClr val="0985E6"/>
                </a:solidFill>
                <a:latin typeface="Calibri"/>
                <a:cs typeface="Calibri"/>
              </a:rPr>
              <a:t>p</a:t>
            </a:r>
            <a:r>
              <a:rPr sz="1400" b="1" spc="-2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spc="-60" dirty="0">
                <a:solidFill>
                  <a:srgbClr val="0985E6"/>
                </a:solidFill>
                <a:latin typeface="Calibri"/>
                <a:cs typeface="Calibri"/>
              </a:rPr>
              <a:t>o</a:t>
            </a:r>
            <a:r>
              <a:rPr sz="1400" b="1" spc="-2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w</a:t>
            </a:r>
            <a:r>
              <a:rPr sz="1400" b="1" spc="-8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e</a:t>
            </a:r>
            <a:r>
              <a:rPr sz="1400" b="1" spc="-75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r</a:t>
            </a:r>
            <a:r>
              <a:rPr sz="1400" b="1" spc="-7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i</a:t>
            </a:r>
            <a:r>
              <a:rPr sz="1400" b="1" spc="-4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n</a:t>
            </a:r>
            <a:r>
              <a:rPr sz="1400" b="1" spc="-45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g</a:t>
            </a:r>
            <a:r>
              <a:rPr sz="1400" b="1" spc="125" dirty="0">
                <a:solidFill>
                  <a:srgbClr val="0985E6"/>
                </a:solidFill>
                <a:latin typeface="Calibri"/>
                <a:cs typeface="Calibri"/>
              </a:rPr>
              <a:t>  </a:t>
            </a:r>
            <a:r>
              <a:rPr sz="1400" b="1" spc="-60" dirty="0">
                <a:solidFill>
                  <a:srgbClr val="0985E6"/>
                </a:solidFill>
                <a:latin typeface="Calibri"/>
                <a:cs typeface="Calibri"/>
              </a:rPr>
              <a:t>p</a:t>
            </a:r>
            <a:r>
              <a:rPr sz="1400" b="1" spc="-2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e</a:t>
            </a:r>
            <a:r>
              <a:rPr sz="1400" b="1" spc="-4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spc="-60" dirty="0">
                <a:solidFill>
                  <a:srgbClr val="0985E6"/>
                </a:solidFill>
                <a:latin typeface="Calibri"/>
                <a:cs typeface="Calibri"/>
              </a:rPr>
              <a:t>o</a:t>
            </a:r>
            <a:r>
              <a:rPr sz="1400" b="1" spc="-2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spc="-60" dirty="0">
                <a:solidFill>
                  <a:srgbClr val="0985E6"/>
                </a:solidFill>
                <a:latin typeface="Calibri"/>
                <a:cs typeface="Calibri"/>
              </a:rPr>
              <a:t>p</a:t>
            </a:r>
            <a:r>
              <a:rPr sz="1400" b="1" spc="-2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l</a:t>
            </a:r>
            <a:r>
              <a:rPr sz="1400" b="1" spc="-4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e</a:t>
            </a:r>
            <a:r>
              <a:rPr sz="1400" b="1" spc="130" dirty="0">
                <a:solidFill>
                  <a:srgbClr val="0985E6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w</a:t>
            </a:r>
            <a:r>
              <a:rPr sz="1400" b="1" spc="-45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i</a:t>
            </a:r>
            <a:r>
              <a:rPr sz="1400" b="1" spc="-45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t</a:t>
            </a:r>
            <a:r>
              <a:rPr sz="1400" b="1" spc="-4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h</a:t>
            </a:r>
            <a:r>
              <a:rPr sz="1400" b="1" spc="120" dirty="0">
                <a:solidFill>
                  <a:srgbClr val="0985E6"/>
                </a:solidFill>
                <a:latin typeface="Calibri"/>
                <a:cs typeface="Calibri"/>
              </a:rPr>
              <a:t>  </a:t>
            </a:r>
            <a:r>
              <a:rPr sz="1400" b="1" spc="-60" dirty="0">
                <a:solidFill>
                  <a:srgbClr val="0985E6"/>
                </a:solidFill>
                <a:latin typeface="Calibri"/>
                <a:cs typeface="Calibri"/>
              </a:rPr>
              <a:t>d</a:t>
            </a:r>
            <a:r>
              <a:rPr sz="1400" b="1" spc="-15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a</a:t>
            </a:r>
            <a:r>
              <a:rPr sz="1400" b="1" spc="-35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985E6"/>
                </a:solidFill>
                <a:latin typeface="Calibri"/>
                <a:cs typeface="Calibri"/>
              </a:rPr>
              <a:t>t</a:t>
            </a:r>
            <a:r>
              <a:rPr sz="1400" b="1" spc="-40" dirty="0">
                <a:solidFill>
                  <a:srgbClr val="0985E6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0985E6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5754" y="518159"/>
            <a:ext cx="9027160" cy="3505835"/>
            <a:chOff x="625754" y="518159"/>
            <a:chExt cx="9027160" cy="35058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5218" y="2795396"/>
              <a:ext cx="734441" cy="3081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9200" y="2782824"/>
              <a:ext cx="1172718" cy="3206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31889" y="3281933"/>
              <a:ext cx="1965960" cy="280035"/>
            </a:xfrm>
            <a:custGeom>
              <a:avLst/>
              <a:gdLst/>
              <a:ahLst/>
              <a:cxnLst/>
              <a:rect l="l" t="t" r="r" b="b"/>
              <a:pathLst>
                <a:path w="1965959" h="280035">
                  <a:moveTo>
                    <a:pt x="1502663" y="4317"/>
                  </a:moveTo>
                  <a:lnTo>
                    <a:pt x="1423415" y="4317"/>
                  </a:lnTo>
                  <a:lnTo>
                    <a:pt x="1423415" y="276351"/>
                  </a:lnTo>
                  <a:lnTo>
                    <a:pt x="1481201" y="276351"/>
                  </a:lnTo>
                  <a:lnTo>
                    <a:pt x="1481201" y="171957"/>
                  </a:lnTo>
                  <a:lnTo>
                    <a:pt x="1570178" y="171957"/>
                  </a:lnTo>
                  <a:lnTo>
                    <a:pt x="1560702" y="157861"/>
                  </a:lnTo>
                  <a:lnTo>
                    <a:pt x="1572129" y="152026"/>
                  </a:lnTo>
                  <a:lnTo>
                    <a:pt x="1582197" y="145192"/>
                  </a:lnTo>
                  <a:lnTo>
                    <a:pt x="1590885" y="137358"/>
                  </a:lnTo>
                  <a:lnTo>
                    <a:pt x="1598167" y="128524"/>
                  </a:lnTo>
                  <a:lnTo>
                    <a:pt x="1600211" y="125094"/>
                  </a:lnTo>
                  <a:lnTo>
                    <a:pt x="1481201" y="125094"/>
                  </a:lnTo>
                  <a:lnTo>
                    <a:pt x="1481201" y="51562"/>
                  </a:lnTo>
                  <a:lnTo>
                    <a:pt x="1605194" y="51562"/>
                  </a:lnTo>
                  <a:lnTo>
                    <a:pt x="1604708" y="49942"/>
                  </a:lnTo>
                  <a:lnTo>
                    <a:pt x="1569636" y="15676"/>
                  </a:lnTo>
                  <a:lnTo>
                    <a:pt x="1528591" y="5580"/>
                  </a:lnTo>
                  <a:lnTo>
                    <a:pt x="1502663" y="4317"/>
                  </a:lnTo>
                  <a:close/>
                </a:path>
                <a:path w="1965959" h="280035">
                  <a:moveTo>
                    <a:pt x="1570178" y="171957"/>
                  </a:moveTo>
                  <a:lnTo>
                    <a:pt x="1511807" y="171957"/>
                  </a:lnTo>
                  <a:lnTo>
                    <a:pt x="1576704" y="276351"/>
                  </a:lnTo>
                  <a:lnTo>
                    <a:pt x="1640712" y="276351"/>
                  </a:lnTo>
                  <a:lnTo>
                    <a:pt x="1628782" y="258873"/>
                  </a:lnTo>
                  <a:lnTo>
                    <a:pt x="1570178" y="171957"/>
                  </a:lnTo>
                  <a:close/>
                </a:path>
                <a:path w="1965959" h="280035">
                  <a:moveTo>
                    <a:pt x="1605194" y="51562"/>
                  </a:moveTo>
                  <a:lnTo>
                    <a:pt x="1498600" y="51562"/>
                  </a:lnTo>
                  <a:lnTo>
                    <a:pt x="1511675" y="52083"/>
                  </a:lnTo>
                  <a:lnTo>
                    <a:pt x="1522904" y="53641"/>
                  </a:lnTo>
                  <a:lnTo>
                    <a:pt x="1552269" y="78372"/>
                  </a:lnTo>
                  <a:lnTo>
                    <a:pt x="1553082" y="87375"/>
                  </a:lnTo>
                  <a:lnTo>
                    <a:pt x="1552273" y="96448"/>
                  </a:lnTo>
                  <a:lnTo>
                    <a:pt x="1523555" y="122808"/>
                  </a:lnTo>
                  <a:lnTo>
                    <a:pt x="1499742" y="125094"/>
                  </a:lnTo>
                  <a:lnTo>
                    <a:pt x="1600211" y="125094"/>
                  </a:lnTo>
                  <a:lnTo>
                    <a:pt x="1611267" y="87375"/>
                  </a:lnTo>
                  <a:lnTo>
                    <a:pt x="1611376" y="85851"/>
                  </a:lnTo>
                  <a:lnTo>
                    <a:pt x="1609709" y="66587"/>
                  </a:lnTo>
                  <a:lnTo>
                    <a:pt x="1605194" y="51562"/>
                  </a:lnTo>
                  <a:close/>
                </a:path>
                <a:path w="1965959" h="280035">
                  <a:moveTo>
                    <a:pt x="86867" y="4317"/>
                  </a:moveTo>
                  <a:lnTo>
                    <a:pt x="0" y="4317"/>
                  </a:lnTo>
                  <a:lnTo>
                    <a:pt x="0" y="276351"/>
                  </a:lnTo>
                  <a:lnTo>
                    <a:pt x="57784" y="276351"/>
                  </a:lnTo>
                  <a:lnTo>
                    <a:pt x="57784" y="179577"/>
                  </a:lnTo>
                  <a:lnTo>
                    <a:pt x="82422" y="179577"/>
                  </a:lnTo>
                  <a:lnTo>
                    <a:pt x="127285" y="173767"/>
                  </a:lnTo>
                  <a:lnTo>
                    <a:pt x="172529" y="143428"/>
                  </a:lnTo>
                  <a:lnTo>
                    <a:pt x="178668" y="132333"/>
                  </a:lnTo>
                  <a:lnTo>
                    <a:pt x="57784" y="132333"/>
                  </a:lnTo>
                  <a:lnTo>
                    <a:pt x="57784" y="51562"/>
                  </a:lnTo>
                  <a:lnTo>
                    <a:pt x="181164" y="51562"/>
                  </a:lnTo>
                  <a:lnTo>
                    <a:pt x="173440" y="37611"/>
                  </a:lnTo>
                  <a:lnTo>
                    <a:pt x="162178" y="25653"/>
                  </a:lnTo>
                  <a:lnTo>
                    <a:pt x="147822" y="16319"/>
                  </a:lnTo>
                  <a:lnTo>
                    <a:pt x="130476" y="9651"/>
                  </a:lnTo>
                  <a:lnTo>
                    <a:pt x="110154" y="5651"/>
                  </a:lnTo>
                  <a:lnTo>
                    <a:pt x="86867" y="4317"/>
                  </a:lnTo>
                  <a:close/>
                </a:path>
                <a:path w="1965959" h="280035">
                  <a:moveTo>
                    <a:pt x="181164" y="51562"/>
                  </a:moveTo>
                  <a:lnTo>
                    <a:pt x="83946" y="51562"/>
                  </a:lnTo>
                  <a:lnTo>
                    <a:pt x="94972" y="52177"/>
                  </a:lnTo>
                  <a:lnTo>
                    <a:pt x="104425" y="54006"/>
                  </a:lnTo>
                  <a:lnTo>
                    <a:pt x="129666" y="91186"/>
                  </a:lnTo>
                  <a:lnTo>
                    <a:pt x="128853" y="100665"/>
                  </a:lnTo>
                  <a:lnTo>
                    <a:pt x="99964" y="129682"/>
                  </a:lnTo>
                  <a:lnTo>
                    <a:pt x="76707" y="132333"/>
                  </a:lnTo>
                  <a:lnTo>
                    <a:pt x="178668" y="132333"/>
                  </a:lnTo>
                  <a:lnTo>
                    <a:pt x="181101" y="127936"/>
                  </a:lnTo>
                  <a:lnTo>
                    <a:pt x="186245" y="109849"/>
                  </a:lnTo>
                  <a:lnTo>
                    <a:pt x="187959" y="89153"/>
                  </a:lnTo>
                  <a:lnTo>
                    <a:pt x="186342" y="69338"/>
                  </a:lnTo>
                  <a:lnTo>
                    <a:pt x="181502" y="52177"/>
                  </a:lnTo>
                  <a:lnTo>
                    <a:pt x="181164" y="51562"/>
                  </a:lnTo>
                  <a:close/>
                </a:path>
                <a:path w="1965959" h="280035">
                  <a:moveTo>
                    <a:pt x="1237995" y="0"/>
                  </a:moveTo>
                  <a:lnTo>
                    <a:pt x="1208156" y="2262"/>
                  </a:lnTo>
                  <a:lnTo>
                    <a:pt x="1208378" y="2262"/>
                  </a:lnTo>
                  <a:lnTo>
                    <a:pt x="1182209" y="9048"/>
                  </a:lnTo>
                  <a:lnTo>
                    <a:pt x="1182387" y="9048"/>
                  </a:lnTo>
                  <a:lnTo>
                    <a:pt x="1160325" y="20145"/>
                  </a:lnTo>
                  <a:lnTo>
                    <a:pt x="1141729" y="35813"/>
                  </a:lnTo>
                  <a:lnTo>
                    <a:pt x="1126988" y="55741"/>
                  </a:lnTo>
                  <a:lnTo>
                    <a:pt x="1116472" y="79692"/>
                  </a:lnTo>
                  <a:lnTo>
                    <a:pt x="1110172" y="107644"/>
                  </a:lnTo>
                  <a:lnTo>
                    <a:pt x="1108075" y="139573"/>
                  </a:lnTo>
                  <a:lnTo>
                    <a:pt x="1110170" y="171578"/>
                  </a:lnTo>
                  <a:lnTo>
                    <a:pt x="1126951" y="223660"/>
                  </a:lnTo>
                  <a:lnTo>
                    <a:pt x="1160176" y="259621"/>
                  </a:lnTo>
                  <a:lnTo>
                    <a:pt x="1208182" y="277770"/>
                  </a:lnTo>
                  <a:lnTo>
                    <a:pt x="1237614" y="280035"/>
                  </a:lnTo>
                  <a:lnTo>
                    <a:pt x="1267047" y="277770"/>
                  </a:lnTo>
                  <a:lnTo>
                    <a:pt x="1292859" y="270970"/>
                  </a:lnTo>
                  <a:lnTo>
                    <a:pt x="1315053" y="259621"/>
                  </a:lnTo>
                  <a:lnTo>
                    <a:pt x="1333627" y="243712"/>
                  </a:lnTo>
                  <a:lnTo>
                    <a:pt x="1342408" y="231648"/>
                  </a:lnTo>
                  <a:lnTo>
                    <a:pt x="1237614" y="231648"/>
                  </a:lnTo>
                  <a:lnTo>
                    <a:pt x="1221448" y="230217"/>
                  </a:lnTo>
                  <a:lnTo>
                    <a:pt x="1185971" y="208708"/>
                  </a:lnTo>
                  <a:lnTo>
                    <a:pt x="1172952" y="180052"/>
                  </a:lnTo>
                  <a:lnTo>
                    <a:pt x="1172892" y="179879"/>
                  </a:lnTo>
                  <a:lnTo>
                    <a:pt x="1169620" y="161315"/>
                  </a:lnTo>
                  <a:lnTo>
                    <a:pt x="1168527" y="139953"/>
                  </a:lnTo>
                  <a:lnTo>
                    <a:pt x="1169622" y="118574"/>
                  </a:lnTo>
                  <a:lnTo>
                    <a:pt x="1186052" y="71246"/>
                  </a:lnTo>
                  <a:lnTo>
                    <a:pt x="1221825" y="49458"/>
                  </a:lnTo>
                  <a:lnTo>
                    <a:pt x="1237995" y="48005"/>
                  </a:lnTo>
                  <a:lnTo>
                    <a:pt x="1342445" y="48005"/>
                  </a:lnTo>
                  <a:lnTo>
                    <a:pt x="1333880" y="36194"/>
                  </a:lnTo>
                  <a:lnTo>
                    <a:pt x="1315398" y="20359"/>
                  </a:lnTo>
                  <a:lnTo>
                    <a:pt x="1293272" y="9048"/>
                  </a:lnTo>
                  <a:lnTo>
                    <a:pt x="1267479" y="2262"/>
                  </a:lnTo>
                  <a:lnTo>
                    <a:pt x="1237995" y="0"/>
                  </a:lnTo>
                  <a:close/>
                </a:path>
                <a:path w="1965959" h="280035">
                  <a:moveTo>
                    <a:pt x="1342445" y="48005"/>
                  </a:moveTo>
                  <a:lnTo>
                    <a:pt x="1237995" y="48005"/>
                  </a:lnTo>
                  <a:lnTo>
                    <a:pt x="1268268" y="53816"/>
                  </a:lnTo>
                  <a:lnTo>
                    <a:pt x="1268063" y="53816"/>
                  </a:lnTo>
                  <a:lnTo>
                    <a:pt x="1289430" y="71024"/>
                  </a:lnTo>
                  <a:lnTo>
                    <a:pt x="1302289" y="99762"/>
                  </a:lnTo>
                  <a:lnTo>
                    <a:pt x="1306535" y="139573"/>
                  </a:lnTo>
                  <a:lnTo>
                    <a:pt x="1306576" y="139953"/>
                  </a:lnTo>
                  <a:lnTo>
                    <a:pt x="1302284" y="179879"/>
                  </a:lnTo>
                  <a:lnTo>
                    <a:pt x="1267754" y="225917"/>
                  </a:lnTo>
                  <a:lnTo>
                    <a:pt x="1237614" y="231648"/>
                  </a:lnTo>
                  <a:lnTo>
                    <a:pt x="1342408" y="231648"/>
                  </a:lnTo>
                  <a:lnTo>
                    <a:pt x="1348222" y="223660"/>
                  </a:lnTo>
                  <a:lnTo>
                    <a:pt x="1358661" y="199691"/>
                  </a:lnTo>
                  <a:lnTo>
                    <a:pt x="1364934" y="171793"/>
                  </a:lnTo>
                  <a:lnTo>
                    <a:pt x="1367027" y="139953"/>
                  </a:lnTo>
                  <a:lnTo>
                    <a:pt x="1364956" y="108096"/>
                  </a:lnTo>
                  <a:lnTo>
                    <a:pt x="1358741" y="80168"/>
                  </a:lnTo>
                  <a:lnTo>
                    <a:pt x="1348382" y="56193"/>
                  </a:lnTo>
                  <a:lnTo>
                    <a:pt x="1342445" y="48005"/>
                  </a:lnTo>
                  <a:close/>
                </a:path>
                <a:path w="1965959" h="280035">
                  <a:moveTo>
                    <a:pt x="586485" y="3175"/>
                  </a:moveTo>
                  <a:lnTo>
                    <a:pt x="516000" y="3175"/>
                  </a:lnTo>
                  <a:lnTo>
                    <a:pt x="419988" y="276351"/>
                  </a:lnTo>
                  <a:lnTo>
                    <a:pt x="482091" y="276351"/>
                  </a:lnTo>
                  <a:lnTo>
                    <a:pt x="501776" y="211581"/>
                  </a:lnTo>
                  <a:lnTo>
                    <a:pt x="660024" y="211581"/>
                  </a:lnTo>
                  <a:lnTo>
                    <a:pt x="642950" y="163194"/>
                  </a:lnTo>
                  <a:lnTo>
                    <a:pt x="516381" y="163194"/>
                  </a:lnTo>
                  <a:lnTo>
                    <a:pt x="529433" y="120618"/>
                  </a:lnTo>
                  <a:lnTo>
                    <a:pt x="539638" y="86804"/>
                  </a:lnTo>
                  <a:lnTo>
                    <a:pt x="547010" y="61753"/>
                  </a:lnTo>
                  <a:lnTo>
                    <a:pt x="551560" y="45465"/>
                  </a:lnTo>
                  <a:lnTo>
                    <a:pt x="601408" y="45465"/>
                  </a:lnTo>
                  <a:lnTo>
                    <a:pt x="586485" y="3175"/>
                  </a:lnTo>
                  <a:close/>
                </a:path>
                <a:path w="1965959" h="280035">
                  <a:moveTo>
                    <a:pt x="660024" y="211581"/>
                  </a:moveTo>
                  <a:lnTo>
                    <a:pt x="600963" y="211581"/>
                  </a:lnTo>
                  <a:lnTo>
                    <a:pt x="620649" y="276351"/>
                  </a:lnTo>
                  <a:lnTo>
                    <a:pt x="682878" y="276351"/>
                  </a:lnTo>
                  <a:lnTo>
                    <a:pt x="660024" y="211581"/>
                  </a:lnTo>
                  <a:close/>
                </a:path>
                <a:path w="1965959" h="280035">
                  <a:moveTo>
                    <a:pt x="795401" y="52324"/>
                  </a:moveTo>
                  <a:lnTo>
                    <a:pt x="737615" y="52324"/>
                  </a:lnTo>
                  <a:lnTo>
                    <a:pt x="737615" y="276351"/>
                  </a:lnTo>
                  <a:lnTo>
                    <a:pt x="795401" y="276351"/>
                  </a:lnTo>
                  <a:lnTo>
                    <a:pt x="795401" y="52324"/>
                  </a:lnTo>
                  <a:close/>
                </a:path>
                <a:path w="1965959" h="280035">
                  <a:moveTo>
                    <a:pt x="601408" y="45465"/>
                  </a:moveTo>
                  <a:lnTo>
                    <a:pt x="551560" y="45465"/>
                  </a:lnTo>
                  <a:lnTo>
                    <a:pt x="552450" y="49911"/>
                  </a:lnTo>
                  <a:lnTo>
                    <a:pt x="565816" y="94313"/>
                  </a:lnTo>
                  <a:lnTo>
                    <a:pt x="587247" y="163194"/>
                  </a:lnTo>
                  <a:lnTo>
                    <a:pt x="642950" y="163194"/>
                  </a:lnTo>
                  <a:lnTo>
                    <a:pt x="601408" y="45465"/>
                  </a:lnTo>
                  <a:close/>
                </a:path>
                <a:path w="1965959" h="280035">
                  <a:moveTo>
                    <a:pt x="869187" y="4317"/>
                  </a:moveTo>
                  <a:lnTo>
                    <a:pt x="663828" y="4317"/>
                  </a:lnTo>
                  <a:lnTo>
                    <a:pt x="663828" y="52324"/>
                  </a:lnTo>
                  <a:lnTo>
                    <a:pt x="869187" y="52324"/>
                  </a:lnTo>
                  <a:lnTo>
                    <a:pt x="869187" y="4317"/>
                  </a:lnTo>
                  <a:close/>
                </a:path>
                <a:path w="1965959" h="280035">
                  <a:moveTo>
                    <a:pt x="1753488" y="4317"/>
                  </a:moveTo>
                  <a:lnTo>
                    <a:pt x="1674876" y="4317"/>
                  </a:lnTo>
                  <a:lnTo>
                    <a:pt x="1674876" y="276351"/>
                  </a:lnTo>
                  <a:lnTo>
                    <a:pt x="1726437" y="276351"/>
                  </a:lnTo>
                  <a:lnTo>
                    <a:pt x="1726437" y="149860"/>
                  </a:lnTo>
                  <a:lnTo>
                    <a:pt x="1724455" y="92781"/>
                  </a:lnTo>
                  <a:lnTo>
                    <a:pt x="1722881" y="62991"/>
                  </a:lnTo>
                  <a:lnTo>
                    <a:pt x="1771614" y="62991"/>
                  </a:lnTo>
                  <a:lnTo>
                    <a:pt x="1753488" y="4317"/>
                  </a:lnTo>
                  <a:close/>
                </a:path>
                <a:path w="1965959" h="280035">
                  <a:moveTo>
                    <a:pt x="1771614" y="62991"/>
                  </a:moveTo>
                  <a:lnTo>
                    <a:pt x="1724659" y="62991"/>
                  </a:lnTo>
                  <a:lnTo>
                    <a:pt x="1790064" y="276351"/>
                  </a:lnTo>
                  <a:lnTo>
                    <a:pt x="1842896" y="276351"/>
                  </a:lnTo>
                  <a:lnTo>
                    <a:pt x="1863965" y="212343"/>
                  </a:lnTo>
                  <a:lnTo>
                    <a:pt x="1817751" y="212343"/>
                  </a:lnTo>
                  <a:lnTo>
                    <a:pt x="1771731" y="63373"/>
                  </a:lnTo>
                  <a:lnTo>
                    <a:pt x="1771614" y="62991"/>
                  </a:lnTo>
                  <a:close/>
                </a:path>
                <a:path w="1965959" h="280035">
                  <a:moveTo>
                    <a:pt x="1965705" y="63373"/>
                  </a:moveTo>
                  <a:lnTo>
                    <a:pt x="1914778" y="63373"/>
                  </a:lnTo>
                  <a:lnTo>
                    <a:pt x="1913757" y="86542"/>
                  </a:lnTo>
                  <a:lnTo>
                    <a:pt x="1912985" y="104806"/>
                  </a:lnTo>
                  <a:lnTo>
                    <a:pt x="1912512" y="117189"/>
                  </a:lnTo>
                  <a:lnTo>
                    <a:pt x="1912238" y="126618"/>
                  </a:lnTo>
                  <a:lnTo>
                    <a:pt x="1911984" y="134492"/>
                  </a:lnTo>
                  <a:lnTo>
                    <a:pt x="1911984" y="276351"/>
                  </a:lnTo>
                  <a:lnTo>
                    <a:pt x="1965705" y="276351"/>
                  </a:lnTo>
                  <a:lnTo>
                    <a:pt x="1965705" y="63373"/>
                  </a:lnTo>
                  <a:close/>
                </a:path>
                <a:path w="1965959" h="280035">
                  <a:moveTo>
                    <a:pt x="1965705" y="4317"/>
                  </a:moveTo>
                  <a:lnTo>
                    <a:pt x="1887219" y="4317"/>
                  </a:lnTo>
                  <a:lnTo>
                    <a:pt x="1818893" y="212343"/>
                  </a:lnTo>
                  <a:lnTo>
                    <a:pt x="1863965" y="212343"/>
                  </a:lnTo>
                  <a:lnTo>
                    <a:pt x="1913001" y="63373"/>
                  </a:lnTo>
                  <a:lnTo>
                    <a:pt x="1965705" y="63373"/>
                  </a:lnTo>
                  <a:lnTo>
                    <a:pt x="1965705" y="4317"/>
                  </a:lnTo>
                  <a:close/>
                </a:path>
                <a:path w="1965959" h="280035">
                  <a:moveTo>
                    <a:pt x="1067307" y="4317"/>
                  </a:moveTo>
                  <a:lnTo>
                    <a:pt x="911351" y="4317"/>
                  </a:lnTo>
                  <a:lnTo>
                    <a:pt x="911351" y="276351"/>
                  </a:lnTo>
                  <a:lnTo>
                    <a:pt x="968120" y="276351"/>
                  </a:lnTo>
                  <a:lnTo>
                    <a:pt x="968120" y="168782"/>
                  </a:lnTo>
                  <a:lnTo>
                    <a:pt x="1060450" y="168782"/>
                  </a:lnTo>
                  <a:lnTo>
                    <a:pt x="1060450" y="121665"/>
                  </a:lnTo>
                  <a:lnTo>
                    <a:pt x="968120" y="121665"/>
                  </a:lnTo>
                  <a:lnTo>
                    <a:pt x="968120" y="51562"/>
                  </a:lnTo>
                  <a:lnTo>
                    <a:pt x="1067307" y="51562"/>
                  </a:lnTo>
                  <a:lnTo>
                    <a:pt x="1067307" y="4317"/>
                  </a:lnTo>
                  <a:close/>
                </a:path>
                <a:path w="1965959" h="280035">
                  <a:moveTo>
                    <a:pt x="297052" y="4317"/>
                  </a:moveTo>
                  <a:lnTo>
                    <a:pt x="239267" y="4317"/>
                  </a:lnTo>
                  <a:lnTo>
                    <a:pt x="239267" y="276351"/>
                  </a:lnTo>
                  <a:lnTo>
                    <a:pt x="407288" y="276351"/>
                  </a:lnTo>
                  <a:lnTo>
                    <a:pt x="407288" y="228726"/>
                  </a:lnTo>
                  <a:lnTo>
                    <a:pt x="297052" y="228726"/>
                  </a:lnTo>
                  <a:lnTo>
                    <a:pt x="297052" y="43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08517" y="3328924"/>
              <a:ext cx="81025" cy="8267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5102" y="3328924"/>
              <a:ext cx="81025" cy="899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95843" y="3325367"/>
              <a:ext cx="147193" cy="19278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3699" y="3322827"/>
              <a:ext cx="80009" cy="12687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731889" y="3281933"/>
              <a:ext cx="1965960" cy="280035"/>
            </a:xfrm>
            <a:custGeom>
              <a:avLst/>
              <a:gdLst/>
              <a:ahLst/>
              <a:cxnLst/>
              <a:rect l="l" t="t" r="r" b="b"/>
              <a:pathLst>
                <a:path w="1965959" h="280035">
                  <a:moveTo>
                    <a:pt x="1674876" y="4317"/>
                  </a:moveTo>
                  <a:lnTo>
                    <a:pt x="1753488" y="4317"/>
                  </a:lnTo>
                  <a:lnTo>
                    <a:pt x="1817751" y="212343"/>
                  </a:lnTo>
                  <a:lnTo>
                    <a:pt x="1818893" y="212343"/>
                  </a:lnTo>
                  <a:lnTo>
                    <a:pt x="1887219" y="4317"/>
                  </a:lnTo>
                  <a:lnTo>
                    <a:pt x="1965705" y="4317"/>
                  </a:lnTo>
                  <a:lnTo>
                    <a:pt x="1965705" y="276351"/>
                  </a:lnTo>
                  <a:lnTo>
                    <a:pt x="1911984" y="276351"/>
                  </a:lnTo>
                  <a:lnTo>
                    <a:pt x="1911984" y="147574"/>
                  </a:lnTo>
                  <a:lnTo>
                    <a:pt x="1911984" y="141477"/>
                  </a:lnTo>
                  <a:lnTo>
                    <a:pt x="1911984" y="134492"/>
                  </a:lnTo>
                  <a:lnTo>
                    <a:pt x="1912238" y="126618"/>
                  </a:lnTo>
                  <a:lnTo>
                    <a:pt x="1912475" y="118165"/>
                  </a:lnTo>
                  <a:lnTo>
                    <a:pt x="1912985" y="104806"/>
                  </a:lnTo>
                  <a:lnTo>
                    <a:pt x="1913757" y="86542"/>
                  </a:lnTo>
                  <a:lnTo>
                    <a:pt x="1914778" y="63373"/>
                  </a:lnTo>
                  <a:lnTo>
                    <a:pt x="1913001" y="63373"/>
                  </a:lnTo>
                  <a:lnTo>
                    <a:pt x="1842896" y="276351"/>
                  </a:lnTo>
                  <a:lnTo>
                    <a:pt x="1790064" y="276351"/>
                  </a:lnTo>
                  <a:lnTo>
                    <a:pt x="1724659" y="62991"/>
                  </a:lnTo>
                  <a:lnTo>
                    <a:pt x="1722881" y="62991"/>
                  </a:lnTo>
                  <a:lnTo>
                    <a:pt x="1724455" y="92781"/>
                  </a:lnTo>
                  <a:lnTo>
                    <a:pt x="1725564" y="117189"/>
                  </a:lnTo>
                  <a:lnTo>
                    <a:pt x="1726221" y="136215"/>
                  </a:lnTo>
                  <a:lnTo>
                    <a:pt x="1726437" y="149860"/>
                  </a:lnTo>
                  <a:lnTo>
                    <a:pt x="1726437" y="276351"/>
                  </a:lnTo>
                  <a:lnTo>
                    <a:pt x="1674876" y="276351"/>
                  </a:lnTo>
                  <a:lnTo>
                    <a:pt x="1674876" y="4317"/>
                  </a:lnTo>
                  <a:close/>
                </a:path>
                <a:path w="1965959" h="280035">
                  <a:moveTo>
                    <a:pt x="1423415" y="4317"/>
                  </a:moveTo>
                  <a:lnTo>
                    <a:pt x="1502663" y="4317"/>
                  </a:lnTo>
                  <a:lnTo>
                    <a:pt x="1528591" y="5580"/>
                  </a:lnTo>
                  <a:lnTo>
                    <a:pt x="1569636" y="15676"/>
                  </a:lnTo>
                  <a:lnTo>
                    <a:pt x="1604708" y="49942"/>
                  </a:lnTo>
                  <a:lnTo>
                    <a:pt x="1611376" y="85851"/>
                  </a:lnTo>
                  <a:lnTo>
                    <a:pt x="1610544" y="97520"/>
                  </a:lnTo>
                  <a:lnTo>
                    <a:pt x="1590885" y="137358"/>
                  </a:lnTo>
                  <a:lnTo>
                    <a:pt x="1560702" y="157861"/>
                  </a:lnTo>
                  <a:lnTo>
                    <a:pt x="1588777" y="199628"/>
                  </a:lnTo>
                  <a:lnTo>
                    <a:pt x="1611471" y="233299"/>
                  </a:lnTo>
                  <a:lnTo>
                    <a:pt x="1628782" y="258873"/>
                  </a:lnTo>
                  <a:lnTo>
                    <a:pt x="1640712" y="276351"/>
                  </a:lnTo>
                  <a:lnTo>
                    <a:pt x="1576704" y="276351"/>
                  </a:lnTo>
                  <a:lnTo>
                    <a:pt x="1511807" y="171957"/>
                  </a:lnTo>
                  <a:lnTo>
                    <a:pt x="1481201" y="171957"/>
                  </a:lnTo>
                  <a:lnTo>
                    <a:pt x="1481201" y="276351"/>
                  </a:lnTo>
                  <a:lnTo>
                    <a:pt x="1423415" y="276351"/>
                  </a:lnTo>
                  <a:lnTo>
                    <a:pt x="1423415" y="4317"/>
                  </a:lnTo>
                  <a:close/>
                </a:path>
                <a:path w="1965959" h="280035">
                  <a:moveTo>
                    <a:pt x="911351" y="4317"/>
                  </a:moveTo>
                  <a:lnTo>
                    <a:pt x="1067307" y="4317"/>
                  </a:lnTo>
                  <a:lnTo>
                    <a:pt x="1067307" y="51562"/>
                  </a:lnTo>
                  <a:lnTo>
                    <a:pt x="968120" y="51562"/>
                  </a:lnTo>
                  <a:lnTo>
                    <a:pt x="968120" y="121665"/>
                  </a:lnTo>
                  <a:lnTo>
                    <a:pt x="1060450" y="121665"/>
                  </a:lnTo>
                  <a:lnTo>
                    <a:pt x="1060450" y="168782"/>
                  </a:lnTo>
                  <a:lnTo>
                    <a:pt x="968120" y="168782"/>
                  </a:lnTo>
                  <a:lnTo>
                    <a:pt x="968120" y="276351"/>
                  </a:lnTo>
                  <a:lnTo>
                    <a:pt x="911351" y="276351"/>
                  </a:lnTo>
                  <a:lnTo>
                    <a:pt x="911351" y="4317"/>
                  </a:lnTo>
                  <a:close/>
                </a:path>
                <a:path w="1965959" h="280035">
                  <a:moveTo>
                    <a:pt x="663828" y="4317"/>
                  </a:moveTo>
                  <a:lnTo>
                    <a:pt x="869187" y="4317"/>
                  </a:lnTo>
                  <a:lnTo>
                    <a:pt x="869187" y="52324"/>
                  </a:lnTo>
                  <a:lnTo>
                    <a:pt x="795401" y="52324"/>
                  </a:lnTo>
                  <a:lnTo>
                    <a:pt x="795401" y="276351"/>
                  </a:lnTo>
                  <a:lnTo>
                    <a:pt x="737615" y="276351"/>
                  </a:lnTo>
                  <a:lnTo>
                    <a:pt x="737615" y="52324"/>
                  </a:lnTo>
                  <a:lnTo>
                    <a:pt x="663828" y="52324"/>
                  </a:lnTo>
                  <a:lnTo>
                    <a:pt x="663828" y="4317"/>
                  </a:lnTo>
                  <a:close/>
                </a:path>
                <a:path w="1965959" h="280035">
                  <a:moveTo>
                    <a:pt x="239267" y="4317"/>
                  </a:moveTo>
                  <a:lnTo>
                    <a:pt x="297052" y="4317"/>
                  </a:lnTo>
                  <a:lnTo>
                    <a:pt x="297052" y="228726"/>
                  </a:lnTo>
                  <a:lnTo>
                    <a:pt x="407288" y="228726"/>
                  </a:lnTo>
                  <a:lnTo>
                    <a:pt x="407288" y="276351"/>
                  </a:lnTo>
                  <a:lnTo>
                    <a:pt x="239267" y="276351"/>
                  </a:lnTo>
                  <a:lnTo>
                    <a:pt x="239267" y="4317"/>
                  </a:lnTo>
                  <a:close/>
                </a:path>
                <a:path w="1965959" h="280035">
                  <a:moveTo>
                    <a:pt x="0" y="4317"/>
                  </a:moveTo>
                  <a:lnTo>
                    <a:pt x="86867" y="4317"/>
                  </a:lnTo>
                  <a:lnTo>
                    <a:pt x="110154" y="5651"/>
                  </a:lnTo>
                  <a:lnTo>
                    <a:pt x="147822" y="16319"/>
                  </a:lnTo>
                  <a:lnTo>
                    <a:pt x="181498" y="52165"/>
                  </a:lnTo>
                  <a:lnTo>
                    <a:pt x="187959" y="89153"/>
                  </a:lnTo>
                  <a:lnTo>
                    <a:pt x="186245" y="109849"/>
                  </a:lnTo>
                  <a:lnTo>
                    <a:pt x="160527" y="156337"/>
                  </a:lnTo>
                  <a:lnTo>
                    <a:pt x="106306" y="178125"/>
                  </a:lnTo>
                  <a:lnTo>
                    <a:pt x="82422" y="179577"/>
                  </a:lnTo>
                  <a:lnTo>
                    <a:pt x="57784" y="179577"/>
                  </a:lnTo>
                  <a:lnTo>
                    <a:pt x="57784" y="276351"/>
                  </a:lnTo>
                  <a:lnTo>
                    <a:pt x="0" y="276351"/>
                  </a:lnTo>
                  <a:lnTo>
                    <a:pt x="0" y="4317"/>
                  </a:lnTo>
                  <a:close/>
                </a:path>
                <a:path w="1965959" h="280035">
                  <a:moveTo>
                    <a:pt x="516000" y="3175"/>
                  </a:moveTo>
                  <a:lnTo>
                    <a:pt x="586485" y="3175"/>
                  </a:lnTo>
                  <a:lnTo>
                    <a:pt x="682878" y="276351"/>
                  </a:lnTo>
                  <a:lnTo>
                    <a:pt x="620649" y="276351"/>
                  </a:lnTo>
                  <a:lnTo>
                    <a:pt x="600963" y="211581"/>
                  </a:lnTo>
                  <a:lnTo>
                    <a:pt x="501776" y="211581"/>
                  </a:lnTo>
                  <a:lnTo>
                    <a:pt x="482091" y="276351"/>
                  </a:lnTo>
                  <a:lnTo>
                    <a:pt x="419988" y="276351"/>
                  </a:lnTo>
                  <a:lnTo>
                    <a:pt x="516000" y="3175"/>
                  </a:lnTo>
                  <a:close/>
                </a:path>
                <a:path w="1965959" h="280035">
                  <a:moveTo>
                    <a:pt x="1237995" y="0"/>
                  </a:moveTo>
                  <a:lnTo>
                    <a:pt x="1293272" y="9048"/>
                  </a:lnTo>
                  <a:lnTo>
                    <a:pt x="1333880" y="36194"/>
                  </a:lnTo>
                  <a:lnTo>
                    <a:pt x="1358741" y="80168"/>
                  </a:lnTo>
                  <a:lnTo>
                    <a:pt x="1367027" y="139953"/>
                  </a:lnTo>
                  <a:lnTo>
                    <a:pt x="1364934" y="171793"/>
                  </a:lnTo>
                  <a:lnTo>
                    <a:pt x="1348222" y="223660"/>
                  </a:lnTo>
                  <a:lnTo>
                    <a:pt x="1315053" y="259621"/>
                  </a:lnTo>
                  <a:lnTo>
                    <a:pt x="1267047" y="277770"/>
                  </a:lnTo>
                  <a:lnTo>
                    <a:pt x="1237614" y="280035"/>
                  </a:lnTo>
                  <a:lnTo>
                    <a:pt x="1208182" y="277770"/>
                  </a:lnTo>
                  <a:lnTo>
                    <a:pt x="1160176" y="259621"/>
                  </a:lnTo>
                  <a:lnTo>
                    <a:pt x="1126934" y="223637"/>
                  </a:lnTo>
                  <a:lnTo>
                    <a:pt x="1110170" y="171578"/>
                  </a:lnTo>
                  <a:lnTo>
                    <a:pt x="1108075" y="139573"/>
                  </a:lnTo>
                  <a:lnTo>
                    <a:pt x="1110172" y="107644"/>
                  </a:lnTo>
                  <a:lnTo>
                    <a:pt x="1126988" y="55741"/>
                  </a:lnTo>
                  <a:lnTo>
                    <a:pt x="1160325" y="20145"/>
                  </a:lnTo>
                  <a:lnTo>
                    <a:pt x="1208470" y="2238"/>
                  </a:lnTo>
                  <a:lnTo>
                    <a:pt x="1237995" y="0"/>
                  </a:lnTo>
                  <a:close/>
                </a:path>
              </a:pathLst>
            </a:custGeom>
            <a:ln w="9144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7316" y="3734561"/>
              <a:ext cx="2925063" cy="2891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5754" y="518159"/>
              <a:ext cx="3639032" cy="1976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3219" y="6483096"/>
              <a:ext cx="123444" cy="2118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63428" y="6432803"/>
              <a:ext cx="94615" cy="262255"/>
            </a:xfrm>
            <a:custGeom>
              <a:avLst/>
              <a:gdLst/>
              <a:ahLst/>
              <a:cxnLst/>
              <a:rect l="l" t="t" r="r" b="b"/>
              <a:pathLst>
                <a:path w="94615" h="262254">
                  <a:moveTo>
                    <a:pt x="65786" y="89433"/>
                  </a:moveTo>
                  <a:lnTo>
                    <a:pt x="23622" y="89433"/>
                  </a:lnTo>
                  <a:lnTo>
                    <a:pt x="23622" y="215874"/>
                  </a:lnTo>
                  <a:lnTo>
                    <a:pt x="26838" y="236110"/>
                  </a:lnTo>
                  <a:lnTo>
                    <a:pt x="36306" y="250564"/>
                  </a:lnTo>
                  <a:lnTo>
                    <a:pt x="51750" y="259237"/>
                  </a:lnTo>
                  <a:lnTo>
                    <a:pt x="72898" y="262128"/>
                  </a:lnTo>
                  <a:lnTo>
                    <a:pt x="83185" y="262128"/>
                  </a:lnTo>
                  <a:lnTo>
                    <a:pt x="88265" y="261099"/>
                  </a:lnTo>
                  <a:lnTo>
                    <a:pt x="94488" y="259041"/>
                  </a:lnTo>
                  <a:lnTo>
                    <a:pt x="94488" y="223062"/>
                  </a:lnTo>
                  <a:lnTo>
                    <a:pt x="69850" y="223062"/>
                  </a:lnTo>
                  <a:lnTo>
                    <a:pt x="65786" y="216903"/>
                  </a:lnTo>
                  <a:lnTo>
                    <a:pt x="65786" y="89433"/>
                  </a:lnTo>
                  <a:close/>
                </a:path>
                <a:path w="94615" h="262254">
                  <a:moveTo>
                    <a:pt x="94488" y="54483"/>
                  </a:moveTo>
                  <a:lnTo>
                    <a:pt x="0" y="54483"/>
                  </a:lnTo>
                  <a:lnTo>
                    <a:pt x="0" y="89433"/>
                  </a:lnTo>
                  <a:lnTo>
                    <a:pt x="94488" y="89433"/>
                  </a:lnTo>
                  <a:lnTo>
                    <a:pt x="94488" y="54483"/>
                  </a:lnTo>
                  <a:close/>
                </a:path>
                <a:path w="94615" h="262254">
                  <a:moveTo>
                    <a:pt x="65786" y="0"/>
                  </a:moveTo>
                  <a:lnTo>
                    <a:pt x="23622" y="0"/>
                  </a:lnTo>
                  <a:lnTo>
                    <a:pt x="23622" y="54483"/>
                  </a:lnTo>
                  <a:lnTo>
                    <a:pt x="65786" y="54483"/>
                  </a:lnTo>
                  <a:lnTo>
                    <a:pt x="65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7728" y="6483096"/>
              <a:ext cx="135636" cy="2118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37748" y="6431279"/>
              <a:ext cx="163195" cy="264160"/>
            </a:xfrm>
            <a:custGeom>
              <a:avLst/>
              <a:gdLst/>
              <a:ahLst/>
              <a:cxnLst/>
              <a:rect l="l" t="t" r="r" b="b"/>
              <a:pathLst>
                <a:path w="163195" h="264159">
                  <a:moveTo>
                    <a:pt x="92964" y="56007"/>
                  </a:moveTo>
                  <a:lnTo>
                    <a:pt x="65405" y="56007"/>
                  </a:lnTo>
                  <a:lnTo>
                    <a:pt x="65405" y="1524"/>
                  </a:lnTo>
                  <a:lnTo>
                    <a:pt x="23495" y="1524"/>
                  </a:lnTo>
                  <a:lnTo>
                    <a:pt x="23495" y="56007"/>
                  </a:lnTo>
                  <a:lnTo>
                    <a:pt x="0" y="56007"/>
                  </a:lnTo>
                  <a:lnTo>
                    <a:pt x="0" y="90957"/>
                  </a:lnTo>
                  <a:lnTo>
                    <a:pt x="23495" y="90957"/>
                  </a:lnTo>
                  <a:lnTo>
                    <a:pt x="23495" y="217398"/>
                  </a:lnTo>
                  <a:lnTo>
                    <a:pt x="26695" y="237642"/>
                  </a:lnTo>
                  <a:lnTo>
                    <a:pt x="36144" y="252095"/>
                  </a:lnTo>
                  <a:lnTo>
                    <a:pt x="51511" y="260769"/>
                  </a:lnTo>
                  <a:lnTo>
                    <a:pt x="72517" y="263652"/>
                  </a:lnTo>
                  <a:lnTo>
                    <a:pt x="82804" y="263652"/>
                  </a:lnTo>
                  <a:lnTo>
                    <a:pt x="87884" y="262623"/>
                  </a:lnTo>
                  <a:lnTo>
                    <a:pt x="92964" y="260565"/>
                  </a:lnTo>
                  <a:lnTo>
                    <a:pt x="92964" y="224586"/>
                  </a:lnTo>
                  <a:lnTo>
                    <a:pt x="69469" y="224586"/>
                  </a:lnTo>
                  <a:lnTo>
                    <a:pt x="65405" y="218427"/>
                  </a:lnTo>
                  <a:lnTo>
                    <a:pt x="65405" y="90957"/>
                  </a:lnTo>
                  <a:lnTo>
                    <a:pt x="92964" y="90957"/>
                  </a:lnTo>
                  <a:lnTo>
                    <a:pt x="92964" y="56007"/>
                  </a:lnTo>
                  <a:close/>
                </a:path>
                <a:path w="163195" h="264159">
                  <a:moveTo>
                    <a:pt x="163068" y="55537"/>
                  </a:moveTo>
                  <a:lnTo>
                    <a:pt x="121920" y="55537"/>
                  </a:lnTo>
                  <a:lnTo>
                    <a:pt x="121920" y="259080"/>
                  </a:lnTo>
                  <a:lnTo>
                    <a:pt x="163068" y="259080"/>
                  </a:lnTo>
                  <a:lnTo>
                    <a:pt x="163068" y="55537"/>
                  </a:lnTo>
                  <a:close/>
                </a:path>
                <a:path w="163195" h="264159">
                  <a:moveTo>
                    <a:pt x="163068" y="0"/>
                  </a:moveTo>
                  <a:lnTo>
                    <a:pt x="121920" y="0"/>
                  </a:lnTo>
                  <a:lnTo>
                    <a:pt x="121920" y="39065"/>
                  </a:lnTo>
                  <a:lnTo>
                    <a:pt x="163068" y="39065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32819" y="6483096"/>
              <a:ext cx="123444" cy="2118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273028" y="6432803"/>
              <a:ext cx="94615" cy="262255"/>
            </a:xfrm>
            <a:custGeom>
              <a:avLst/>
              <a:gdLst/>
              <a:ahLst/>
              <a:cxnLst/>
              <a:rect l="l" t="t" r="r" b="b"/>
              <a:pathLst>
                <a:path w="94615" h="262254">
                  <a:moveTo>
                    <a:pt x="65786" y="89433"/>
                  </a:moveTo>
                  <a:lnTo>
                    <a:pt x="23622" y="89433"/>
                  </a:lnTo>
                  <a:lnTo>
                    <a:pt x="23622" y="215874"/>
                  </a:lnTo>
                  <a:lnTo>
                    <a:pt x="26838" y="236110"/>
                  </a:lnTo>
                  <a:lnTo>
                    <a:pt x="36306" y="250564"/>
                  </a:lnTo>
                  <a:lnTo>
                    <a:pt x="51750" y="259237"/>
                  </a:lnTo>
                  <a:lnTo>
                    <a:pt x="72898" y="262128"/>
                  </a:lnTo>
                  <a:lnTo>
                    <a:pt x="83185" y="262128"/>
                  </a:lnTo>
                  <a:lnTo>
                    <a:pt x="88265" y="261099"/>
                  </a:lnTo>
                  <a:lnTo>
                    <a:pt x="94488" y="259041"/>
                  </a:lnTo>
                  <a:lnTo>
                    <a:pt x="94488" y="223062"/>
                  </a:lnTo>
                  <a:lnTo>
                    <a:pt x="69850" y="223062"/>
                  </a:lnTo>
                  <a:lnTo>
                    <a:pt x="65786" y="216903"/>
                  </a:lnTo>
                  <a:lnTo>
                    <a:pt x="65786" y="89433"/>
                  </a:lnTo>
                  <a:close/>
                </a:path>
                <a:path w="94615" h="262254">
                  <a:moveTo>
                    <a:pt x="94488" y="54483"/>
                  </a:moveTo>
                  <a:lnTo>
                    <a:pt x="0" y="54483"/>
                  </a:lnTo>
                  <a:lnTo>
                    <a:pt x="0" y="89433"/>
                  </a:lnTo>
                  <a:lnTo>
                    <a:pt x="94488" y="89433"/>
                  </a:lnTo>
                  <a:lnTo>
                    <a:pt x="94488" y="54483"/>
                  </a:lnTo>
                  <a:close/>
                </a:path>
                <a:path w="94615" h="262254">
                  <a:moveTo>
                    <a:pt x="65786" y="0"/>
                  </a:moveTo>
                  <a:lnTo>
                    <a:pt x="23622" y="0"/>
                  </a:lnTo>
                  <a:lnTo>
                    <a:pt x="23622" y="54483"/>
                  </a:lnTo>
                  <a:lnTo>
                    <a:pt x="65786" y="54483"/>
                  </a:lnTo>
                  <a:lnTo>
                    <a:pt x="65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87328" y="6483096"/>
              <a:ext cx="135636" cy="2118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602211" y="6431279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59">
                  <a:moveTo>
                    <a:pt x="262128" y="87541"/>
                  </a:moveTo>
                  <a:lnTo>
                    <a:pt x="259080" y="87541"/>
                  </a:lnTo>
                  <a:lnTo>
                    <a:pt x="252716" y="87830"/>
                  </a:lnTo>
                  <a:lnTo>
                    <a:pt x="202692" y="96812"/>
                  </a:lnTo>
                  <a:lnTo>
                    <a:pt x="169598" y="127080"/>
                  </a:lnTo>
                  <a:lnTo>
                    <a:pt x="166878" y="130797"/>
                  </a:lnTo>
                  <a:lnTo>
                    <a:pt x="162814" y="135940"/>
                  </a:lnTo>
                  <a:lnTo>
                    <a:pt x="158750" y="143154"/>
                  </a:lnTo>
                  <a:lnTo>
                    <a:pt x="156718" y="144183"/>
                  </a:lnTo>
                  <a:lnTo>
                    <a:pt x="155575" y="146240"/>
                  </a:lnTo>
                  <a:lnTo>
                    <a:pt x="154559" y="148297"/>
                  </a:lnTo>
                  <a:lnTo>
                    <a:pt x="151511" y="151396"/>
                  </a:lnTo>
                  <a:lnTo>
                    <a:pt x="150495" y="153454"/>
                  </a:lnTo>
                  <a:lnTo>
                    <a:pt x="150495" y="154482"/>
                  </a:lnTo>
                  <a:lnTo>
                    <a:pt x="146431" y="160667"/>
                  </a:lnTo>
                  <a:lnTo>
                    <a:pt x="142367" y="165811"/>
                  </a:lnTo>
                  <a:lnTo>
                    <a:pt x="138148" y="171555"/>
                  </a:lnTo>
                  <a:lnTo>
                    <a:pt x="108184" y="202742"/>
                  </a:lnTo>
                  <a:lnTo>
                    <a:pt x="57578" y="228734"/>
                  </a:lnTo>
                  <a:lnTo>
                    <a:pt x="10096" y="234844"/>
                  </a:lnTo>
                  <a:lnTo>
                    <a:pt x="0" y="234844"/>
                  </a:lnTo>
                  <a:lnTo>
                    <a:pt x="0" y="259537"/>
                  </a:lnTo>
                  <a:lnTo>
                    <a:pt x="4064" y="263652"/>
                  </a:lnTo>
                  <a:lnTo>
                    <a:pt x="258064" y="263652"/>
                  </a:lnTo>
                  <a:lnTo>
                    <a:pt x="262128" y="259537"/>
                  </a:lnTo>
                  <a:lnTo>
                    <a:pt x="262128" y="87541"/>
                  </a:lnTo>
                  <a:close/>
                </a:path>
                <a:path w="262254" h="264159">
                  <a:moveTo>
                    <a:pt x="258064" y="0"/>
                  </a:moveTo>
                  <a:lnTo>
                    <a:pt x="4064" y="0"/>
                  </a:lnTo>
                  <a:lnTo>
                    <a:pt x="0" y="4114"/>
                  </a:lnTo>
                  <a:lnTo>
                    <a:pt x="0" y="176110"/>
                  </a:lnTo>
                  <a:lnTo>
                    <a:pt x="2032" y="176110"/>
                  </a:lnTo>
                  <a:lnTo>
                    <a:pt x="42215" y="171765"/>
                  </a:lnTo>
                  <a:lnTo>
                    <a:pt x="83994" y="145599"/>
                  </a:lnTo>
                  <a:lnTo>
                    <a:pt x="94234" y="132854"/>
                  </a:lnTo>
                  <a:lnTo>
                    <a:pt x="98298" y="127711"/>
                  </a:lnTo>
                  <a:lnTo>
                    <a:pt x="102362" y="120497"/>
                  </a:lnTo>
                  <a:lnTo>
                    <a:pt x="104394" y="118440"/>
                  </a:lnTo>
                  <a:lnTo>
                    <a:pt x="105410" y="116382"/>
                  </a:lnTo>
                  <a:lnTo>
                    <a:pt x="106426" y="115341"/>
                  </a:lnTo>
                  <a:lnTo>
                    <a:pt x="107569" y="114312"/>
                  </a:lnTo>
                  <a:lnTo>
                    <a:pt x="109601" y="111226"/>
                  </a:lnTo>
                  <a:lnTo>
                    <a:pt x="110617" y="110197"/>
                  </a:lnTo>
                  <a:lnTo>
                    <a:pt x="110617" y="109169"/>
                  </a:lnTo>
                  <a:lnTo>
                    <a:pt x="114681" y="102984"/>
                  </a:lnTo>
                  <a:lnTo>
                    <a:pt x="118745" y="97840"/>
                  </a:lnTo>
                  <a:lnTo>
                    <a:pt x="122963" y="92096"/>
                  </a:lnTo>
                  <a:lnTo>
                    <a:pt x="134778" y="78144"/>
                  </a:lnTo>
                  <a:lnTo>
                    <a:pt x="176149" y="45313"/>
                  </a:lnTo>
                  <a:lnTo>
                    <a:pt x="232441" y="30124"/>
                  </a:lnTo>
                  <a:lnTo>
                    <a:pt x="252488" y="28841"/>
                  </a:lnTo>
                  <a:lnTo>
                    <a:pt x="262128" y="28841"/>
                  </a:lnTo>
                  <a:lnTo>
                    <a:pt x="262128" y="4114"/>
                  </a:lnTo>
                  <a:lnTo>
                    <a:pt x="258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1580388"/>
              <a:ext cx="12192000" cy="3697604"/>
            </a:xfrm>
            <a:custGeom>
              <a:avLst/>
              <a:gdLst/>
              <a:ahLst/>
              <a:cxnLst/>
              <a:rect l="l" t="t" r="r" b="b"/>
              <a:pathLst>
                <a:path w="12192000" h="3697604">
                  <a:moveTo>
                    <a:pt x="12192000" y="0"/>
                  </a:moveTo>
                  <a:lnTo>
                    <a:pt x="0" y="0"/>
                  </a:lnTo>
                  <a:lnTo>
                    <a:pt x="0" y="3697224"/>
                  </a:lnTo>
                  <a:lnTo>
                    <a:pt x="12192000" y="369722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E283D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95" dirty="0"/>
              <a:t>INDEX</a:t>
            </a:r>
            <a:endParaRPr sz="4400"/>
          </a:p>
        </p:txBody>
      </p:sp>
      <p:grpSp>
        <p:nvGrpSpPr>
          <p:cNvPr id="14" name="object 14"/>
          <p:cNvGrpSpPr/>
          <p:nvPr/>
        </p:nvGrpSpPr>
        <p:grpSpPr>
          <a:xfrm>
            <a:off x="609066" y="591058"/>
            <a:ext cx="10709910" cy="4584700"/>
            <a:chOff x="609066" y="591058"/>
            <a:chExt cx="10709910" cy="458470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7868" y="591058"/>
              <a:ext cx="1865883" cy="6903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707623" y="4593336"/>
              <a:ext cx="611505" cy="582295"/>
            </a:xfrm>
            <a:custGeom>
              <a:avLst/>
              <a:gdLst/>
              <a:ahLst/>
              <a:cxnLst/>
              <a:rect l="l" t="t" r="r" b="b"/>
              <a:pathLst>
                <a:path w="611504" h="582295">
                  <a:moveTo>
                    <a:pt x="305561" y="0"/>
                  </a:moveTo>
                  <a:lnTo>
                    <a:pt x="255991" y="3809"/>
                  </a:lnTo>
                  <a:lnTo>
                    <a:pt x="208970" y="14837"/>
                  </a:lnTo>
                  <a:lnTo>
                    <a:pt x="165127" y="32486"/>
                  </a:lnTo>
                  <a:lnTo>
                    <a:pt x="125089" y="56156"/>
                  </a:lnTo>
                  <a:lnTo>
                    <a:pt x="89487" y="85248"/>
                  </a:lnTo>
                  <a:lnTo>
                    <a:pt x="58948" y="119164"/>
                  </a:lnTo>
                  <a:lnTo>
                    <a:pt x="34101" y="157304"/>
                  </a:lnTo>
                  <a:lnTo>
                    <a:pt x="15575" y="199070"/>
                  </a:lnTo>
                  <a:lnTo>
                    <a:pt x="3998" y="243863"/>
                  </a:lnTo>
                  <a:lnTo>
                    <a:pt x="0" y="291083"/>
                  </a:lnTo>
                  <a:lnTo>
                    <a:pt x="3998" y="338304"/>
                  </a:lnTo>
                  <a:lnTo>
                    <a:pt x="15575" y="383097"/>
                  </a:lnTo>
                  <a:lnTo>
                    <a:pt x="34101" y="424863"/>
                  </a:lnTo>
                  <a:lnTo>
                    <a:pt x="58948" y="463003"/>
                  </a:lnTo>
                  <a:lnTo>
                    <a:pt x="89487" y="496919"/>
                  </a:lnTo>
                  <a:lnTo>
                    <a:pt x="125089" y="526011"/>
                  </a:lnTo>
                  <a:lnTo>
                    <a:pt x="165127" y="549681"/>
                  </a:lnTo>
                  <a:lnTo>
                    <a:pt x="208970" y="567330"/>
                  </a:lnTo>
                  <a:lnTo>
                    <a:pt x="255991" y="578358"/>
                  </a:lnTo>
                  <a:lnTo>
                    <a:pt x="305561" y="582168"/>
                  </a:lnTo>
                  <a:lnTo>
                    <a:pt x="355132" y="578358"/>
                  </a:lnTo>
                  <a:lnTo>
                    <a:pt x="402153" y="567330"/>
                  </a:lnTo>
                  <a:lnTo>
                    <a:pt x="445996" y="549681"/>
                  </a:lnTo>
                  <a:lnTo>
                    <a:pt x="486034" y="526011"/>
                  </a:lnTo>
                  <a:lnTo>
                    <a:pt x="521636" y="496919"/>
                  </a:lnTo>
                  <a:lnTo>
                    <a:pt x="552175" y="463003"/>
                  </a:lnTo>
                  <a:lnTo>
                    <a:pt x="577022" y="424863"/>
                  </a:lnTo>
                  <a:lnTo>
                    <a:pt x="595548" y="383097"/>
                  </a:lnTo>
                  <a:lnTo>
                    <a:pt x="607125" y="338304"/>
                  </a:lnTo>
                  <a:lnTo>
                    <a:pt x="611124" y="291083"/>
                  </a:lnTo>
                  <a:lnTo>
                    <a:pt x="607125" y="243863"/>
                  </a:lnTo>
                  <a:lnTo>
                    <a:pt x="595548" y="199070"/>
                  </a:lnTo>
                  <a:lnTo>
                    <a:pt x="577022" y="157304"/>
                  </a:lnTo>
                  <a:lnTo>
                    <a:pt x="552175" y="119164"/>
                  </a:lnTo>
                  <a:lnTo>
                    <a:pt x="521636" y="85248"/>
                  </a:lnTo>
                  <a:lnTo>
                    <a:pt x="486034" y="56156"/>
                  </a:lnTo>
                  <a:lnTo>
                    <a:pt x="445996" y="32486"/>
                  </a:lnTo>
                  <a:lnTo>
                    <a:pt x="402153" y="14837"/>
                  </a:lnTo>
                  <a:lnTo>
                    <a:pt x="355132" y="3809"/>
                  </a:lnTo>
                  <a:lnTo>
                    <a:pt x="305561" y="0"/>
                  </a:lnTo>
                  <a:close/>
                </a:path>
              </a:pathLst>
            </a:custGeom>
            <a:solidFill>
              <a:srgbClr val="0E28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73374" y="2267077"/>
              <a:ext cx="812800" cy="224790"/>
            </a:xfrm>
            <a:custGeom>
              <a:avLst/>
              <a:gdLst/>
              <a:ahLst/>
              <a:cxnLst/>
              <a:rect l="l" t="t" r="r" b="b"/>
              <a:pathLst>
                <a:path w="812800" h="224789">
                  <a:moveTo>
                    <a:pt x="598297" y="48387"/>
                  </a:moveTo>
                  <a:lnTo>
                    <a:pt x="577468" y="48387"/>
                  </a:lnTo>
                  <a:lnTo>
                    <a:pt x="577468" y="137413"/>
                  </a:lnTo>
                  <a:lnTo>
                    <a:pt x="589788" y="175260"/>
                  </a:lnTo>
                  <a:lnTo>
                    <a:pt x="626999" y="187071"/>
                  </a:lnTo>
                  <a:lnTo>
                    <a:pt x="634025" y="186737"/>
                  </a:lnTo>
                  <a:lnTo>
                    <a:pt x="667964" y="169799"/>
                  </a:lnTo>
                  <a:lnTo>
                    <a:pt x="618871" y="169799"/>
                  </a:lnTo>
                  <a:lnTo>
                    <a:pt x="610870" y="167005"/>
                  </a:lnTo>
                  <a:lnTo>
                    <a:pt x="598343" y="137413"/>
                  </a:lnTo>
                  <a:lnTo>
                    <a:pt x="598297" y="48387"/>
                  </a:lnTo>
                  <a:close/>
                </a:path>
                <a:path w="812800" h="224789">
                  <a:moveTo>
                    <a:pt x="691388" y="166243"/>
                  </a:moveTo>
                  <a:lnTo>
                    <a:pt x="671322" y="166243"/>
                  </a:lnTo>
                  <a:lnTo>
                    <a:pt x="674301" y="184118"/>
                  </a:lnTo>
                  <a:lnTo>
                    <a:pt x="674370" y="184531"/>
                  </a:lnTo>
                  <a:lnTo>
                    <a:pt x="691388" y="184531"/>
                  </a:lnTo>
                  <a:lnTo>
                    <a:pt x="691388" y="166243"/>
                  </a:lnTo>
                  <a:close/>
                </a:path>
                <a:path w="812800" h="224789">
                  <a:moveTo>
                    <a:pt x="691388" y="48387"/>
                  </a:moveTo>
                  <a:lnTo>
                    <a:pt x="670687" y="48387"/>
                  </a:lnTo>
                  <a:lnTo>
                    <a:pt x="670687" y="119887"/>
                  </a:lnTo>
                  <a:lnTo>
                    <a:pt x="670069" y="132201"/>
                  </a:lnTo>
                  <a:lnTo>
                    <a:pt x="648128" y="166862"/>
                  </a:lnTo>
                  <a:lnTo>
                    <a:pt x="629538" y="169799"/>
                  </a:lnTo>
                  <a:lnTo>
                    <a:pt x="667964" y="169799"/>
                  </a:lnTo>
                  <a:lnTo>
                    <a:pt x="670178" y="166243"/>
                  </a:lnTo>
                  <a:lnTo>
                    <a:pt x="691388" y="166243"/>
                  </a:lnTo>
                  <a:lnTo>
                    <a:pt x="691388" y="48387"/>
                  </a:lnTo>
                  <a:close/>
                </a:path>
                <a:path w="812800" h="224789">
                  <a:moveTo>
                    <a:pt x="751331" y="48387"/>
                  </a:moveTo>
                  <a:lnTo>
                    <a:pt x="734313" y="48387"/>
                  </a:lnTo>
                  <a:lnTo>
                    <a:pt x="734313" y="184531"/>
                  </a:lnTo>
                  <a:lnTo>
                    <a:pt x="755014" y="184531"/>
                  </a:lnTo>
                  <a:lnTo>
                    <a:pt x="755014" y="111506"/>
                  </a:lnTo>
                  <a:lnTo>
                    <a:pt x="755751" y="101909"/>
                  </a:lnTo>
                  <a:lnTo>
                    <a:pt x="757951" y="93122"/>
                  </a:lnTo>
                  <a:lnTo>
                    <a:pt x="761605" y="85145"/>
                  </a:lnTo>
                  <a:lnTo>
                    <a:pt x="766699" y="77977"/>
                  </a:lnTo>
                  <a:lnTo>
                    <a:pt x="771417" y="73533"/>
                  </a:lnTo>
                  <a:lnTo>
                    <a:pt x="753745" y="73533"/>
                  </a:lnTo>
                  <a:lnTo>
                    <a:pt x="751331" y="48387"/>
                  </a:lnTo>
                  <a:close/>
                </a:path>
                <a:path w="812800" h="224789">
                  <a:moveTo>
                    <a:pt x="802513" y="45847"/>
                  </a:moveTo>
                  <a:lnTo>
                    <a:pt x="787908" y="45847"/>
                  </a:lnTo>
                  <a:lnTo>
                    <a:pt x="779753" y="48387"/>
                  </a:lnTo>
                  <a:lnTo>
                    <a:pt x="779973" y="48387"/>
                  </a:lnTo>
                  <a:lnTo>
                    <a:pt x="773049" y="53086"/>
                  </a:lnTo>
                  <a:lnTo>
                    <a:pt x="767851" y="57066"/>
                  </a:lnTo>
                  <a:lnTo>
                    <a:pt x="763095" y="61785"/>
                  </a:lnTo>
                  <a:lnTo>
                    <a:pt x="758743" y="67266"/>
                  </a:lnTo>
                  <a:lnTo>
                    <a:pt x="754761" y="73533"/>
                  </a:lnTo>
                  <a:lnTo>
                    <a:pt x="771417" y="73533"/>
                  </a:lnTo>
                  <a:lnTo>
                    <a:pt x="772892" y="72143"/>
                  </a:lnTo>
                  <a:lnTo>
                    <a:pt x="779668" y="67976"/>
                  </a:lnTo>
                  <a:lnTo>
                    <a:pt x="787040" y="65476"/>
                  </a:lnTo>
                  <a:lnTo>
                    <a:pt x="795020" y="64643"/>
                  </a:lnTo>
                  <a:lnTo>
                    <a:pt x="810151" y="64643"/>
                  </a:lnTo>
                  <a:lnTo>
                    <a:pt x="812800" y="47371"/>
                  </a:lnTo>
                  <a:lnTo>
                    <a:pt x="807974" y="46355"/>
                  </a:lnTo>
                  <a:lnTo>
                    <a:pt x="802513" y="45847"/>
                  </a:lnTo>
                  <a:close/>
                </a:path>
                <a:path w="812800" h="224789">
                  <a:moveTo>
                    <a:pt x="810151" y="64643"/>
                  </a:moveTo>
                  <a:lnTo>
                    <a:pt x="799338" y="64643"/>
                  </a:lnTo>
                  <a:lnTo>
                    <a:pt x="804290" y="65277"/>
                  </a:lnTo>
                  <a:lnTo>
                    <a:pt x="809878" y="66421"/>
                  </a:lnTo>
                  <a:lnTo>
                    <a:pt x="810023" y="65476"/>
                  </a:lnTo>
                  <a:lnTo>
                    <a:pt x="810054" y="65277"/>
                  </a:lnTo>
                  <a:lnTo>
                    <a:pt x="810151" y="64643"/>
                  </a:lnTo>
                  <a:close/>
                </a:path>
                <a:path w="812800" h="224789">
                  <a:moveTo>
                    <a:pt x="458470" y="0"/>
                  </a:moveTo>
                  <a:lnTo>
                    <a:pt x="439121" y="1549"/>
                  </a:lnTo>
                  <a:lnTo>
                    <a:pt x="439349" y="1549"/>
                  </a:lnTo>
                  <a:lnTo>
                    <a:pt x="422345" y="6207"/>
                  </a:lnTo>
                  <a:lnTo>
                    <a:pt x="422541" y="6207"/>
                  </a:lnTo>
                  <a:lnTo>
                    <a:pt x="408392" y="13715"/>
                  </a:lnTo>
                  <a:lnTo>
                    <a:pt x="396366" y="24384"/>
                  </a:lnTo>
                  <a:lnTo>
                    <a:pt x="386713" y="37973"/>
                  </a:lnTo>
                  <a:lnTo>
                    <a:pt x="379904" y="53800"/>
                  </a:lnTo>
                  <a:lnTo>
                    <a:pt x="375775" y="72264"/>
                  </a:lnTo>
                  <a:lnTo>
                    <a:pt x="374396" y="93218"/>
                  </a:lnTo>
                  <a:lnTo>
                    <a:pt x="375758" y="114117"/>
                  </a:lnTo>
                  <a:lnTo>
                    <a:pt x="375773" y="114337"/>
                  </a:lnTo>
                  <a:lnTo>
                    <a:pt x="396239" y="162433"/>
                  </a:lnTo>
                  <a:lnTo>
                    <a:pt x="439281" y="185525"/>
                  </a:lnTo>
                  <a:lnTo>
                    <a:pt x="458215" y="187071"/>
                  </a:lnTo>
                  <a:lnTo>
                    <a:pt x="476484" y="185525"/>
                  </a:lnTo>
                  <a:lnTo>
                    <a:pt x="476682" y="185525"/>
                  </a:lnTo>
                  <a:lnTo>
                    <a:pt x="492840" y="180895"/>
                  </a:lnTo>
                  <a:lnTo>
                    <a:pt x="492999" y="180895"/>
                  </a:lnTo>
                  <a:lnTo>
                    <a:pt x="507436" y="172979"/>
                  </a:lnTo>
                  <a:lnTo>
                    <a:pt x="512373" y="168528"/>
                  </a:lnTo>
                  <a:lnTo>
                    <a:pt x="458215" y="168528"/>
                  </a:lnTo>
                  <a:lnTo>
                    <a:pt x="444142" y="167338"/>
                  </a:lnTo>
                  <a:lnTo>
                    <a:pt x="405676" y="138834"/>
                  </a:lnTo>
                  <a:lnTo>
                    <a:pt x="396748" y="93472"/>
                  </a:lnTo>
                  <a:lnTo>
                    <a:pt x="397744" y="76352"/>
                  </a:lnTo>
                  <a:lnTo>
                    <a:pt x="412496" y="37973"/>
                  </a:lnTo>
                  <a:lnTo>
                    <a:pt x="458470" y="18923"/>
                  </a:lnTo>
                  <a:lnTo>
                    <a:pt x="512965" y="18923"/>
                  </a:lnTo>
                  <a:lnTo>
                    <a:pt x="507511" y="13983"/>
                  </a:lnTo>
                  <a:lnTo>
                    <a:pt x="493299" y="6207"/>
                  </a:lnTo>
                  <a:lnTo>
                    <a:pt x="476944" y="1549"/>
                  </a:lnTo>
                  <a:lnTo>
                    <a:pt x="458470" y="0"/>
                  </a:lnTo>
                  <a:close/>
                </a:path>
                <a:path w="812800" h="224789">
                  <a:moveTo>
                    <a:pt x="512965" y="18923"/>
                  </a:moveTo>
                  <a:lnTo>
                    <a:pt x="458470" y="18923"/>
                  </a:lnTo>
                  <a:lnTo>
                    <a:pt x="472830" y="20113"/>
                  </a:lnTo>
                  <a:lnTo>
                    <a:pt x="472659" y="20113"/>
                  </a:lnTo>
                  <a:lnTo>
                    <a:pt x="510549" y="48394"/>
                  </a:lnTo>
                  <a:lnTo>
                    <a:pt x="519161" y="93218"/>
                  </a:lnTo>
                  <a:lnTo>
                    <a:pt x="519175" y="93472"/>
                  </a:lnTo>
                  <a:lnTo>
                    <a:pt x="518221" y="110831"/>
                  </a:lnTo>
                  <a:lnTo>
                    <a:pt x="503809" y="149478"/>
                  </a:lnTo>
                  <a:lnTo>
                    <a:pt x="458215" y="168528"/>
                  </a:lnTo>
                  <a:lnTo>
                    <a:pt x="512373" y="168528"/>
                  </a:lnTo>
                  <a:lnTo>
                    <a:pt x="519556" y="162051"/>
                  </a:lnTo>
                  <a:lnTo>
                    <a:pt x="529205" y="148407"/>
                  </a:lnTo>
                  <a:lnTo>
                    <a:pt x="536066" y="132429"/>
                  </a:lnTo>
                  <a:lnTo>
                    <a:pt x="540117" y="114337"/>
                  </a:lnTo>
                  <a:lnTo>
                    <a:pt x="540166" y="114117"/>
                  </a:lnTo>
                  <a:lnTo>
                    <a:pt x="541527" y="93472"/>
                  </a:lnTo>
                  <a:lnTo>
                    <a:pt x="540166" y="72755"/>
                  </a:lnTo>
                  <a:lnTo>
                    <a:pt x="536067" y="54419"/>
                  </a:lnTo>
                  <a:lnTo>
                    <a:pt x="529205" y="38465"/>
                  </a:lnTo>
                  <a:lnTo>
                    <a:pt x="519556" y="24892"/>
                  </a:lnTo>
                  <a:lnTo>
                    <a:pt x="512965" y="18923"/>
                  </a:lnTo>
                  <a:close/>
                </a:path>
                <a:path w="812800" h="224789">
                  <a:moveTo>
                    <a:pt x="271145" y="2794"/>
                  </a:moveTo>
                  <a:lnTo>
                    <a:pt x="214375" y="2794"/>
                  </a:lnTo>
                  <a:lnTo>
                    <a:pt x="214375" y="20320"/>
                  </a:lnTo>
                  <a:lnTo>
                    <a:pt x="250316" y="20320"/>
                  </a:lnTo>
                  <a:lnTo>
                    <a:pt x="250316" y="207137"/>
                  </a:lnTo>
                  <a:lnTo>
                    <a:pt x="214375" y="207137"/>
                  </a:lnTo>
                  <a:lnTo>
                    <a:pt x="214375" y="224789"/>
                  </a:lnTo>
                  <a:lnTo>
                    <a:pt x="271145" y="224789"/>
                  </a:lnTo>
                  <a:lnTo>
                    <a:pt x="271145" y="2794"/>
                  </a:lnTo>
                  <a:close/>
                </a:path>
                <a:path w="812800" h="224789">
                  <a:moveTo>
                    <a:pt x="56896" y="2794"/>
                  </a:moveTo>
                  <a:lnTo>
                    <a:pt x="0" y="2794"/>
                  </a:lnTo>
                  <a:lnTo>
                    <a:pt x="0" y="224789"/>
                  </a:lnTo>
                  <a:lnTo>
                    <a:pt x="56896" y="224789"/>
                  </a:lnTo>
                  <a:lnTo>
                    <a:pt x="56896" y="207137"/>
                  </a:lnTo>
                  <a:lnTo>
                    <a:pt x="20954" y="207137"/>
                  </a:lnTo>
                  <a:lnTo>
                    <a:pt x="20954" y="20320"/>
                  </a:lnTo>
                  <a:lnTo>
                    <a:pt x="56896" y="20320"/>
                  </a:lnTo>
                  <a:lnTo>
                    <a:pt x="56896" y="2794"/>
                  </a:lnTo>
                  <a:close/>
                </a:path>
                <a:path w="812800" h="224789">
                  <a:moveTo>
                    <a:pt x="176924" y="17907"/>
                  </a:moveTo>
                  <a:lnTo>
                    <a:pt x="132968" y="17907"/>
                  </a:lnTo>
                  <a:lnTo>
                    <a:pt x="140352" y="18432"/>
                  </a:lnTo>
                  <a:lnTo>
                    <a:pt x="146891" y="20018"/>
                  </a:lnTo>
                  <a:lnTo>
                    <a:pt x="152596" y="22675"/>
                  </a:lnTo>
                  <a:lnTo>
                    <a:pt x="157479" y="26415"/>
                  </a:lnTo>
                  <a:lnTo>
                    <a:pt x="163322" y="32131"/>
                  </a:lnTo>
                  <a:lnTo>
                    <a:pt x="166242" y="39750"/>
                  </a:lnTo>
                  <a:lnTo>
                    <a:pt x="166242" y="56387"/>
                  </a:lnTo>
                  <a:lnTo>
                    <a:pt x="147949" y="92596"/>
                  </a:lnTo>
                  <a:lnTo>
                    <a:pt x="75691" y="166750"/>
                  </a:lnTo>
                  <a:lnTo>
                    <a:pt x="75691" y="184531"/>
                  </a:lnTo>
                  <a:lnTo>
                    <a:pt x="195072" y="184531"/>
                  </a:lnTo>
                  <a:lnTo>
                    <a:pt x="195072" y="165353"/>
                  </a:lnTo>
                  <a:lnTo>
                    <a:pt x="101600" y="165353"/>
                  </a:lnTo>
                  <a:lnTo>
                    <a:pt x="101600" y="164464"/>
                  </a:lnTo>
                  <a:lnTo>
                    <a:pt x="141477" y="125475"/>
                  </a:lnTo>
                  <a:lnTo>
                    <a:pt x="171767" y="91775"/>
                  </a:lnTo>
                  <a:lnTo>
                    <a:pt x="187451" y="48640"/>
                  </a:lnTo>
                  <a:lnTo>
                    <a:pt x="186527" y="38088"/>
                  </a:lnTo>
                  <a:lnTo>
                    <a:pt x="183769" y="28702"/>
                  </a:lnTo>
                  <a:lnTo>
                    <a:pt x="179200" y="20458"/>
                  </a:lnTo>
                  <a:lnTo>
                    <a:pt x="176924" y="17907"/>
                  </a:lnTo>
                  <a:close/>
                </a:path>
                <a:path w="812800" h="224789">
                  <a:moveTo>
                    <a:pt x="132714" y="253"/>
                  </a:moveTo>
                  <a:lnTo>
                    <a:pt x="118215" y="1561"/>
                  </a:lnTo>
                  <a:lnTo>
                    <a:pt x="104251" y="5476"/>
                  </a:lnTo>
                  <a:lnTo>
                    <a:pt x="90834" y="11987"/>
                  </a:lnTo>
                  <a:lnTo>
                    <a:pt x="77977" y="21082"/>
                  </a:lnTo>
                  <a:lnTo>
                    <a:pt x="89026" y="35178"/>
                  </a:lnTo>
                  <a:lnTo>
                    <a:pt x="95075" y="30626"/>
                  </a:lnTo>
                  <a:lnTo>
                    <a:pt x="100837" y="26860"/>
                  </a:lnTo>
                  <a:lnTo>
                    <a:pt x="106314" y="23856"/>
                  </a:lnTo>
                  <a:lnTo>
                    <a:pt x="111505" y="21589"/>
                  </a:lnTo>
                  <a:lnTo>
                    <a:pt x="118237" y="19176"/>
                  </a:lnTo>
                  <a:lnTo>
                    <a:pt x="125475" y="17907"/>
                  </a:lnTo>
                  <a:lnTo>
                    <a:pt x="176924" y="17907"/>
                  </a:lnTo>
                  <a:lnTo>
                    <a:pt x="172847" y="13335"/>
                  </a:lnTo>
                  <a:lnTo>
                    <a:pt x="164897" y="7594"/>
                  </a:lnTo>
                  <a:lnTo>
                    <a:pt x="155543" y="3508"/>
                  </a:lnTo>
                  <a:lnTo>
                    <a:pt x="144807" y="1065"/>
                  </a:lnTo>
                  <a:lnTo>
                    <a:pt x="132714" y="2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9318" y="2313940"/>
              <a:ext cx="116967" cy="1417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6163" y="2311400"/>
              <a:ext cx="81534" cy="14173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770121" y="2286000"/>
              <a:ext cx="122555" cy="149860"/>
            </a:xfrm>
            <a:custGeom>
              <a:avLst/>
              <a:gdLst/>
              <a:ahLst/>
              <a:cxnLst/>
              <a:rect l="l" t="t" r="r" b="b"/>
              <a:pathLst>
                <a:path w="122554" h="149860">
                  <a:moveTo>
                    <a:pt x="61722" y="0"/>
                  </a:moveTo>
                  <a:lnTo>
                    <a:pt x="24538" y="10715"/>
                  </a:lnTo>
                  <a:lnTo>
                    <a:pt x="996" y="57429"/>
                  </a:lnTo>
                  <a:lnTo>
                    <a:pt x="0" y="74549"/>
                  </a:lnTo>
                  <a:lnTo>
                    <a:pt x="996" y="91890"/>
                  </a:lnTo>
                  <a:lnTo>
                    <a:pt x="15748" y="130555"/>
                  </a:lnTo>
                  <a:lnTo>
                    <a:pt x="61467" y="149605"/>
                  </a:lnTo>
                  <a:lnTo>
                    <a:pt x="75610" y="148415"/>
                  </a:lnTo>
                  <a:lnTo>
                    <a:pt x="113801" y="119911"/>
                  </a:lnTo>
                  <a:lnTo>
                    <a:pt x="122427" y="74549"/>
                  </a:lnTo>
                  <a:lnTo>
                    <a:pt x="121473" y="57284"/>
                  </a:lnTo>
                  <a:lnTo>
                    <a:pt x="107061" y="18923"/>
                  </a:lnTo>
                  <a:lnTo>
                    <a:pt x="61722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1850" y="2265806"/>
              <a:ext cx="274193" cy="2275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747769" y="2267077"/>
              <a:ext cx="167640" cy="187325"/>
            </a:xfrm>
            <a:custGeom>
              <a:avLst/>
              <a:gdLst/>
              <a:ahLst/>
              <a:cxnLst/>
              <a:rect l="l" t="t" r="r" b="b"/>
              <a:pathLst>
                <a:path w="167639" h="187325">
                  <a:moveTo>
                    <a:pt x="84074" y="0"/>
                  </a:moveTo>
                  <a:lnTo>
                    <a:pt x="133115" y="13983"/>
                  </a:lnTo>
                  <a:lnTo>
                    <a:pt x="161671" y="54419"/>
                  </a:lnTo>
                  <a:lnTo>
                    <a:pt x="167131" y="93472"/>
                  </a:lnTo>
                  <a:lnTo>
                    <a:pt x="165770" y="114117"/>
                  </a:lnTo>
                  <a:lnTo>
                    <a:pt x="145160" y="162051"/>
                  </a:lnTo>
                  <a:lnTo>
                    <a:pt x="102369" y="185501"/>
                  </a:lnTo>
                  <a:lnTo>
                    <a:pt x="83819" y="187071"/>
                  </a:lnTo>
                  <a:lnTo>
                    <a:pt x="64885" y="185525"/>
                  </a:lnTo>
                  <a:lnTo>
                    <a:pt x="21843" y="162433"/>
                  </a:lnTo>
                  <a:lnTo>
                    <a:pt x="1377" y="114337"/>
                  </a:lnTo>
                  <a:lnTo>
                    <a:pt x="0" y="93218"/>
                  </a:lnTo>
                  <a:lnTo>
                    <a:pt x="1379" y="72264"/>
                  </a:lnTo>
                  <a:lnTo>
                    <a:pt x="21970" y="24384"/>
                  </a:lnTo>
                  <a:lnTo>
                    <a:pt x="65047" y="1523"/>
                  </a:lnTo>
                  <a:lnTo>
                    <a:pt x="84074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0027" y="2268347"/>
              <a:ext cx="516509" cy="1873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8896" y="2620009"/>
              <a:ext cx="161543" cy="1150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7112" y="2611628"/>
              <a:ext cx="564641" cy="15011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8896" y="2879090"/>
              <a:ext cx="161289" cy="11506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817112" y="2872486"/>
              <a:ext cx="407034" cy="144780"/>
            </a:xfrm>
            <a:custGeom>
              <a:avLst/>
              <a:gdLst/>
              <a:ahLst/>
              <a:cxnLst/>
              <a:rect l="l" t="t" r="r" b="b"/>
              <a:pathLst>
                <a:path w="407035" h="144780">
                  <a:moveTo>
                    <a:pt x="279908" y="115315"/>
                  </a:moveTo>
                  <a:lnTo>
                    <a:pt x="143255" y="115315"/>
                  </a:lnTo>
                  <a:lnTo>
                    <a:pt x="143255" y="125222"/>
                  </a:lnTo>
                  <a:lnTo>
                    <a:pt x="278891" y="125222"/>
                  </a:lnTo>
                  <a:lnTo>
                    <a:pt x="279908" y="124078"/>
                  </a:lnTo>
                  <a:lnTo>
                    <a:pt x="279908" y="115315"/>
                  </a:lnTo>
                  <a:close/>
                </a:path>
                <a:path w="407035" h="144780">
                  <a:moveTo>
                    <a:pt x="205612" y="52577"/>
                  </a:moveTo>
                  <a:lnTo>
                    <a:pt x="193548" y="52577"/>
                  </a:lnTo>
                  <a:lnTo>
                    <a:pt x="193548" y="115315"/>
                  </a:lnTo>
                  <a:lnTo>
                    <a:pt x="205612" y="115315"/>
                  </a:lnTo>
                  <a:lnTo>
                    <a:pt x="205612" y="52577"/>
                  </a:lnTo>
                  <a:close/>
                </a:path>
                <a:path w="407035" h="144780">
                  <a:moveTo>
                    <a:pt x="255270" y="7365"/>
                  </a:moveTo>
                  <a:lnTo>
                    <a:pt x="161162" y="7365"/>
                  </a:lnTo>
                  <a:lnTo>
                    <a:pt x="161162" y="17399"/>
                  </a:lnTo>
                  <a:lnTo>
                    <a:pt x="249174" y="17399"/>
                  </a:lnTo>
                  <a:lnTo>
                    <a:pt x="249682" y="17906"/>
                  </a:lnTo>
                  <a:lnTo>
                    <a:pt x="249682" y="49911"/>
                  </a:lnTo>
                  <a:lnTo>
                    <a:pt x="249439" y="52577"/>
                  </a:lnTo>
                  <a:lnTo>
                    <a:pt x="249324" y="53848"/>
                  </a:lnTo>
                  <a:lnTo>
                    <a:pt x="239395" y="92455"/>
                  </a:lnTo>
                  <a:lnTo>
                    <a:pt x="237998" y="95123"/>
                  </a:lnTo>
                  <a:lnTo>
                    <a:pt x="250189" y="95123"/>
                  </a:lnTo>
                  <a:lnTo>
                    <a:pt x="251840" y="92075"/>
                  </a:lnTo>
                  <a:lnTo>
                    <a:pt x="253491" y="88646"/>
                  </a:lnTo>
                  <a:lnTo>
                    <a:pt x="254888" y="84581"/>
                  </a:lnTo>
                  <a:lnTo>
                    <a:pt x="256286" y="80644"/>
                  </a:lnTo>
                  <a:lnTo>
                    <a:pt x="257440" y="76835"/>
                  </a:lnTo>
                  <a:lnTo>
                    <a:pt x="257555" y="76453"/>
                  </a:lnTo>
                  <a:lnTo>
                    <a:pt x="258484" y="72389"/>
                  </a:lnTo>
                  <a:lnTo>
                    <a:pt x="259649" y="67817"/>
                  </a:lnTo>
                  <a:lnTo>
                    <a:pt x="262000" y="13842"/>
                  </a:lnTo>
                  <a:lnTo>
                    <a:pt x="261112" y="11684"/>
                  </a:lnTo>
                  <a:lnTo>
                    <a:pt x="259334" y="9905"/>
                  </a:lnTo>
                  <a:lnTo>
                    <a:pt x="257428" y="8254"/>
                  </a:lnTo>
                  <a:lnTo>
                    <a:pt x="255270" y="7365"/>
                  </a:lnTo>
                  <a:close/>
                </a:path>
                <a:path w="407035" h="144780">
                  <a:moveTo>
                    <a:pt x="136398" y="115062"/>
                  </a:moveTo>
                  <a:lnTo>
                    <a:pt x="0" y="115062"/>
                  </a:lnTo>
                  <a:lnTo>
                    <a:pt x="0" y="125222"/>
                  </a:lnTo>
                  <a:lnTo>
                    <a:pt x="134238" y="125222"/>
                  </a:lnTo>
                  <a:lnTo>
                    <a:pt x="134874" y="124840"/>
                  </a:lnTo>
                  <a:lnTo>
                    <a:pt x="135509" y="124205"/>
                  </a:lnTo>
                  <a:lnTo>
                    <a:pt x="136143" y="123698"/>
                  </a:lnTo>
                  <a:lnTo>
                    <a:pt x="136398" y="122936"/>
                  </a:lnTo>
                  <a:lnTo>
                    <a:pt x="136398" y="115062"/>
                  </a:lnTo>
                  <a:close/>
                </a:path>
                <a:path w="407035" h="144780">
                  <a:moveTo>
                    <a:pt x="74549" y="82296"/>
                  </a:moveTo>
                  <a:lnTo>
                    <a:pt x="62357" y="82296"/>
                  </a:lnTo>
                  <a:lnTo>
                    <a:pt x="62357" y="115062"/>
                  </a:lnTo>
                  <a:lnTo>
                    <a:pt x="74549" y="115062"/>
                  </a:lnTo>
                  <a:lnTo>
                    <a:pt x="74549" y="82296"/>
                  </a:lnTo>
                  <a:close/>
                </a:path>
                <a:path w="407035" h="144780">
                  <a:moveTo>
                    <a:pt x="30099" y="5714"/>
                  </a:moveTo>
                  <a:lnTo>
                    <a:pt x="18034" y="5714"/>
                  </a:lnTo>
                  <a:lnTo>
                    <a:pt x="18034" y="75818"/>
                  </a:lnTo>
                  <a:lnTo>
                    <a:pt x="18923" y="77977"/>
                  </a:lnTo>
                  <a:lnTo>
                    <a:pt x="22478" y="81534"/>
                  </a:lnTo>
                  <a:lnTo>
                    <a:pt x="24637" y="82296"/>
                  </a:lnTo>
                  <a:lnTo>
                    <a:pt x="111887" y="82296"/>
                  </a:lnTo>
                  <a:lnTo>
                    <a:pt x="114046" y="81534"/>
                  </a:lnTo>
                  <a:lnTo>
                    <a:pt x="115824" y="79755"/>
                  </a:lnTo>
                  <a:lnTo>
                    <a:pt x="117728" y="77977"/>
                  </a:lnTo>
                  <a:lnTo>
                    <a:pt x="118617" y="75818"/>
                  </a:lnTo>
                  <a:lnTo>
                    <a:pt x="118617" y="72262"/>
                  </a:lnTo>
                  <a:lnTo>
                    <a:pt x="30607" y="72262"/>
                  </a:lnTo>
                  <a:lnTo>
                    <a:pt x="30099" y="71754"/>
                  </a:lnTo>
                  <a:lnTo>
                    <a:pt x="30099" y="42417"/>
                  </a:lnTo>
                  <a:lnTo>
                    <a:pt x="118617" y="42417"/>
                  </a:lnTo>
                  <a:lnTo>
                    <a:pt x="118617" y="32385"/>
                  </a:lnTo>
                  <a:lnTo>
                    <a:pt x="30099" y="32385"/>
                  </a:lnTo>
                  <a:lnTo>
                    <a:pt x="30099" y="5714"/>
                  </a:lnTo>
                  <a:close/>
                </a:path>
                <a:path w="407035" h="144780">
                  <a:moveTo>
                    <a:pt x="118617" y="42417"/>
                  </a:moveTo>
                  <a:lnTo>
                    <a:pt x="106552" y="42417"/>
                  </a:lnTo>
                  <a:lnTo>
                    <a:pt x="106552" y="71754"/>
                  </a:lnTo>
                  <a:lnTo>
                    <a:pt x="106045" y="72262"/>
                  </a:lnTo>
                  <a:lnTo>
                    <a:pt x="118617" y="72262"/>
                  </a:lnTo>
                  <a:lnTo>
                    <a:pt x="118617" y="42417"/>
                  </a:lnTo>
                  <a:close/>
                </a:path>
                <a:path w="407035" h="144780">
                  <a:moveTo>
                    <a:pt x="118617" y="5714"/>
                  </a:moveTo>
                  <a:lnTo>
                    <a:pt x="106552" y="5714"/>
                  </a:lnTo>
                  <a:lnTo>
                    <a:pt x="106552" y="32385"/>
                  </a:lnTo>
                  <a:lnTo>
                    <a:pt x="118617" y="32385"/>
                  </a:lnTo>
                  <a:lnTo>
                    <a:pt x="118617" y="5714"/>
                  </a:lnTo>
                  <a:close/>
                </a:path>
                <a:path w="407035" h="144780">
                  <a:moveTo>
                    <a:pt x="406653" y="0"/>
                  </a:moveTo>
                  <a:lnTo>
                    <a:pt x="394715" y="0"/>
                  </a:lnTo>
                  <a:lnTo>
                    <a:pt x="394715" y="46862"/>
                  </a:lnTo>
                  <a:lnTo>
                    <a:pt x="354202" y="46862"/>
                  </a:lnTo>
                  <a:lnTo>
                    <a:pt x="354202" y="56896"/>
                  </a:lnTo>
                  <a:lnTo>
                    <a:pt x="394715" y="56896"/>
                  </a:lnTo>
                  <a:lnTo>
                    <a:pt x="394715" y="144652"/>
                  </a:lnTo>
                  <a:lnTo>
                    <a:pt x="404367" y="144652"/>
                  </a:lnTo>
                  <a:lnTo>
                    <a:pt x="405129" y="144399"/>
                  </a:lnTo>
                  <a:lnTo>
                    <a:pt x="406400" y="143128"/>
                  </a:lnTo>
                  <a:lnTo>
                    <a:pt x="406653" y="142493"/>
                  </a:lnTo>
                  <a:lnTo>
                    <a:pt x="406653" y="0"/>
                  </a:lnTo>
                  <a:close/>
                </a:path>
                <a:path w="407035" h="144780">
                  <a:moveTo>
                    <a:pt x="331850" y="7112"/>
                  </a:moveTo>
                  <a:lnTo>
                    <a:pt x="319532" y="7112"/>
                  </a:lnTo>
                  <a:lnTo>
                    <a:pt x="319532" y="56896"/>
                  </a:lnTo>
                  <a:lnTo>
                    <a:pt x="318489" y="60833"/>
                  </a:lnTo>
                  <a:lnTo>
                    <a:pt x="318388" y="61213"/>
                  </a:lnTo>
                  <a:lnTo>
                    <a:pt x="316229" y="65531"/>
                  </a:lnTo>
                  <a:lnTo>
                    <a:pt x="313943" y="70485"/>
                  </a:lnTo>
                  <a:lnTo>
                    <a:pt x="284988" y="101091"/>
                  </a:lnTo>
                  <a:lnTo>
                    <a:pt x="280162" y="104139"/>
                  </a:lnTo>
                  <a:lnTo>
                    <a:pt x="288289" y="111633"/>
                  </a:lnTo>
                  <a:lnTo>
                    <a:pt x="316864" y="86105"/>
                  </a:lnTo>
                  <a:lnTo>
                    <a:pt x="319786" y="82168"/>
                  </a:lnTo>
                  <a:lnTo>
                    <a:pt x="322707" y="78359"/>
                  </a:lnTo>
                  <a:lnTo>
                    <a:pt x="324782" y="75184"/>
                  </a:lnTo>
                  <a:lnTo>
                    <a:pt x="326389" y="72262"/>
                  </a:lnTo>
                  <a:lnTo>
                    <a:pt x="340099" y="72262"/>
                  </a:lnTo>
                  <a:lnTo>
                    <a:pt x="338801" y="70485"/>
                  </a:lnTo>
                  <a:lnTo>
                    <a:pt x="335914" y="65531"/>
                  </a:lnTo>
                  <a:lnTo>
                    <a:pt x="333248" y="60833"/>
                  </a:lnTo>
                  <a:lnTo>
                    <a:pt x="331974" y="56896"/>
                  </a:lnTo>
                  <a:lnTo>
                    <a:pt x="331850" y="7112"/>
                  </a:lnTo>
                  <a:close/>
                </a:path>
                <a:path w="407035" h="144780">
                  <a:moveTo>
                    <a:pt x="340099" y="72262"/>
                  </a:moveTo>
                  <a:lnTo>
                    <a:pt x="326389" y="72262"/>
                  </a:lnTo>
                  <a:lnTo>
                    <a:pt x="327847" y="75056"/>
                  </a:lnTo>
                  <a:lnTo>
                    <a:pt x="327913" y="75184"/>
                  </a:lnTo>
                  <a:lnTo>
                    <a:pt x="359155" y="105663"/>
                  </a:lnTo>
                  <a:lnTo>
                    <a:pt x="365760" y="109347"/>
                  </a:lnTo>
                  <a:lnTo>
                    <a:pt x="373125" y="100837"/>
                  </a:lnTo>
                  <a:lnTo>
                    <a:pt x="368935" y="98805"/>
                  </a:lnTo>
                  <a:lnTo>
                    <a:pt x="364489" y="96012"/>
                  </a:lnTo>
                  <a:lnTo>
                    <a:pt x="342138" y="75056"/>
                  </a:lnTo>
                  <a:lnTo>
                    <a:pt x="340099" y="722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15587" y="2870962"/>
              <a:ext cx="409701" cy="1477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89043" y="2870708"/>
              <a:ext cx="578866" cy="14833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65246" y="3138169"/>
              <a:ext cx="155448" cy="11506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22700" y="3129661"/>
              <a:ext cx="1236345" cy="15862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32859" y="3396487"/>
              <a:ext cx="1295527" cy="1554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32859" y="3655568"/>
              <a:ext cx="1534794" cy="1554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32859" y="3914648"/>
              <a:ext cx="1473835" cy="1554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32859" y="4173728"/>
              <a:ext cx="1656714" cy="15544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65246" y="4435221"/>
              <a:ext cx="129158" cy="1118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17112" y="4432808"/>
              <a:ext cx="139700" cy="1183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03421" y="4425187"/>
              <a:ext cx="124840" cy="14795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194810" y="4423663"/>
              <a:ext cx="1057148" cy="1518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2109" y="2225928"/>
              <a:ext cx="2000694" cy="23672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9066" y="2589149"/>
              <a:ext cx="135534" cy="11506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67371" y="2580640"/>
              <a:ext cx="1303718" cy="14820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9066" y="2848228"/>
              <a:ext cx="161277" cy="11506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67371" y="2839719"/>
              <a:ext cx="1635823" cy="14909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09066" y="3107309"/>
              <a:ext cx="160540" cy="11506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71333" y="3098800"/>
              <a:ext cx="731812" cy="14820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09066" y="3366388"/>
              <a:ext cx="166420" cy="11506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72857" y="3357880"/>
              <a:ext cx="401104" cy="14820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41018" y="3358134"/>
              <a:ext cx="539750" cy="14820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9066" y="3625468"/>
              <a:ext cx="160693" cy="11506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72857" y="3611625"/>
              <a:ext cx="725970" cy="15443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09066" y="3884548"/>
              <a:ext cx="162026" cy="11506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71333" y="3875150"/>
              <a:ext cx="730796" cy="14922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09066" y="4143629"/>
              <a:ext cx="161734" cy="11506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67371" y="4130167"/>
              <a:ext cx="1339786" cy="15620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099810" y="2294509"/>
              <a:ext cx="2266822" cy="25095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093079" y="2651378"/>
              <a:ext cx="154940" cy="11341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552310" y="2642743"/>
              <a:ext cx="1336167" cy="14808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093079" y="2910459"/>
              <a:ext cx="154178" cy="11493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550786" y="2900806"/>
              <a:ext cx="1335532" cy="1492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093079" y="3170428"/>
              <a:ext cx="160020" cy="11252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52310" y="3160903"/>
              <a:ext cx="1992249" cy="1485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3219" y="6483096"/>
              <a:ext cx="123444" cy="2118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63428" y="6432803"/>
              <a:ext cx="94615" cy="262255"/>
            </a:xfrm>
            <a:custGeom>
              <a:avLst/>
              <a:gdLst/>
              <a:ahLst/>
              <a:cxnLst/>
              <a:rect l="l" t="t" r="r" b="b"/>
              <a:pathLst>
                <a:path w="94615" h="262254">
                  <a:moveTo>
                    <a:pt x="65786" y="89433"/>
                  </a:moveTo>
                  <a:lnTo>
                    <a:pt x="23622" y="89433"/>
                  </a:lnTo>
                  <a:lnTo>
                    <a:pt x="23622" y="215874"/>
                  </a:lnTo>
                  <a:lnTo>
                    <a:pt x="26838" y="236110"/>
                  </a:lnTo>
                  <a:lnTo>
                    <a:pt x="36306" y="250564"/>
                  </a:lnTo>
                  <a:lnTo>
                    <a:pt x="51750" y="259237"/>
                  </a:lnTo>
                  <a:lnTo>
                    <a:pt x="72898" y="262128"/>
                  </a:lnTo>
                  <a:lnTo>
                    <a:pt x="83185" y="262128"/>
                  </a:lnTo>
                  <a:lnTo>
                    <a:pt x="88265" y="261099"/>
                  </a:lnTo>
                  <a:lnTo>
                    <a:pt x="94488" y="259041"/>
                  </a:lnTo>
                  <a:lnTo>
                    <a:pt x="94488" y="223062"/>
                  </a:lnTo>
                  <a:lnTo>
                    <a:pt x="69850" y="223062"/>
                  </a:lnTo>
                  <a:lnTo>
                    <a:pt x="65786" y="216903"/>
                  </a:lnTo>
                  <a:lnTo>
                    <a:pt x="65786" y="89433"/>
                  </a:lnTo>
                  <a:close/>
                </a:path>
                <a:path w="94615" h="262254">
                  <a:moveTo>
                    <a:pt x="94488" y="54483"/>
                  </a:moveTo>
                  <a:lnTo>
                    <a:pt x="0" y="54483"/>
                  </a:lnTo>
                  <a:lnTo>
                    <a:pt x="0" y="89433"/>
                  </a:lnTo>
                  <a:lnTo>
                    <a:pt x="94488" y="89433"/>
                  </a:lnTo>
                  <a:lnTo>
                    <a:pt x="94488" y="54483"/>
                  </a:lnTo>
                  <a:close/>
                </a:path>
                <a:path w="94615" h="262254">
                  <a:moveTo>
                    <a:pt x="65786" y="0"/>
                  </a:moveTo>
                  <a:lnTo>
                    <a:pt x="23622" y="0"/>
                  </a:lnTo>
                  <a:lnTo>
                    <a:pt x="23622" y="54483"/>
                  </a:lnTo>
                  <a:lnTo>
                    <a:pt x="65786" y="54483"/>
                  </a:lnTo>
                  <a:lnTo>
                    <a:pt x="65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77728" y="6483096"/>
              <a:ext cx="135636" cy="2118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37748" y="6431279"/>
              <a:ext cx="163195" cy="264160"/>
            </a:xfrm>
            <a:custGeom>
              <a:avLst/>
              <a:gdLst/>
              <a:ahLst/>
              <a:cxnLst/>
              <a:rect l="l" t="t" r="r" b="b"/>
              <a:pathLst>
                <a:path w="163195" h="264159">
                  <a:moveTo>
                    <a:pt x="92964" y="56007"/>
                  </a:moveTo>
                  <a:lnTo>
                    <a:pt x="65405" y="56007"/>
                  </a:lnTo>
                  <a:lnTo>
                    <a:pt x="65405" y="1524"/>
                  </a:lnTo>
                  <a:lnTo>
                    <a:pt x="23495" y="1524"/>
                  </a:lnTo>
                  <a:lnTo>
                    <a:pt x="23495" y="56007"/>
                  </a:lnTo>
                  <a:lnTo>
                    <a:pt x="0" y="56007"/>
                  </a:lnTo>
                  <a:lnTo>
                    <a:pt x="0" y="90957"/>
                  </a:lnTo>
                  <a:lnTo>
                    <a:pt x="23495" y="90957"/>
                  </a:lnTo>
                  <a:lnTo>
                    <a:pt x="23495" y="217398"/>
                  </a:lnTo>
                  <a:lnTo>
                    <a:pt x="26695" y="237642"/>
                  </a:lnTo>
                  <a:lnTo>
                    <a:pt x="36144" y="252095"/>
                  </a:lnTo>
                  <a:lnTo>
                    <a:pt x="51511" y="260769"/>
                  </a:lnTo>
                  <a:lnTo>
                    <a:pt x="72517" y="263652"/>
                  </a:lnTo>
                  <a:lnTo>
                    <a:pt x="82804" y="263652"/>
                  </a:lnTo>
                  <a:lnTo>
                    <a:pt x="87884" y="262623"/>
                  </a:lnTo>
                  <a:lnTo>
                    <a:pt x="92964" y="260565"/>
                  </a:lnTo>
                  <a:lnTo>
                    <a:pt x="92964" y="224586"/>
                  </a:lnTo>
                  <a:lnTo>
                    <a:pt x="69469" y="224586"/>
                  </a:lnTo>
                  <a:lnTo>
                    <a:pt x="65405" y="218427"/>
                  </a:lnTo>
                  <a:lnTo>
                    <a:pt x="65405" y="90957"/>
                  </a:lnTo>
                  <a:lnTo>
                    <a:pt x="92964" y="90957"/>
                  </a:lnTo>
                  <a:lnTo>
                    <a:pt x="92964" y="56007"/>
                  </a:lnTo>
                  <a:close/>
                </a:path>
                <a:path w="163195" h="264159">
                  <a:moveTo>
                    <a:pt x="163068" y="55537"/>
                  </a:moveTo>
                  <a:lnTo>
                    <a:pt x="121920" y="55537"/>
                  </a:lnTo>
                  <a:lnTo>
                    <a:pt x="121920" y="259080"/>
                  </a:lnTo>
                  <a:lnTo>
                    <a:pt x="163068" y="259080"/>
                  </a:lnTo>
                  <a:lnTo>
                    <a:pt x="163068" y="55537"/>
                  </a:lnTo>
                  <a:close/>
                </a:path>
                <a:path w="163195" h="264159">
                  <a:moveTo>
                    <a:pt x="163068" y="0"/>
                  </a:moveTo>
                  <a:lnTo>
                    <a:pt x="121920" y="0"/>
                  </a:lnTo>
                  <a:lnTo>
                    <a:pt x="121920" y="39065"/>
                  </a:lnTo>
                  <a:lnTo>
                    <a:pt x="163068" y="39065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32819" y="6483096"/>
              <a:ext cx="123444" cy="2118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273028" y="6432803"/>
              <a:ext cx="94615" cy="262255"/>
            </a:xfrm>
            <a:custGeom>
              <a:avLst/>
              <a:gdLst/>
              <a:ahLst/>
              <a:cxnLst/>
              <a:rect l="l" t="t" r="r" b="b"/>
              <a:pathLst>
                <a:path w="94615" h="262254">
                  <a:moveTo>
                    <a:pt x="65786" y="89433"/>
                  </a:moveTo>
                  <a:lnTo>
                    <a:pt x="23622" y="89433"/>
                  </a:lnTo>
                  <a:lnTo>
                    <a:pt x="23622" y="215874"/>
                  </a:lnTo>
                  <a:lnTo>
                    <a:pt x="26838" y="236110"/>
                  </a:lnTo>
                  <a:lnTo>
                    <a:pt x="36306" y="250564"/>
                  </a:lnTo>
                  <a:lnTo>
                    <a:pt x="51750" y="259237"/>
                  </a:lnTo>
                  <a:lnTo>
                    <a:pt x="72898" y="262128"/>
                  </a:lnTo>
                  <a:lnTo>
                    <a:pt x="83185" y="262128"/>
                  </a:lnTo>
                  <a:lnTo>
                    <a:pt x="88265" y="261099"/>
                  </a:lnTo>
                  <a:lnTo>
                    <a:pt x="94488" y="259041"/>
                  </a:lnTo>
                  <a:lnTo>
                    <a:pt x="94488" y="223062"/>
                  </a:lnTo>
                  <a:lnTo>
                    <a:pt x="69850" y="223062"/>
                  </a:lnTo>
                  <a:lnTo>
                    <a:pt x="65786" y="216903"/>
                  </a:lnTo>
                  <a:lnTo>
                    <a:pt x="65786" y="89433"/>
                  </a:lnTo>
                  <a:close/>
                </a:path>
                <a:path w="94615" h="262254">
                  <a:moveTo>
                    <a:pt x="94488" y="54483"/>
                  </a:moveTo>
                  <a:lnTo>
                    <a:pt x="0" y="54483"/>
                  </a:lnTo>
                  <a:lnTo>
                    <a:pt x="0" y="89433"/>
                  </a:lnTo>
                  <a:lnTo>
                    <a:pt x="94488" y="89433"/>
                  </a:lnTo>
                  <a:lnTo>
                    <a:pt x="94488" y="54483"/>
                  </a:lnTo>
                  <a:close/>
                </a:path>
                <a:path w="94615" h="262254">
                  <a:moveTo>
                    <a:pt x="65786" y="0"/>
                  </a:moveTo>
                  <a:lnTo>
                    <a:pt x="23622" y="0"/>
                  </a:lnTo>
                  <a:lnTo>
                    <a:pt x="23622" y="54483"/>
                  </a:lnTo>
                  <a:lnTo>
                    <a:pt x="65786" y="54483"/>
                  </a:lnTo>
                  <a:lnTo>
                    <a:pt x="65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87328" y="6483096"/>
              <a:ext cx="135636" cy="2118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602211" y="6431279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59">
                  <a:moveTo>
                    <a:pt x="262128" y="87541"/>
                  </a:moveTo>
                  <a:lnTo>
                    <a:pt x="259080" y="87541"/>
                  </a:lnTo>
                  <a:lnTo>
                    <a:pt x="252716" y="87830"/>
                  </a:lnTo>
                  <a:lnTo>
                    <a:pt x="202692" y="96812"/>
                  </a:lnTo>
                  <a:lnTo>
                    <a:pt x="169598" y="127080"/>
                  </a:lnTo>
                  <a:lnTo>
                    <a:pt x="166878" y="130797"/>
                  </a:lnTo>
                  <a:lnTo>
                    <a:pt x="162814" y="135940"/>
                  </a:lnTo>
                  <a:lnTo>
                    <a:pt x="158750" y="143154"/>
                  </a:lnTo>
                  <a:lnTo>
                    <a:pt x="156718" y="144183"/>
                  </a:lnTo>
                  <a:lnTo>
                    <a:pt x="155575" y="146240"/>
                  </a:lnTo>
                  <a:lnTo>
                    <a:pt x="154559" y="148297"/>
                  </a:lnTo>
                  <a:lnTo>
                    <a:pt x="151511" y="151396"/>
                  </a:lnTo>
                  <a:lnTo>
                    <a:pt x="150495" y="153454"/>
                  </a:lnTo>
                  <a:lnTo>
                    <a:pt x="150495" y="154482"/>
                  </a:lnTo>
                  <a:lnTo>
                    <a:pt x="146431" y="160667"/>
                  </a:lnTo>
                  <a:lnTo>
                    <a:pt x="142367" y="165811"/>
                  </a:lnTo>
                  <a:lnTo>
                    <a:pt x="138148" y="171555"/>
                  </a:lnTo>
                  <a:lnTo>
                    <a:pt x="108184" y="202742"/>
                  </a:lnTo>
                  <a:lnTo>
                    <a:pt x="57578" y="228734"/>
                  </a:lnTo>
                  <a:lnTo>
                    <a:pt x="10096" y="234844"/>
                  </a:lnTo>
                  <a:lnTo>
                    <a:pt x="0" y="234844"/>
                  </a:lnTo>
                  <a:lnTo>
                    <a:pt x="0" y="259537"/>
                  </a:lnTo>
                  <a:lnTo>
                    <a:pt x="4064" y="263652"/>
                  </a:lnTo>
                  <a:lnTo>
                    <a:pt x="258064" y="263652"/>
                  </a:lnTo>
                  <a:lnTo>
                    <a:pt x="262128" y="259537"/>
                  </a:lnTo>
                  <a:lnTo>
                    <a:pt x="262128" y="87541"/>
                  </a:lnTo>
                  <a:close/>
                </a:path>
                <a:path w="262254" h="264159">
                  <a:moveTo>
                    <a:pt x="258064" y="0"/>
                  </a:moveTo>
                  <a:lnTo>
                    <a:pt x="4064" y="0"/>
                  </a:lnTo>
                  <a:lnTo>
                    <a:pt x="0" y="4114"/>
                  </a:lnTo>
                  <a:lnTo>
                    <a:pt x="0" y="176110"/>
                  </a:lnTo>
                  <a:lnTo>
                    <a:pt x="2032" y="176110"/>
                  </a:lnTo>
                  <a:lnTo>
                    <a:pt x="42215" y="171765"/>
                  </a:lnTo>
                  <a:lnTo>
                    <a:pt x="83994" y="145599"/>
                  </a:lnTo>
                  <a:lnTo>
                    <a:pt x="94234" y="132854"/>
                  </a:lnTo>
                  <a:lnTo>
                    <a:pt x="98298" y="127711"/>
                  </a:lnTo>
                  <a:lnTo>
                    <a:pt x="102362" y="120497"/>
                  </a:lnTo>
                  <a:lnTo>
                    <a:pt x="104394" y="118440"/>
                  </a:lnTo>
                  <a:lnTo>
                    <a:pt x="105410" y="116382"/>
                  </a:lnTo>
                  <a:lnTo>
                    <a:pt x="106426" y="115341"/>
                  </a:lnTo>
                  <a:lnTo>
                    <a:pt x="107569" y="114312"/>
                  </a:lnTo>
                  <a:lnTo>
                    <a:pt x="109601" y="111226"/>
                  </a:lnTo>
                  <a:lnTo>
                    <a:pt x="110617" y="110197"/>
                  </a:lnTo>
                  <a:lnTo>
                    <a:pt x="110617" y="109169"/>
                  </a:lnTo>
                  <a:lnTo>
                    <a:pt x="114681" y="102984"/>
                  </a:lnTo>
                  <a:lnTo>
                    <a:pt x="118745" y="97840"/>
                  </a:lnTo>
                  <a:lnTo>
                    <a:pt x="122963" y="92096"/>
                  </a:lnTo>
                  <a:lnTo>
                    <a:pt x="134778" y="78144"/>
                  </a:lnTo>
                  <a:lnTo>
                    <a:pt x="176149" y="45313"/>
                  </a:lnTo>
                  <a:lnTo>
                    <a:pt x="232441" y="30124"/>
                  </a:lnTo>
                  <a:lnTo>
                    <a:pt x="252488" y="28841"/>
                  </a:lnTo>
                  <a:lnTo>
                    <a:pt x="262128" y="28841"/>
                  </a:lnTo>
                  <a:lnTo>
                    <a:pt x="262128" y="4114"/>
                  </a:lnTo>
                  <a:lnTo>
                    <a:pt x="258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25" dirty="0"/>
              <a:t>[1]</a:t>
            </a:r>
            <a:r>
              <a:rPr sz="4400" spc="-330" dirty="0"/>
              <a:t> </a:t>
            </a:r>
            <a:r>
              <a:rPr sz="4400" spc="-90" dirty="0"/>
              <a:t>About</a:t>
            </a:r>
            <a:r>
              <a:rPr sz="4400" spc="-320" dirty="0"/>
              <a:t> </a:t>
            </a:r>
            <a:r>
              <a:rPr sz="4400" spc="-125" dirty="0"/>
              <a:t>Statista</a:t>
            </a:r>
            <a:endParaRPr sz="4400"/>
          </a:p>
        </p:txBody>
      </p:sp>
      <p:grpSp>
        <p:nvGrpSpPr>
          <p:cNvPr id="13" name="object 13"/>
          <p:cNvGrpSpPr/>
          <p:nvPr/>
        </p:nvGrpSpPr>
        <p:grpSpPr>
          <a:xfrm>
            <a:off x="621461" y="0"/>
            <a:ext cx="11570970" cy="6858000"/>
            <a:chOff x="621461" y="0"/>
            <a:chExt cx="11570970" cy="685800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461" y="1890014"/>
              <a:ext cx="158521" cy="134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2055" y="1880107"/>
              <a:ext cx="1523580" cy="1727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461" y="2179573"/>
              <a:ext cx="188645" cy="1341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2055" y="2169667"/>
              <a:ext cx="1910549" cy="1738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461" y="2469133"/>
              <a:ext cx="187782" cy="1341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8481" y="2459227"/>
              <a:ext cx="469404" cy="1727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96973" y="2461260"/>
              <a:ext cx="311785" cy="169545"/>
            </a:xfrm>
            <a:custGeom>
              <a:avLst/>
              <a:gdLst/>
              <a:ahLst/>
              <a:cxnLst/>
              <a:rect l="l" t="t" r="r" b="b"/>
              <a:pathLst>
                <a:path w="311785" h="169544">
                  <a:moveTo>
                    <a:pt x="38226" y="114426"/>
                  </a:moveTo>
                  <a:lnTo>
                    <a:pt x="23875" y="114426"/>
                  </a:lnTo>
                  <a:lnTo>
                    <a:pt x="23875" y="160909"/>
                  </a:lnTo>
                  <a:lnTo>
                    <a:pt x="24892" y="163449"/>
                  </a:lnTo>
                  <a:lnTo>
                    <a:pt x="29209" y="167512"/>
                  </a:lnTo>
                  <a:lnTo>
                    <a:pt x="31750" y="168528"/>
                  </a:lnTo>
                  <a:lnTo>
                    <a:pt x="134746" y="168528"/>
                  </a:lnTo>
                  <a:lnTo>
                    <a:pt x="135650" y="167512"/>
                  </a:lnTo>
                  <a:lnTo>
                    <a:pt x="135762" y="156590"/>
                  </a:lnTo>
                  <a:lnTo>
                    <a:pt x="38862" y="156590"/>
                  </a:lnTo>
                  <a:lnTo>
                    <a:pt x="38226" y="155955"/>
                  </a:lnTo>
                  <a:lnTo>
                    <a:pt x="38226" y="114426"/>
                  </a:lnTo>
                  <a:close/>
                </a:path>
                <a:path w="311785" h="169544">
                  <a:moveTo>
                    <a:pt x="129031" y="0"/>
                  </a:moveTo>
                  <a:lnTo>
                    <a:pt x="115188" y="0"/>
                  </a:lnTo>
                  <a:lnTo>
                    <a:pt x="115188" y="122681"/>
                  </a:lnTo>
                  <a:lnTo>
                    <a:pt x="126364" y="122681"/>
                  </a:lnTo>
                  <a:lnTo>
                    <a:pt x="127253" y="122300"/>
                  </a:lnTo>
                  <a:lnTo>
                    <a:pt x="128015" y="121665"/>
                  </a:lnTo>
                  <a:lnTo>
                    <a:pt x="128650" y="120903"/>
                  </a:lnTo>
                  <a:lnTo>
                    <a:pt x="129031" y="120014"/>
                  </a:lnTo>
                  <a:lnTo>
                    <a:pt x="129031" y="57403"/>
                  </a:lnTo>
                  <a:lnTo>
                    <a:pt x="156463" y="57403"/>
                  </a:lnTo>
                  <a:lnTo>
                    <a:pt x="156463" y="45592"/>
                  </a:lnTo>
                  <a:lnTo>
                    <a:pt x="129031" y="45592"/>
                  </a:lnTo>
                  <a:lnTo>
                    <a:pt x="129031" y="0"/>
                  </a:lnTo>
                  <a:close/>
                </a:path>
                <a:path w="311785" h="169544">
                  <a:moveTo>
                    <a:pt x="52196" y="2920"/>
                  </a:moveTo>
                  <a:lnTo>
                    <a:pt x="39243" y="2920"/>
                  </a:lnTo>
                  <a:lnTo>
                    <a:pt x="33146" y="3937"/>
                  </a:lnTo>
                  <a:lnTo>
                    <a:pt x="1246" y="34416"/>
                  </a:lnTo>
                  <a:lnTo>
                    <a:pt x="1143" y="34670"/>
                  </a:lnTo>
                  <a:lnTo>
                    <a:pt x="0" y="40893"/>
                  </a:lnTo>
                  <a:lnTo>
                    <a:pt x="0" y="54863"/>
                  </a:lnTo>
                  <a:lnTo>
                    <a:pt x="1196" y="61213"/>
                  </a:lnTo>
                  <a:lnTo>
                    <a:pt x="3428" y="66548"/>
                  </a:lnTo>
                  <a:lnTo>
                    <a:pt x="5714" y="72136"/>
                  </a:lnTo>
                  <a:lnTo>
                    <a:pt x="8804" y="76707"/>
                  </a:lnTo>
                  <a:lnTo>
                    <a:pt x="8889" y="76835"/>
                  </a:lnTo>
                  <a:lnTo>
                    <a:pt x="13081" y="80644"/>
                  </a:lnTo>
                  <a:lnTo>
                    <a:pt x="17144" y="84581"/>
                  </a:lnTo>
                  <a:lnTo>
                    <a:pt x="21970" y="87502"/>
                  </a:lnTo>
                  <a:lnTo>
                    <a:pt x="27558" y="89662"/>
                  </a:lnTo>
                  <a:lnTo>
                    <a:pt x="33146" y="91693"/>
                  </a:lnTo>
                  <a:lnTo>
                    <a:pt x="39243" y="92710"/>
                  </a:lnTo>
                  <a:lnTo>
                    <a:pt x="52196" y="92710"/>
                  </a:lnTo>
                  <a:lnTo>
                    <a:pt x="77973" y="80772"/>
                  </a:lnTo>
                  <a:lnTo>
                    <a:pt x="40767" y="80772"/>
                  </a:lnTo>
                  <a:lnTo>
                    <a:pt x="36321" y="80010"/>
                  </a:lnTo>
                  <a:lnTo>
                    <a:pt x="14565" y="57403"/>
                  </a:lnTo>
                  <a:lnTo>
                    <a:pt x="14477" y="57150"/>
                  </a:lnTo>
                  <a:lnTo>
                    <a:pt x="13715" y="52704"/>
                  </a:lnTo>
                  <a:lnTo>
                    <a:pt x="13715" y="42925"/>
                  </a:lnTo>
                  <a:lnTo>
                    <a:pt x="14477" y="38480"/>
                  </a:lnTo>
                  <a:lnTo>
                    <a:pt x="17525" y="30352"/>
                  </a:lnTo>
                  <a:lnTo>
                    <a:pt x="19684" y="26924"/>
                  </a:lnTo>
                  <a:lnTo>
                    <a:pt x="22478" y="24129"/>
                  </a:lnTo>
                  <a:lnTo>
                    <a:pt x="25273" y="21209"/>
                  </a:lnTo>
                  <a:lnTo>
                    <a:pt x="28701" y="19050"/>
                  </a:lnTo>
                  <a:lnTo>
                    <a:pt x="32638" y="17399"/>
                  </a:lnTo>
                  <a:lnTo>
                    <a:pt x="36449" y="15748"/>
                  </a:lnTo>
                  <a:lnTo>
                    <a:pt x="40893" y="14986"/>
                  </a:lnTo>
                  <a:lnTo>
                    <a:pt x="78236" y="14986"/>
                  </a:lnTo>
                  <a:lnTo>
                    <a:pt x="74040" y="11049"/>
                  </a:lnTo>
                  <a:lnTo>
                    <a:pt x="69214" y="8000"/>
                  </a:lnTo>
                  <a:lnTo>
                    <a:pt x="58165" y="3937"/>
                  </a:lnTo>
                  <a:lnTo>
                    <a:pt x="52196" y="2920"/>
                  </a:lnTo>
                  <a:close/>
                </a:path>
                <a:path w="311785" h="169544">
                  <a:moveTo>
                    <a:pt x="78236" y="14986"/>
                  </a:moveTo>
                  <a:lnTo>
                    <a:pt x="50292" y="14986"/>
                  </a:lnTo>
                  <a:lnTo>
                    <a:pt x="54737" y="15748"/>
                  </a:lnTo>
                  <a:lnTo>
                    <a:pt x="58674" y="17399"/>
                  </a:lnTo>
                  <a:lnTo>
                    <a:pt x="62737" y="19050"/>
                  </a:lnTo>
                  <a:lnTo>
                    <a:pt x="66039" y="21209"/>
                  </a:lnTo>
                  <a:lnTo>
                    <a:pt x="68833" y="24129"/>
                  </a:lnTo>
                  <a:lnTo>
                    <a:pt x="71627" y="26924"/>
                  </a:lnTo>
                  <a:lnTo>
                    <a:pt x="73787" y="30352"/>
                  </a:lnTo>
                  <a:lnTo>
                    <a:pt x="75311" y="34416"/>
                  </a:lnTo>
                  <a:lnTo>
                    <a:pt x="76962" y="38480"/>
                  </a:lnTo>
                  <a:lnTo>
                    <a:pt x="77724" y="42925"/>
                  </a:lnTo>
                  <a:lnTo>
                    <a:pt x="77724" y="52704"/>
                  </a:lnTo>
                  <a:lnTo>
                    <a:pt x="76962" y="57150"/>
                  </a:lnTo>
                  <a:lnTo>
                    <a:pt x="75311" y="61213"/>
                  </a:lnTo>
                  <a:lnTo>
                    <a:pt x="73787" y="65150"/>
                  </a:lnTo>
                  <a:lnTo>
                    <a:pt x="71627" y="68706"/>
                  </a:lnTo>
                  <a:lnTo>
                    <a:pt x="66039" y="74549"/>
                  </a:lnTo>
                  <a:lnTo>
                    <a:pt x="62737" y="76707"/>
                  </a:lnTo>
                  <a:lnTo>
                    <a:pt x="58674" y="78359"/>
                  </a:lnTo>
                  <a:lnTo>
                    <a:pt x="54737" y="80010"/>
                  </a:lnTo>
                  <a:lnTo>
                    <a:pt x="50292" y="80772"/>
                  </a:lnTo>
                  <a:lnTo>
                    <a:pt x="77973" y="80772"/>
                  </a:lnTo>
                  <a:lnTo>
                    <a:pt x="82295" y="76835"/>
                  </a:lnTo>
                  <a:lnTo>
                    <a:pt x="85470" y="72136"/>
                  </a:lnTo>
                  <a:lnTo>
                    <a:pt x="87756" y="66548"/>
                  </a:lnTo>
                  <a:lnTo>
                    <a:pt x="89989" y="61213"/>
                  </a:lnTo>
                  <a:lnTo>
                    <a:pt x="91186" y="54863"/>
                  </a:lnTo>
                  <a:lnTo>
                    <a:pt x="91186" y="40893"/>
                  </a:lnTo>
                  <a:lnTo>
                    <a:pt x="90043" y="34670"/>
                  </a:lnTo>
                  <a:lnTo>
                    <a:pt x="85470" y="23494"/>
                  </a:lnTo>
                  <a:lnTo>
                    <a:pt x="82295" y="18795"/>
                  </a:lnTo>
                  <a:lnTo>
                    <a:pt x="78236" y="14986"/>
                  </a:lnTo>
                  <a:close/>
                </a:path>
                <a:path w="311785" h="169544">
                  <a:moveTo>
                    <a:pt x="186436" y="5587"/>
                  </a:moveTo>
                  <a:lnTo>
                    <a:pt x="172338" y="5587"/>
                  </a:lnTo>
                  <a:lnTo>
                    <a:pt x="172338" y="119887"/>
                  </a:lnTo>
                  <a:lnTo>
                    <a:pt x="173608" y="122681"/>
                  </a:lnTo>
                  <a:lnTo>
                    <a:pt x="176402" y="124332"/>
                  </a:lnTo>
                  <a:lnTo>
                    <a:pt x="179196" y="125856"/>
                  </a:lnTo>
                  <a:lnTo>
                    <a:pt x="182499" y="126618"/>
                  </a:lnTo>
                  <a:lnTo>
                    <a:pt x="191897" y="126618"/>
                  </a:lnTo>
                  <a:lnTo>
                    <a:pt x="236727" y="122809"/>
                  </a:lnTo>
                  <a:lnTo>
                    <a:pt x="245744" y="121285"/>
                  </a:lnTo>
                  <a:lnTo>
                    <a:pt x="245744" y="114680"/>
                  </a:lnTo>
                  <a:lnTo>
                    <a:pt x="186944" y="114680"/>
                  </a:lnTo>
                  <a:lnTo>
                    <a:pt x="186537" y="114173"/>
                  </a:lnTo>
                  <a:lnTo>
                    <a:pt x="186436" y="5587"/>
                  </a:lnTo>
                  <a:close/>
                </a:path>
                <a:path w="311785" h="169544">
                  <a:moveTo>
                    <a:pt x="245744" y="109474"/>
                  </a:moveTo>
                  <a:lnTo>
                    <a:pt x="201421" y="114680"/>
                  </a:lnTo>
                  <a:lnTo>
                    <a:pt x="245744" y="114680"/>
                  </a:lnTo>
                  <a:lnTo>
                    <a:pt x="245744" y="109474"/>
                  </a:lnTo>
                  <a:close/>
                </a:path>
                <a:path w="311785" h="169544">
                  <a:moveTo>
                    <a:pt x="311403" y="67182"/>
                  </a:moveTo>
                  <a:lnTo>
                    <a:pt x="297433" y="67182"/>
                  </a:lnTo>
                  <a:lnTo>
                    <a:pt x="297433" y="169037"/>
                  </a:lnTo>
                  <a:lnTo>
                    <a:pt x="308737" y="169037"/>
                  </a:lnTo>
                  <a:lnTo>
                    <a:pt x="309625" y="168655"/>
                  </a:lnTo>
                  <a:lnTo>
                    <a:pt x="311023" y="167259"/>
                  </a:lnTo>
                  <a:lnTo>
                    <a:pt x="311403" y="166369"/>
                  </a:lnTo>
                  <a:lnTo>
                    <a:pt x="311403" y="67182"/>
                  </a:lnTo>
                  <a:close/>
                </a:path>
                <a:path w="311785" h="169544">
                  <a:moveTo>
                    <a:pt x="270890" y="0"/>
                  </a:moveTo>
                  <a:lnTo>
                    <a:pt x="257175" y="0"/>
                  </a:lnTo>
                  <a:lnTo>
                    <a:pt x="257175" y="165353"/>
                  </a:lnTo>
                  <a:lnTo>
                    <a:pt x="268350" y="165353"/>
                  </a:lnTo>
                  <a:lnTo>
                    <a:pt x="269113" y="164973"/>
                  </a:lnTo>
                  <a:lnTo>
                    <a:pt x="270509" y="163575"/>
                  </a:lnTo>
                  <a:lnTo>
                    <a:pt x="270890" y="162687"/>
                  </a:lnTo>
                  <a:lnTo>
                    <a:pt x="270890" y="67182"/>
                  </a:lnTo>
                  <a:lnTo>
                    <a:pt x="311403" y="67182"/>
                  </a:lnTo>
                  <a:lnTo>
                    <a:pt x="311403" y="55499"/>
                  </a:lnTo>
                  <a:lnTo>
                    <a:pt x="270890" y="55499"/>
                  </a:lnTo>
                  <a:lnTo>
                    <a:pt x="270890" y="0"/>
                  </a:lnTo>
                  <a:close/>
                </a:path>
                <a:path w="311785" h="169544">
                  <a:moveTo>
                    <a:pt x="311403" y="0"/>
                  </a:moveTo>
                  <a:lnTo>
                    <a:pt x="297433" y="0"/>
                  </a:lnTo>
                  <a:lnTo>
                    <a:pt x="297433" y="55499"/>
                  </a:lnTo>
                  <a:lnTo>
                    <a:pt x="311403" y="55499"/>
                  </a:lnTo>
                  <a:lnTo>
                    <a:pt x="3114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95450" y="2459735"/>
              <a:ext cx="314451" cy="17208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1461" y="2758694"/>
              <a:ext cx="194652" cy="1341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58481" y="2748788"/>
              <a:ext cx="469404" cy="1727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4975" y="2748914"/>
              <a:ext cx="630301" cy="1729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1461" y="3048254"/>
              <a:ext cx="187947" cy="1341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58481" y="3038348"/>
              <a:ext cx="469404" cy="1727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696084" y="3033648"/>
              <a:ext cx="307340" cy="177165"/>
            </a:xfrm>
            <a:custGeom>
              <a:avLst/>
              <a:gdLst/>
              <a:ahLst/>
              <a:cxnLst/>
              <a:rect l="l" t="t" r="r" b="b"/>
              <a:pathLst>
                <a:path w="307339" h="177164">
                  <a:moveTo>
                    <a:pt x="136270" y="111251"/>
                  </a:moveTo>
                  <a:lnTo>
                    <a:pt x="24637" y="111251"/>
                  </a:lnTo>
                  <a:lnTo>
                    <a:pt x="24637" y="122936"/>
                  </a:lnTo>
                  <a:lnTo>
                    <a:pt x="122046" y="122936"/>
                  </a:lnTo>
                  <a:lnTo>
                    <a:pt x="122046" y="137033"/>
                  </a:lnTo>
                  <a:lnTo>
                    <a:pt x="121412" y="137667"/>
                  </a:lnTo>
                  <a:lnTo>
                    <a:pt x="24510" y="137667"/>
                  </a:lnTo>
                  <a:lnTo>
                    <a:pt x="24510" y="169799"/>
                  </a:lnTo>
                  <a:lnTo>
                    <a:pt x="25526" y="172465"/>
                  </a:lnTo>
                  <a:lnTo>
                    <a:pt x="27558" y="174243"/>
                  </a:lnTo>
                  <a:lnTo>
                    <a:pt x="29463" y="176149"/>
                  </a:lnTo>
                  <a:lnTo>
                    <a:pt x="32003" y="177037"/>
                  </a:lnTo>
                  <a:lnTo>
                    <a:pt x="137413" y="177037"/>
                  </a:lnTo>
                  <a:lnTo>
                    <a:pt x="138175" y="176656"/>
                  </a:lnTo>
                  <a:lnTo>
                    <a:pt x="138937" y="175895"/>
                  </a:lnTo>
                  <a:lnTo>
                    <a:pt x="139700" y="175260"/>
                  </a:lnTo>
                  <a:lnTo>
                    <a:pt x="139953" y="174371"/>
                  </a:lnTo>
                  <a:lnTo>
                    <a:pt x="139953" y="165480"/>
                  </a:lnTo>
                  <a:lnTo>
                    <a:pt x="39369" y="165480"/>
                  </a:lnTo>
                  <a:lnTo>
                    <a:pt x="38734" y="164846"/>
                  </a:lnTo>
                  <a:lnTo>
                    <a:pt x="38734" y="148716"/>
                  </a:lnTo>
                  <a:lnTo>
                    <a:pt x="133222" y="148716"/>
                  </a:lnTo>
                  <a:lnTo>
                    <a:pt x="136270" y="145541"/>
                  </a:lnTo>
                  <a:lnTo>
                    <a:pt x="136270" y="111251"/>
                  </a:lnTo>
                  <a:close/>
                </a:path>
                <a:path w="307339" h="177164">
                  <a:moveTo>
                    <a:pt x="88010" y="93090"/>
                  </a:moveTo>
                  <a:lnTo>
                    <a:pt x="73913" y="93090"/>
                  </a:lnTo>
                  <a:lnTo>
                    <a:pt x="73913" y="111251"/>
                  </a:lnTo>
                  <a:lnTo>
                    <a:pt x="88010" y="111251"/>
                  </a:lnTo>
                  <a:lnTo>
                    <a:pt x="88010" y="93090"/>
                  </a:lnTo>
                  <a:close/>
                </a:path>
                <a:path w="307339" h="177164">
                  <a:moveTo>
                    <a:pt x="159512" y="81279"/>
                  </a:moveTo>
                  <a:lnTo>
                    <a:pt x="0" y="81279"/>
                  </a:lnTo>
                  <a:lnTo>
                    <a:pt x="0" y="93090"/>
                  </a:lnTo>
                  <a:lnTo>
                    <a:pt x="156590" y="93090"/>
                  </a:lnTo>
                  <a:lnTo>
                    <a:pt x="157352" y="92710"/>
                  </a:lnTo>
                  <a:lnTo>
                    <a:pt x="158241" y="92201"/>
                  </a:lnTo>
                  <a:lnTo>
                    <a:pt x="159003" y="91693"/>
                  </a:lnTo>
                  <a:lnTo>
                    <a:pt x="159512" y="90804"/>
                  </a:lnTo>
                  <a:lnTo>
                    <a:pt x="159512" y="81279"/>
                  </a:lnTo>
                  <a:close/>
                </a:path>
                <a:path w="307339" h="177164">
                  <a:moveTo>
                    <a:pt x="307339" y="6603"/>
                  </a:moveTo>
                  <a:lnTo>
                    <a:pt x="293369" y="6603"/>
                  </a:lnTo>
                  <a:lnTo>
                    <a:pt x="293369" y="64897"/>
                  </a:lnTo>
                  <a:lnTo>
                    <a:pt x="252348" y="64897"/>
                  </a:lnTo>
                  <a:lnTo>
                    <a:pt x="252348" y="76835"/>
                  </a:lnTo>
                  <a:lnTo>
                    <a:pt x="293369" y="76835"/>
                  </a:lnTo>
                  <a:lnTo>
                    <a:pt x="293369" y="175895"/>
                  </a:lnTo>
                  <a:lnTo>
                    <a:pt x="304545" y="175895"/>
                  </a:lnTo>
                  <a:lnTo>
                    <a:pt x="305307" y="175640"/>
                  </a:lnTo>
                  <a:lnTo>
                    <a:pt x="306069" y="175005"/>
                  </a:lnTo>
                  <a:lnTo>
                    <a:pt x="306831" y="174498"/>
                  </a:lnTo>
                  <a:lnTo>
                    <a:pt x="307339" y="173609"/>
                  </a:lnTo>
                  <a:lnTo>
                    <a:pt x="307339" y="6603"/>
                  </a:lnTo>
                  <a:close/>
                </a:path>
                <a:path w="307339" h="177164">
                  <a:moveTo>
                    <a:pt x="226821" y="38608"/>
                  </a:moveTo>
                  <a:lnTo>
                    <a:pt x="212470" y="38608"/>
                  </a:lnTo>
                  <a:lnTo>
                    <a:pt x="212439" y="71754"/>
                  </a:lnTo>
                  <a:lnTo>
                    <a:pt x="211198" y="76835"/>
                  </a:lnTo>
                  <a:lnTo>
                    <a:pt x="211073" y="77342"/>
                  </a:lnTo>
                  <a:lnTo>
                    <a:pt x="208342" y="82930"/>
                  </a:lnTo>
                  <a:lnTo>
                    <a:pt x="205731" y="88518"/>
                  </a:lnTo>
                  <a:lnTo>
                    <a:pt x="177291" y="117728"/>
                  </a:lnTo>
                  <a:lnTo>
                    <a:pt x="166369" y="124587"/>
                  </a:lnTo>
                  <a:lnTo>
                    <a:pt x="168020" y="126111"/>
                  </a:lnTo>
                  <a:lnTo>
                    <a:pt x="169798" y="127635"/>
                  </a:lnTo>
                  <a:lnTo>
                    <a:pt x="171450" y="129286"/>
                  </a:lnTo>
                  <a:lnTo>
                    <a:pt x="176402" y="133858"/>
                  </a:lnTo>
                  <a:lnTo>
                    <a:pt x="201040" y="114426"/>
                  </a:lnTo>
                  <a:lnTo>
                    <a:pt x="205104" y="110362"/>
                  </a:lnTo>
                  <a:lnTo>
                    <a:pt x="220090" y="89788"/>
                  </a:lnTo>
                  <a:lnTo>
                    <a:pt x="234696" y="89788"/>
                  </a:lnTo>
                  <a:lnTo>
                    <a:pt x="233806" y="88518"/>
                  </a:lnTo>
                  <a:lnTo>
                    <a:pt x="231076" y="83058"/>
                  </a:lnTo>
                  <a:lnTo>
                    <a:pt x="228219" y="77470"/>
                  </a:lnTo>
                  <a:lnTo>
                    <a:pt x="226821" y="71754"/>
                  </a:lnTo>
                  <a:lnTo>
                    <a:pt x="226821" y="38608"/>
                  </a:lnTo>
                  <a:close/>
                </a:path>
                <a:path w="307339" h="177164">
                  <a:moveTo>
                    <a:pt x="234696" y="89788"/>
                  </a:moveTo>
                  <a:lnTo>
                    <a:pt x="220090" y="89788"/>
                  </a:lnTo>
                  <a:lnTo>
                    <a:pt x="221869" y="93217"/>
                  </a:lnTo>
                  <a:lnTo>
                    <a:pt x="236981" y="111378"/>
                  </a:lnTo>
                  <a:lnTo>
                    <a:pt x="240537" y="114935"/>
                  </a:lnTo>
                  <a:lnTo>
                    <a:pt x="244630" y="118490"/>
                  </a:lnTo>
                  <a:lnTo>
                    <a:pt x="252729" y="125095"/>
                  </a:lnTo>
                  <a:lnTo>
                    <a:pt x="257047" y="128015"/>
                  </a:lnTo>
                  <a:lnTo>
                    <a:pt x="261238" y="130683"/>
                  </a:lnTo>
                  <a:lnTo>
                    <a:pt x="262763" y="129031"/>
                  </a:lnTo>
                  <a:lnTo>
                    <a:pt x="264276" y="127635"/>
                  </a:lnTo>
                  <a:lnTo>
                    <a:pt x="265811" y="126111"/>
                  </a:lnTo>
                  <a:lnTo>
                    <a:pt x="267462" y="124587"/>
                  </a:lnTo>
                  <a:lnTo>
                    <a:pt x="268985" y="123062"/>
                  </a:lnTo>
                  <a:lnTo>
                    <a:pt x="270392" y="121538"/>
                  </a:lnTo>
                  <a:lnTo>
                    <a:pt x="270727" y="121538"/>
                  </a:lnTo>
                  <a:lnTo>
                    <a:pt x="265938" y="118745"/>
                  </a:lnTo>
                  <a:lnTo>
                    <a:pt x="241807" y="98425"/>
                  </a:lnTo>
                  <a:lnTo>
                    <a:pt x="237362" y="93599"/>
                  </a:lnTo>
                  <a:lnTo>
                    <a:pt x="234696" y="89788"/>
                  </a:lnTo>
                  <a:close/>
                </a:path>
                <a:path w="307339" h="177164">
                  <a:moveTo>
                    <a:pt x="268350" y="26924"/>
                  </a:moveTo>
                  <a:lnTo>
                    <a:pt x="170814" y="26924"/>
                  </a:lnTo>
                  <a:lnTo>
                    <a:pt x="170814" y="38608"/>
                  </a:lnTo>
                  <a:lnTo>
                    <a:pt x="268350" y="38608"/>
                  </a:lnTo>
                  <a:lnTo>
                    <a:pt x="268350" y="26924"/>
                  </a:lnTo>
                  <a:close/>
                </a:path>
                <a:path w="307339" h="177164">
                  <a:moveTo>
                    <a:pt x="226821" y="4952"/>
                  </a:moveTo>
                  <a:lnTo>
                    <a:pt x="212470" y="4952"/>
                  </a:lnTo>
                  <a:lnTo>
                    <a:pt x="212470" y="26924"/>
                  </a:lnTo>
                  <a:lnTo>
                    <a:pt x="226821" y="26924"/>
                  </a:lnTo>
                  <a:lnTo>
                    <a:pt x="226821" y="4952"/>
                  </a:lnTo>
                  <a:close/>
                </a:path>
                <a:path w="307339" h="177164">
                  <a:moveTo>
                    <a:pt x="88518" y="28448"/>
                  </a:moveTo>
                  <a:lnTo>
                    <a:pt x="72262" y="28448"/>
                  </a:lnTo>
                  <a:lnTo>
                    <a:pt x="72262" y="32003"/>
                  </a:lnTo>
                  <a:lnTo>
                    <a:pt x="70231" y="35560"/>
                  </a:lnTo>
                  <a:lnTo>
                    <a:pt x="66166" y="38862"/>
                  </a:lnTo>
                  <a:lnTo>
                    <a:pt x="62102" y="42290"/>
                  </a:lnTo>
                  <a:lnTo>
                    <a:pt x="57150" y="45338"/>
                  </a:lnTo>
                  <a:lnTo>
                    <a:pt x="18795" y="59181"/>
                  </a:lnTo>
                  <a:lnTo>
                    <a:pt x="12366" y="60325"/>
                  </a:lnTo>
                  <a:lnTo>
                    <a:pt x="13162" y="60325"/>
                  </a:lnTo>
                  <a:lnTo>
                    <a:pt x="14223" y="61975"/>
                  </a:lnTo>
                  <a:lnTo>
                    <a:pt x="15366" y="63880"/>
                  </a:lnTo>
                  <a:lnTo>
                    <a:pt x="16509" y="65659"/>
                  </a:lnTo>
                  <a:lnTo>
                    <a:pt x="17652" y="67563"/>
                  </a:lnTo>
                  <a:lnTo>
                    <a:pt x="18795" y="69341"/>
                  </a:lnTo>
                  <a:lnTo>
                    <a:pt x="20065" y="71247"/>
                  </a:lnTo>
                  <a:lnTo>
                    <a:pt x="25272" y="70230"/>
                  </a:lnTo>
                  <a:lnTo>
                    <a:pt x="30860" y="68706"/>
                  </a:lnTo>
                  <a:lnTo>
                    <a:pt x="42544" y="64897"/>
                  </a:lnTo>
                  <a:lnTo>
                    <a:pt x="48259" y="62737"/>
                  </a:lnTo>
                  <a:lnTo>
                    <a:pt x="53568" y="60325"/>
                  </a:lnTo>
                  <a:lnTo>
                    <a:pt x="59308" y="57785"/>
                  </a:lnTo>
                  <a:lnTo>
                    <a:pt x="80137" y="42799"/>
                  </a:lnTo>
                  <a:lnTo>
                    <a:pt x="99455" y="42799"/>
                  </a:lnTo>
                  <a:lnTo>
                    <a:pt x="95376" y="40131"/>
                  </a:lnTo>
                  <a:lnTo>
                    <a:pt x="92709" y="37846"/>
                  </a:lnTo>
                  <a:lnTo>
                    <a:pt x="88900" y="33274"/>
                  </a:lnTo>
                  <a:lnTo>
                    <a:pt x="88137" y="30861"/>
                  </a:lnTo>
                  <a:lnTo>
                    <a:pt x="88518" y="28448"/>
                  </a:lnTo>
                  <a:close/>
                </a:path>
                <a:path w="307339" h="177164">
                  <a:moveTo>
                    <a:pt x="99455" y="42799"/>
                  </a:moveTo>
                  <a:lnTo>
                    <a:pt x="80137" y="42799"/>
                  </a:lnTo>
                  <a:lnTo>
                    <a:pt x="82253" y="45338"/>
                  </a:lnTo>
                  <a:lnTo>
                    <a:pt x="118126" y="64897"/>
                  </a:lnTo>
                  <a:lnTo>
                    <a:pt x="140588" y="70865"/>
                  </a:lnTo>
                  <a:lnTo>
                    <a:pt x="147446" y="60960"/>
                  </a:lnTo>
                  <a:lnTo>
                    <a:pt x="144271" y="60325"/>
                  </a:lnTo>
                  <a:lnTo>
                    <a:pt x="140588" y="59436"/>
                  </a:lnTo>
                  <a:lnTo>
                    <a:pt x="110108" y="48640"/>
                  </a:lnTo>
                  <a:lnTo>
                    <a:pt x="105790" y="46609"/>
                  </a:lnTo>
                  <a:lnTo>
                    <a:pt x="101981" y="44450"/>
                  </a:lnTo>
                  <a:lnTo>
                    <a:pt x="99455" y="42799"/>
                  </a:lnTo>
                  <a:close/>
                </a:path>
                <a:path w="307339" h="177164">
                  <a:moveTo>
                    <a:pt x="139826" y="17017"/>
                  </a:moveTo>
                  <a:lnTo>
                    <a:pt x="21081" y="17017"/>
                  </a:lnTo>
                  <a:lnTo>
                    <a:pt x="21081" y="28448"/>
                  </a:lnTo>
                  <a:lnTo>
                    <a:pt x="139826" y="28448"/>
                  </a:lnTo>
                  <a:lnTo>
                    <a:pt x="139826" y="17017"/>
                  </a:lnTo>
                  <a:close/>
                </a:path>
                <a:path w="307339" h="177164">
                  <a:moveTo>
                    <a:pt x="87375" y="0"/>
                  </a:moveTo>
                  <a:lnTo>
                    <a:pt x="73151" y="0"/>
                  </a:lnTo>
                  <a:lnTo>
                    <a:pt x="73151" y="17017"/>
                  </a:lnTo>
                  <a:lnTo>
                    <a:pt x="87375" y="17017"/>
                  </a:lnTo>
                  <a:lnTo>
                    <a:pt x="87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94561" y="3032125"/>
              <a:ext cx="310388" cy="1800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1461" y="3337814"/>
              <a:ext cx="189522" cy="1341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58481" y="3327908"/>
              <a:ext cx="469404" cy="1727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93036" y="3326765"/>
              <a:ext cx="317373" cy="1741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1461" y="3627373"/>
              <a:ext cx="189166" cy="1341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52055" y="3611498"/>
              <a:ext cx="1564982" cy="18237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091427" y="0"/>
              <a:ext cx="6101080" cy="6858000"/>
            </a:xfrm>
            <a:custGeom>
              <a:avLst/>
              <a:gdLst/>
              <a:ahLst/>
              <a:cxnLst/>
              <a:rect l="l" t="t" r="r" b="b"/>
              <a:pathLst>
                <a:path w="6101080" h="6858000">
                  <a:moveTo>
                    <a:pt x="610057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100572" y="6858000"/>
                  </a:lnTo>
                  <a:lnTo>
                    <a:pt x="6100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 descr="Logo  Description automatically generated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834115" y="6347459"/>
              <a:ext cx="1357883" cy="510538"/>
            </a:xfrm>
            <a:prstGeom prst="rect">
              <a:avLst/>
            </a:prstGeom>
          </p:spPr>
        </p:pic>
        <p:pic>
          <p:nvPicPr>
            <p:cNvPr id="36" name="object 36" descr="A starry night sky  Description automatically generated with medium confidence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83807" y="2249510"/>
              <a:ext cx="489203" cy="479973"/>
            </a:xfrm>
            <a:prstGeom prst="rect">
              <a:avLst/>
            </a:prstGeom>
          </p:spPr>
        </p:pic>
        <p:pic>
          <p:nvPicPr>
            <p:cNvPr id="37" name="object 37" descr="A starry night sky  Description automatically generated with medium confidence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42127" y="2239091"/>
              <a:ext cx="495399" cy="489376"/>
            </a:xfrm>
            <a:prstGeom prst="rect">
              <a:avLst/>
            </a:prstGeom>
          </p:spPr>
        </p:pic>
        <p:pic>
          <p:nvPicPr>
            <p:cNvPr id="38" name="object 38" descr="A starry night sky  Description automatically generated with medium confidence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96299" y="2318004"/>
              <a:ext cx="323088" cy="323088"/>
            </a:xfrm>
            <a:prstGeom prst="rect">
              <a:avLst/>
            </a:prstGeom>
          </p:spPr>
        </p:pic>
        <p:pic>
          <p:nvPicPr>
            <p:cNvPr id="39" name="object 39" descr="A starry night sky  Description automatically generated with medium confidence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39399" y="1996439"/>
              <a:ext cx="969263" cy="966215"/>
            </a:xfrm>
            <a:prstGeom prst="rect">
              <a:avLst/>
            </a:prstGeom>
          </p:spPr>
        </p:pic>
        <p:pic>
          <p:nvPicPr>
            <p:cNvPr id="40" name="object 40" descr="A starry night sky  Description automatically generated with medium confidence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83807" y="3660647"/>
              <a:ext cx="749808" cy="749807"/>
            </a:xfrm>
            <a:prstGeom prst="rect">
              <a:avLst/>
            </a:prstGeom>
          </p:spPr>
        </p:pic>
        <p:pic>
          <p:nvPicPr>
            <p:cNvPr id="41" name="object 41" descr="A starry night sky  Description automatically generated with medium confidence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49156" y="3640835"/>
              <a:ext cx="765048" cy="762000"/>
            </a:xfrm>
            <a:prstGeom prst="rect">
              <a:avLst/>
            </a:prstGeom>
          </p:spPr>
        </p:pic>
        <p:pic>
          <p:nvPicPr>
            <p:cNvPr id="42" name="object 42" descr="A starry night sky  Description automatically generated with medium confidence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146791" y="3777996"/>
              <a:ext cx="490727" cy="489204"/>
            </a:xfrm>
            <a:prstGeom prst="rect">
              <a:avLst/>
            </a:prstGeom>
          </p:spPr>
        </p:pic>
        <p:pic>
          <p:nvPicPr>
            <p:cNvPr id="43" name="object 43" descr="A starry night sky  Description automatically generated with medium confidence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565393" y="3780175"/>
              <a:ext cx="496892" cy="491797"/>
            </a:xfrm>
            <a:prstGeom prst="rect">
              <a:avLst/>
            </a:prstGeom>
          </p:spPr>
        </p:pic>
        <p:pic>
          <p:nvPicPr>
            <p:cNvPr id="44" name="object 44" descr="A starry night sky  Description automatically generated with medium confidence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411711" y="3631691"/>
              <a:ext cx="780288" cy="780288"/>
            </a:xfrm>
            <a:prstGeom prst="rect">
              <a:avLst/>
            </a:prstGeom>
          </p:spPr>
        </p:pic>
        <p:pic>
          <p:nvPicPr>
            <p:cNvPr id="45" name="object 45" descr="A starry night sky  Description automatically generated with medium confidence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460480" y="2112264"/>
              <a:ext cx="731520" cy="733043"/>
            </a:xfrm>
            <a:prstGeom prst="rect">
              <a:avLst/>
            </a:prstGeom>
          </p:spPr>
        </p:pic>
        <p:pic>
          <p:nvPicPr>
            <p:cNvPr id="46" name="object 46" descr="A starry night sky  Description automatically generated with medium confidence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536935" y="736091"/>
              <a:ext cx="765048" cy="7620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322820" y="1955292"/>
              <a:ext cx="1097280" cy="1047115"/>
            </a:xfrm>
            <a:custGeom>
              <a:avLst/>
              <a:gdLst/>
              <a:ahLst/>
              <a:cxnLst/>
              <a:rect l="l" t="t" r="r" b="b"/>
              <a:pathLst>
                <a:path w="1097279" h="1047114">
                  <a:moveTo>
                    <a:pt x="548639" y="0"/>
                  </a:moveTo>
                  <a:lnTo>
                    <a:pt x="498700" y="2138"/>
                  </a:lnTo>
                  <a:lnTo>
                    <a:pt x="450016" y="8432"/>
                  </a:lnTo>
                  <a:lnTo>
                    <a:pt x="402784" y="18695"/>
                  </a:lnTo>
                  <a:lnTo>
                    <a:pt x="357195" y="32744"/>
                  </a:lnTo>
                  <a:lnTo>
                    <a:pt x="313443" y="50393"/>
                  </a:lnTo>
                  <a:lnTo>
                    <a:pt x="271723" y="71458"/>
                  </a:lnTo>
                  <a:lnTo>
                    <a:pt x="232228" y="95755"/>
                  </a:lnTo>
                  <a:lnTo>
                    <a:pt x="195151" y="123099"/>
                  </a:lnTo>
                  <a:lnTo>
                    <a:pt x="160686" y="153304"/>
                  </a:lnTo>
                  <a:lnTo>
                    <a:pt x="129027" y="186188"/>
                  </a:lnTo>
                  <a:lnTo>
                    <a:pt x="100368" y="221564"/>
                  </a:lnTo>
                  <a:lnTo>
                    <a:pt x="74901" y="259249"/>
                  </a:lnTo>
                  <a:lnTo>
                    <a:pt x="52821" y="299057"/>
                  </a:lnTo>
                  <a:lnTo>
                    <a:pt x="34322" y="340805"/>
                  </a:lnTo>
                  <a:lnTo>
                    <a:pt x="19596" y="384307"/>
                  </a:lnTo>
                  <a:lnTo>
                    <a:pt x="8838" y="429379"/>
                  </a:lnTo>
                  <a:lnTo>
                    <a:pt x="2241" y="475836"/>
                  </a:lnTo>
                  <a:lnTo>
                    <a:pt x="0" y="523494"/>
                  </a:lnTo>
                  <a:lnTo>
                    <a:pt x="2241" y="571151"/>
                  </a:lnTo>
                  <a:lnTo>
                    <a:pt x="8838" y="617608"/>
                  </a:lnTo>
                  <a:lnTo>
                    <a:pt x="19596" y="662680"/>
                  </a:lnTo>
                  <a:lnTo>
                    <a:pt x="34322" y="706182"/>
                  </a:lnTo>
                  <a:lnTo>
                    <a:pt x="52821" y="747930"/>
                  </a:lnTo>
                  <a:lnTo>
                    <a:pt x="74901" y="787738"/>
                  </a:lnTo>
                  <a:lnTo>
                    <a:pt x="100368" y="825423"/>
                  </a:lnTo>
                  <a:lnTo>
                    <a:pt x="129027" y="860799"/>
                  </a:lnTo>
                  <a:lnTo>
                    <a:pt x="160686" y="893683"/>
                  </a:lnTo>
                  <a:lnTo>
                    <a:pt x="195151" y="923888"/>
                  </a:lnTo>
                  <a:lnTo>
                    <a:pt x="232228" y="951232"/>
                  </a:lnTo>
                  <a:lnTo>
                    <a:pt x="271723" y="975529"/>
                  </a:lnTo>
                  <a:lnTo>
                    <a:pt x="313443" y="996594"/>
                  </a:lnTo>
                  <a:lnTo>
                    <a:pt x="357195" y="1014243"/>
                  </a:lnTo>
                  <a:lnTo>
                    <a:pt x="402784" y="1028292"/>
                  </a:lnTo>
                  <a:lnTo>
                    <a:pt x="450016" y="1038555"/>
                  </a:lnTo>
                  <a:lnTo>
                    <a:pt x="498700" y="1044849"/>
                  </a:lnTo>
                  <a:lnTo>
                    <a:pt x="548639" y="1046988"/>
                  </a:lnTo>
                  <a:lnTo>
                    <a:pt x="598579" y="1044849"/>
                  </a:lnTo>
                  <a:lnTo>
                    <a:pt x="647263" y="1038555"/>
                  </a:lnTo>
                  <a:lnTo>
                    <a:pt x="694495" y="1028292"/>
                  </a:lnTo>
                  <a:lnTo>
                    <a:pt x="740084" y="1014243"/>
                  </a:lnTo>
                  <a:lnTo>
                    <a:pt x="783836" y="996594"/>
                  </a:lnTo>
                  <a:lnTo>
                    <a:pt x="825556" y="975529"/>
                  </a:lnTo>
                  <a:lnTo>
                    <a:pt x="865051" y="951232"/>
                  </a:lnTo>
                  <a:lnTo>
                    <a:pt x="902128" y="923888"/>
                  </a:lnTo>
                  <a:lnTo>
                    <a:pt x="936593" y="893683"/>
                  </a:lnTo>
                  <a:lnTo>
                    <a:pt x="968252" y="860799"/>
                  </a:lnTo>
                  <a:lnTo>
                    <a:pt x="996911" y="825423"/>
                  </a:lnTo>
                  <a:lnTo>
                    <a:pt x="1022378" y="787738"/>
                  </a:lnTo>
                  <a:lnTo>
                    <a:pt x="1044458" y="747930"/>
                  </a:lnTo>
                  <a:lnTo>
                    <a:pt x="1062957" y="706182"/>
                  </a:lnTo>
                  <a:lnTo>
                    <a:pt x="1077683" y="662680"/>
                  </a:lnTo>
                  <a:lnTo>
                    <a:pt x="1088441" y="617608"/>
                  </a:lnTo>
                  <a:lnTo>
                    <a:pt x="1095038" y="571151"/>
                  </a:lnTo>
                  <a:lnTo>
                    <a:pt x="1097279" y="523494"/>
                  </a:lnTo>
                  <a:lnTo>
                    <a:pt x="1095038" y="475836"/>
                  </a:lnTo>
                  <a:lnTo>
                    <a:pt x="1088441" y="429379"/>
                  </a:lnTo>
                  <a:lnTo>
                    <a:pt x="1077683" y="384307"/>
                  </a:lnTo>
                  <a:lnTo>
                    <a:pt x="1062957" y="340805"/>
                  </a:lnTo>
                  <a:lnTo>
                    <a:pt x="1044458" y="299057"/>
                  </a:lnTo>
                  <a:lnTo>
                    <a:pt x="1022378" y="259249"/>
                  </a:lnTo>
                  <a:lnTo>
                    <a:pt x="996911" y="221564"/>
                  </a:lnTo>
                  <a:lnTo>
                    <a:pt x="968252" y="186188"/>
                  </a:lnTo>
                  <a:lnTo>
                    <a:pt x="936593" y="153304"/>
                  </a:lnTo>
                  <a:lnTo>
                    <a:pt x="902128" y="123099"/>
                  </a:lnTo>
                  <a:lnTo>
                    <a:pt x="865051" y="95755"/>
                  </a:lnTo>
                  <a:lnTo>
                    <a:pt x="825556" y="71458"/>
                  </a:lnTo>
                  <a:lnTo>
                    <a:pt x="783836" y="50393"/>
                  </a:lnTo>
                  <a:lnTo>
                    <a:pt x="740084" y="32744"/>
                  </a:lnTo>
                  <a:lnTo>
                    <a:pt x="694495" y="18695"/>
                  </a:lnTo>
                  <a:lnTo>
                    <a:pt x="647263" y="8432"/>
                  </a:lnTo>
                  <a:lnTo>
                    <a:pt x="598579" y="2138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 descr="A starry night sky  Description automatically generated with medium confidence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535668" y="5494063"/>
              <a:ext cx="323087" cy="31237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085332" y="765047"/>
              <a:ext cx="6106795" cy="5114925"/>
            </a:xfrm>
            <a:custGeom>
              <a:avLst/>
              <a:gdLst/>
              <a:ahLst/>
              <a:cxnLst/>
              <a:rect l="l" t="t" r="r" b="b"/>
              <a:pathLst>
                <a:path w="6106795" h="5114925">
                  <a:moveTo>
                    <a:pt x="490715" y="4880610"/>
                  </a:moveTo>
                  <a:lnTo>
                    <a:pt x="485736" y="4833480"/>
                  </a:lnTo>
                  <a:lnTo>
                    <a:pt x="471436" y="4789576"/>
                  </a:lnTo>
                  <a:lnTo>
                    <a:pt x="448818" y="4749838"/>
                  </a:lnTo>
                  <a:lnTo>
                    <a:pt x="418858" y="4715218"/>
                  </a:lnTo>
                  <a:lnTo>
                    <a:pt x="382536" y="4686643"/>
                  </a:lnTo>
                  <a:lnTo>
                    <a:pt x="340868" y="4665065"/>
                  </a:lnTo>
                  <a:lnTo>
                    <a:pt x="294805" y="4651438"/>
                  </a:lnTo>
                  <a:lnTo>
                    <a:pt x="245364" y="4646676"/>
                  </a:lnTo>
                  <a:lnTo>
                    <a:pt x="195910" y="4651438"/>
                  </a:lnTo>
                  <a:lnTo>
                    <a:pt x="149847" y="4665065"/>
                  </a:lnTo>
                  <a:lnTo>
                    <a:pt x="108178" y="4686643"/>
                  </a:lnTo>
                  <a:lnTo>
                    <a:pt x="71856" y="4715218"/>
                  </a:lnTo>
                  <a:lnTo>
                    <a:pt x="41897" y="4749838"/>
                  </a:lnTo>
                  <a:lnTo>
                    <a:pt x="19278" y="4789576"/>
                  </a:lnTo>
                  <a:lnTo>
                    <a:pt x="4978" y="4833480"/>
                  </a:lnTo>
                  <a:lnTo>
                    <a:pt x="0" y="4880610"/>
                  </a:lnTo>
                  <a:lnTo>
                    <a:pt x="4978" y="4927765"/>
                  </a:lnTo>
                  <a:lnTo>
                    <a:pt x="19278" y="4971669"/>
                  </a:lnTo>
                  <a:lnTo>
                    <a:pt x="41897" y="5011407"/>
                  </a:lnTo>
                  <a:lnTo>
                    <a:pt x="71856" y="5046027"/>
                  </a:lnTo>
                  <a:lnTo>
                    <a:pt x="108178" y="5074602"/>
                  </a:lnTo>
                  <a:lnTo>
                    <a:pt x="149847" y="5096167"/>
                  </a:lnTo>
                  <a:lnTo>
                    <a:pt x="195910" y="5109794"/>
                  </a:lnTo>
                  <a:lnTo>
                    <a:pt x="245364" y="5114544"/>
                  </a:lnTo>
                  <a:lnTo>
                    <a:pt x="294805" y="5109794"/>
                  </a:lnTo>
                  <a:lnTo>
                    <a:pt x="340868" y="5096167"/>
                  </a:lnTo>
                  <a:lnTo>
                    <a:pt x="382536" y="5074602"/>
                  </a:lnTo>
                  <a:lnTo>
                    <a:pt x="418858" y="5046027"/>
                  </a:lnTo>
                  <a:lnTo>
                    <a:pt x="448818" y="5011407"/>
                  </a:lnTo>
                  <a:lnTo>
                    <a:pt x="471436" y="4971669"/>
                  </a:lnTo>
                  <a:lnTo>
                    <a:pt x="485736" y="4927765"/>
                  </a:lnTo>
                  <a:lnTo>
                    <a:pt x="490715" y="4880610"/>
                  </a:lnTo>
                  <a:close/>
                </a:path>
                <a:path w="6106795" h="5114925">
                  <a:moveTo>
                    <a:pt x="4424172" y="4880610"/>
                  </a:moveTo>
                  <a:lnTo>
                    <a:pt x="4419181" y="4833480"/>
                  </a:lnTo>
                  <a:lnTo>
                    <a:pt x="4404880" y="4789576"/>
                  </a:lnTo>
                  <a:lnTo>
                    <a:pt x="4382262" y="4749838"/>
                  </a:lnTo>
                  <a:lnTo>
                    <a:pt x="4352302" y="4715218"/>
                  </a:lnTo>
                  <a:lnTo>
                    <a:pt x="4315980" y="4686643"/>
                  </a:lnTo>
                  <a:lnTo>
                    <a:pt x="4274312" y="4665065"/>
                  </a:lnTo>
                  <a:lnTo>
                    <a:pt x="4228249" y="4651438"/>
                  </a:lnTo>
                  <a:lnTo>
                    <a:pt x="4178808" y="4646676"/>
                  </a:lnTo>
                  <a:lnTo>
                    <a:pt x="4129354" y="4651438"/>
                  </a:lnTo>
                  <a:lnTo>
                    <a:pt x="4083291" y="4665065"/>
                  </a:lnTo>
                  <a:lnTo>
                    <a:pt x="4041622" y="4686643"/>
                  </a:lnTo>
                  <a:lnTo>
                    <a:pt x="4005300" y="4715218"/>
                  </a:lnTo>
                  <a:lnTo>
                    <a:pt x="3975341" y="4749838"/>
                  </a:lnTo>
                  <a:lnTo>
                    <a:pt x="3952722" y="4789576"/>
                  </a:lnTo>
                  <a:lnTo>
                    <a:pt x="3938422" y="4833480"/>
                  </a:lnTo>
                  <a:lnTo>
                    <a:pt x="3933444" y="4880610"/>
                  </a:lnTo>
                  <a:lnTo>
                    <a:pt x="3938422" y="4927765"/>
                  </a:lnTo>
                  <a:lnTo>
                    <a:pt x="3952722" y="4971669"/>
                  </a:lnTo>
                  <a:lnTo>
                    <a:pt x="3975341" y="5011407"/>
                  </a:lnTo>
                  <a:lnTo>
                    <a:pt x="4005300" y="5046027"/>
                  </a:lnTo>
                  <a:lnTo>
                    <a:pt x="4041622" y="5074602"/>
                  </a:lnTo>
                  <a:lnTo>
                    <a:pt x="4083291" y="5096167"/>
                  </a:lnTo>
                  <a:lnTo>
                    <a:pt x="4129354" y="5109794"/>
                  </a:lnTo>
                  <a:lnTo>
                    <a:pt x="4178808" y="5114544"/>
                  </a:lnTo>
                  <a:lnTo>
                    <a:pt x="4228249" y="5109794"/>
                  </a:lnTo>
                  <a:lnTo>
                    <a:pt x="4274312" y="5096167"/>
                  </a:lnTo>
                  <a:lnTo>
                    <a:pt x="4315980" y="5074602"/>
                  </a:lnTo>
                  <a:lnTo>
                    <a:pt x="4352302" y="5046027"/>
                  </a:lnTo>
                  <a:lnTo>
                    <a:pt x="4382262" y="5011407"/>
                  </a:lnTo>
                  <a:lnTo>
                    <a:pt x="4404880" y="4971669"/>
                  </a:lnTo>
                  <a:lnTo>
                    <a:pt x="4419181" y="4927765"/>
                  </a:lnTo>
                  <a:lnTo>
                    <a:pt x="4424172" y="4880610"/>
                  </a:lnTo>
                  <a:close/>
                </a:path>
                <a:path w="6106795" h="5114925">
                  <a:moveTo>
                    <a:pt x="6106668" y="297192"/>
                  </a:moveTo>
                  <a:lnTo>
                    <a:pt x="6088367" y="234048"/>
                  </a:lnTo>
                  <a:lnTo>
                    <a:pt x="6069190" y="194221"/>
                  </a:lnTo>
                  <a:lnTo>
                    <a:pt x="6045327" y="157124"/>
                  </a:lnTo>
                  <a:lnTo>
                    <a:pt x="6017145" y="123101"/>
                  </a:lnTo>
                  <a:lnTo>
                    <a:pt x="5985014" y="92506"/>
                  </a:lnTo>
                  <a:lnTo>
                    <a:pt x="5949302" y="65671"/>
                  </a:lnTo>
                  <a:lnTo>
                    <a:pt x="5910351" y="42951"/>
                  </a:lnTo>
                  <a:lnTo>
                    <a:pt x="5868530" y="24676"/>
                  </a:lnTo>
                  <a:lnTo>
                    <a:pt x="5824207" y="11201"/>
                  </a:lnTo>
                  <a:lnTo>
                    <a:pt x="5777725" y="2857"/>
                  </a:lnTo>
                  <a:lnTo>
                    <a:pt x="5729478" y="0"/>
                  </a:lnTo>
                  <a:lnTo>
                    <a:pt x="5681218" y="2857"/>
                  </a:lnTo>
                  <a:lnTo>
                    <a:pt x="5634736" y="11201"/>
                  </a:lnTo>
                  <a:lnTo>
                    <a:pt x="5590413" y="24676"/>
                  </a:lnTo>
                  <a:lnTo>
                    <a:pt x="5548592" y="42951"/>
                  </a:lnTo>
                  <a:lnTo>
                    <a:pt x="5509641" y="65671"/>
                  </a:lnTo>
                  <a:lnTo>
                    <a:pt x="5473928" y="92506"/>
                  </a:lnTo>
                  <a:lnTo>
                    <a:pt x="5441797" y="123101"/>
                  </a:lnTo>
                  <a:lnTo>
                    <a:pt x="5413616" y="157124"/>
                  </a:lnTo>
                  <a:lnTo>
                    <a:pt x="5389753" y="194221"/>
                  </a:lnTo>
                  <a:lnTo>
                    <a:pt x="5370576" y="234048"/>
                  </a:lnTo>
                  <a:lnTo>
                    <a:pt x="5356415" y="276275"/>
                  </a:lnTo>
                  <a:lnTo>
                    <a:pt x="5347665" y="320548"/>
                  </a:lnTo>
                  <a:lnTo>
                    <a:pt x="5344668" y="366522"/>
                  </a:lnTo>
                  <a:lnTo>
                    <a:pt x="5347665" y="412508"/>
                  </a:lnTo>
                  <a:lnTo>
                    <a:pt x="5356415" y="456780"/>
                  </a:lnTo>
                  <a:lnTo>
                    <a:pt x="5370576" y="499008"/>
                  </a:lnTo>
                  <a:lnTo>
                    <a:pt x="5389753" y="538835"/>
                  </a:lnTo>
                  <a:lnTo>
                    <a:pt x="5413616" y="575932"/>
                  </a:lnTo>
                  <a:lnTo>
                    <a:pt x="5441797" y="609955"/>
                  </a:lnTo>
                  <a:lnTo>
                    <a:pt x="5473928" y="640549"/>
                  </a:lnTo>
                  <a:lnTo>
                    <a:pt x="5509641" y="667385"/>
                  </a:lnTo>
                  <a:lnTo>
                    <a:pt x="5548592" y="690105"/>
                  </a:lnTo>
                  <a:lnTo>
                    <a:pt x="5590413" y="708380"/>
                  </a:lnTo>
                  <a:lnTo>
                    <a:pt x="5634736" y="721855"/>
                  </a:lnTo>
                  <a:lnTo>
                    <a:pt x="5681218" y="730199"/>
                  </a:lnTo>
                  <a:lnTo>
                    <a:pt x="5729478" y="733044"/>
                  </a:lnTo>
                  <a:lnTo>
                    <a:pt x="5777725" y="730199"/>
                  </a:lnTo>
                  <a:lnTo>
                    <a:pt x="5824207" y="721855"/>
                  </a:lnTo>
                  <a:lnTo>
                    <a:pt x="5868530" y="708380"/>
                  </a:lnTo>
                  <a:lnTo>
                    <a:pt x="5910351" y="690105"/>
                  </a:lnTo>
                  <a:lnTo>
                    <a:pt x="5949302" y="667385"/>
                  </a:lnTo>
                  <a:lnTo>
                    <a:pt x="5985014" y="640549"/>
                  </a:lnTo>
                  <a:lnTo>
                    <a:pt x="6017145" y="609955"/>
                  </a:lnTo>
                  <a:lnTo>
                    <a:pt x="6045327" y="575932"/>
                  </a:lnTo>
                  <a:lnTo>
                    <a:pt x="6069190" y="538835"/>
                  </a:lnTo>
                  <a:lnTo>
                    <a:pt x="6088367" y="499008"/>
                  </a:lnTo>
                  <a:lnTo>
                    <a:pt x="6102528" y="456780"/>
                  </a:lnTo>
                  <a:lnTo>
                    <a:pt x="6106668" y="435864"/>
                  </a:lnTo>
                  <a:lnTo>
                    <a:pt x="6106668" y="297192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372599" y="1117091"/>
              <a:ext cx="2058035" cy="14604"/>
            </a:xfrm>
            <a:custGeom>
              <a:avLst/>
              <a:gdLst/>
              <a:ahLst/>
              <a:cxnLst/>
              <a:rect l="l" t="t" r="r" b="b"/>
              <a:pathLst>
                <a:path w="2058034" h="14605">
                  <a:moveTo>
                    <a:pt x="2057907" y="1435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73012" y="2484120"/>
              <a:ext cx="4869815" cy="0"/>
            </a:xfrm>
            <a:custGeom>
              <a:avLst/>
              <a:gdLst/>
              <a:ahLst/>
              <a:cxnLst/>
              <a:rect l="l" t="t" r="r" b="b"/>
              <a:pathLst>
                <a:path w="4869815">
                  <a:moveTo>
                    <a:pt x="4869434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76059" y="4021835"/>
              <a:ext cx="4835525" cy="1630045"/>
            </a:xfrm>
            <a:custGeom>
              <a:avLst/>
              <a:gdLst/>
              <a:ahLst/>
              <a:cxnLst/>
              <a:rect l="l" t="t" r="r" b="b"/>
              <a:pathLst>
                <a:path w="4835525" h="1630045">
                  <a:moveTo>
                    <a:pt x="4835271" y="0"/>
                  </a:moveTo>
                  <a:lnTo>
                    <a:pt x="257556" y="13081"/>
                  </a:lnTo>
                </a:path>
                <a:path w="4835525" h="1630045">
                  <a:moveTo>
                    <a:pt x="3419475" y="1629765"/>
                  </a:moveTo>
                  <a:lnTo>
                    <a:pt x="0" y="1623060"/>
                  </a:lnTo>
                </a:path>
              </a:pathLst>
            </a:custGeom>
            <a:ln w="9525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881872" y="880871"/>
              <a:ext cx="2447925" cy="3432175"/>
            </a:xfrm>
            <a:custGeom>
              <a:avLst/>
              <a:gdLst/>
              <a:ahLst/>
              <a:cxnLst/>
              <a:rect l="l" t="t" r="r" b="b"/>
              <a:pathLst>
                <a:path w="2447925" h="3432175">
                  <a:moveTo>
                    <a:pt x="496824" y="236220"/>
                  </a:moveTo>
                  <a:lnTo>
                    <a:pt x="491769" y="188633"/>
                  </a:lnTo>
                  <a:lnTo>
                    <a:pt x="477291" y="144297"/>
                  </a:lnTo>
                  <a:lnTo>
                    <a:pt x="454380" y="104165"/>
                  </a:lnTo>
                  <a:lnTo>
                    <a:pt x="424040" y="69202"/>
                  </a:lnTo>
                  <a:lnTo>
                    <a:pt x="387273" y="40360"/>
                  </a:lnTo>
                  <a:lnTo>
                    <a:pt x="345084" y="18580"/>
                  </a:lnTo>
                  <a:lnTo>
                    <a:pt x="298462" y="4800"/>
                  </a:lnTo>
                  <a:lnTo>
                    <a:pt x="248412" y="0"/>
                  </a:lnTo>
                  <a:lnTo>
                    <a:pt x="198348" y="4800"/>
                  </a:lnTo>
                  <a:lnTo>
                    <a:pt x="151726" y="18580"/>
                  </a:lnTo>
                  <a:lnTo>
                    <a:pt x="109537" y="40360"/>
                  </a:lnTo>
                  <a:lnTo>
                    <a:pt x="72771" y="69202"/>
                  </a:lnTo>
                  <a:lnTo>
                    <a:pt x="42430" y="104165"/>
                  </a:lnTo>
                  <a:lnTo>
                    <a:pt x="19519" y="144297"/>
                  </a:lnTo>
                  <a:lnTo>
                    <a:pt x="5041" y="188633"/>
                  </a:lnTo>
                  <a:lnTo>
                    <a:pt x="0" y="236220"/>
                  </a:lnTo>
                  <a:lnTo>
                    <a:pt x="5041" y="283819"/>
                  </a:lnTo>
                  <a:lnTo>
                    <a:pt x="19519" y="328155"/>
                  </a:lnTo>
                  <a:lnTo>
                    <a:pt x="42430" y="368287"/>
                  </a:lnTo>
                  <a:lnTo>
                    <a:pt x="72771" y="403250"/>
                  </a:lnTo>
                  <a:lnTo>
                    <a:pt x="109537" y="432092"/>
                  </a:lnTo>
                  <a:lnTo>
                    <a:pt x="151726" y="453872"/>
                  </a:lnTo>
                  <a:lnTo>
                    <a:pt x="198348" y="467652"/>
                  </a:lnTo>
                  <a:lnTo>
                    <a:pt x="248412" y="472440"/>
                  </a:lnTo>
                  <a:lnTo>
                    <a:pt x="298462" y="467652"/>
                  </a:lnTo>
                  <a:lnTo>
                    <a:pt x="345084" y="453872"/>
                  </a:lnTo>
                  <a:lnTo>
                    <a:pt x="387286" y="432092"/>
                  </a:lnTo>
                  <a:lnTo>
                    <a:pt x="424053" y="403250"/>
                  </a:lnTo>
                  <a:lnTo>
                    <a:pt x="454380" y="368287"/>
                  </a:lnTo>
                  <a:lnTo>
                    <a:pt x="477291" y="328155"/>
                  </a:lnTo>
                  <a:lnTo>
                    <a:pt x="491769" y="283819"/>
                  </a:lnTo>
                  <a:lnTo>
                    <a:pt x="496824" y="236220"/>
                  </a:lnTo>
                  <a:close/>
                </a:path>
                <a:path w="2447925" h="3432175">
                  <a:moveTo>
                    <a:pt x="2447544" y="3140964"/>
                  </a:moveTo>
                  <a:lnTo>
                    <a:pt x="2443543" y="3093745"/>
                  </a:lnTo>
                  <a:lnTo>
                    <a:pt x="2431961" y="3048952"/>
                  </a:lnTo>
                  <a:lnTo>
                    <a:pt x="2413431" y="3007195"/>
                  </a:lnTo>
                  <a:lnTo>
                    <a:pt x="2388590" y="2969056"/>
                  </a:lnTo>
                  <a:lnTo>
                    <a:pt x="2358047" y="2935135"/>
                  </a:lnTo>
                  <a:lnTo>
                    <a:pt x="2322449" y="2906039"/>
                  </a:lnTo>
                  <a:lnTo>
                    <a:pt x="2282406" y="2882366"/>
                  </a:lnTo>
                  <a:lnTo>
                    <a:pt x="2238565" y="2864726"/>
                  </a:lnTo>
                  <a:lnTo>
                    <a:pt x="2191550" y="2853690"/>
                  </a:lnTo>
                  <a:lnTo>
                    <a:pt x="2141982" y="2849880"/>
                  </a:lnTo>
                  <a:lnTo>
                    <a:pt x="2092401" y="2853690"/>
                  </a:lnTo>
                  <a:lnTo>
                    <a:pt x="2045385" y="2864726"/>
                  </a:lnTo>
                  <a:lnTo>
                    <a:pt x="2001545" y="2882366"/>
                  </a:lnTo>
                  <a:lnTo>
                    <a:pt x="1961502" y="2906039"/>
                  </a:lnTo>
                  <a:lnTo>
                    <a:pt x="1925904" y="2935135"/>
                  </a:lnTo>
                  <a:lnTo>
                    <a:pt x="1895360" y="2969056"/>
                  </a:lnTo>
                  <a:lnTo>
                    <a:pt x="1870519" y="3007195"/>
                  </a:lnTo>
                  <a:lnTo>
                    <a:pt x="1851990" y="3048952"/>
                  </a:lnTo>
                  <a:lnTo>
                    <a:pt x="1840407" y="3093745"/>
                  </a:lnTo>
                  <a:lnTo>
                    <a:pt x="1836420" y="3140964"/>
                  </a:lnTo>
                  <a:lnTo>
                    <a:pt x="1840407" y="3188195"/>
                  </a:lnTo>
                  <a:lnTo>
                    <a:pt x="1851990" y="3232988"/>
                  </a:lnTo>
                  <a:lnTo>
                    <a:pt x="1870519" y="3274745"/>
                  </a:lnTo>
                  <a:lnTo>
                    <a:pt x="1895360" y="3312884"/>
                  </a:lnTo>
                  <a:lnTo>
                    <a:pt x="1925904" y="3346805"/>
                  </a:lnTo>
                  <a:lnTo>
                    <a:pt x="1961502" y="3375901"/>
                  </a:lnTo>
                  <a:lnTo>
                    <a:pt x="2001545" y="3399574"/>
                  </a:lnTo>
                  <a:lnTo>
                    <a:pt x="2045385" y="3417214"/>
                  </a:lnTo>
                  <a:lnTo>
                    <a:pt x="2092401" y="3428250"/>
                  </a:lnTo>
                  <a:lnTo>
                    <a:pt x="2141982" y="3432048"/>
                  </a:lnTo>
                  <a:lnTo>
                    <a:pt x="2191550" y="3428250"/>
                  </a:lnTo>
                  <a:lnTo>
                    <a:pt x="2238565" y="3417214"/>
                  </a:lnTo>
                  <a:lnTo>
                    <a:pt x="2282406" y="3399574"/>
                  </a:lnTo>
                  <a:lnTo>
                    <a:pt x="2322449" y="3375901"/>
                  </a:lnTo>
                  <a:lnTo>
                    <a:pt x="2358047" y="3346805"/>
                  </a:lnTo>
                  <a:lnTo>
                    <a:pt x="2388590" y="3312884"/>
                  </a:lnTo>
                  <a:lnTo>
                    <a:pt x="2413431" y="3274745"/>
                  </a:lnTo>
                  <a:lnTo>
                    <a:pt x="2431961" y="3232988"/>
                  </a:lnTo>
                  <a:lnTo>
                    <a:pt x="2443543" y="3188195"/>
                  </a:lnTo>
                  <a:lnTo>
                    <a:pt x="2447544" y="3140964"/>
                  </a:lnTo>
                  <a:close/>
                </a:path>
              </a:pathLst>
            </a:custGeom>
            <a:solidFill>
              <a:srgbClr val="0E28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28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Logo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3055620"/>
            <a:ext cx="3048000" cy="7010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927" y="426720"/>
            <a:ext cx="1745488" cy="3840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007600" y="4328160"/>
            <a:ext cx="192024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40179" y="0"/>
                </a:lnTo>
              </a:path>
            </a:pathLst>
          </a:custGeom>
          <a:ln w="3175">
            <a:solidFill>
              <a:srgbClr val="F1F1F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33717" y="1357883"/>
            <a:ext cx="7400884" cy="83691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5333" spc="-40" dirty="0" err="1">
                <a:solidFill>
                  <a:srgbClr val="C5252F"/>
                </a:solidFill>
                <a:latin typeface="Bodoni MT Black"/>
                <a:cs typeface="Bodoni MT Black"/>
              </a:rPr>
              <a:t>Jamcracker</a:t>
            </a:r>
            <a:r>
              <a:rPr lang="en-US" sz="5333" spc="-40" dirty="0">
                <a:solidFill>
                  <a:srgbClr val="C5252F"/>
                </a:solidFill>
                <a:latin typeface="Bodoni MT Black"/>
                <a:cs typeface="Bodoni MT Black"/>
              </a:rPr>
              <a:t> </a:t>
            </a:r>
            <a:r>
              <a:rPr lang="ko-KR" altLang="en-US" sz="5333" spc="-40" dirty="0">
                <a:solidFill>
                  <a:srgbClr val="C5252F"/>
                </a:solidFill>
                <a:latin typeface="Bodoni MT Black"/>
                <a:cs typeface="Bodoni MT Black"/>
              </a:rPr>
              <a:t>소개 시작</a:t>
            </a:r>
            <a:endParaRPr sz="5333" dirty="0">
              <a:latin typeface="Bodoni MT Black"/>
              <a:cs typeface="Bodoni MT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57119" y="4104639"/>
            <a:ext cx="1389380" cy="2057400"/>
            <a:chOff x="1767839" y="3078479"/>
            <a:chExt cx="1042035" cy="15430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7839" y="3078479"/>
              <a:ext cx="1041653" cy="8374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699" y="3764279"/>
              <a:ext cx="995934" cy="85725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76112" y="4086352"/>
            <a:ext cx="1424093" cy="2076027"/>
            <a:chOff x="4482084" y="3064764"/>
            <a:chExt cx="1068070" cy="15570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5612" y="3064764"/>
              <a:ext cx="1006601" cy="86639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2084" y="3819144"/>
              <a:ext cx="1067562" cy="80238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404955" y="4605529"/>
            <a:ext cx="249428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CLOUD</a:t>
            </a:r>
            <a:r>
              <a:rPr sz="1333" u="sng" spc="-73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SERVICES</a:t>
            </a:r>
            <a:r>
              <a:rPr sz="1333" u="sng" spc="-7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spc="-13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BROKERAGE</a:t>
            </a:r>
            <a:endParaRPr sz="1333" dirty="0">
              <a:latin typeface="Perpetua Titling MT"/>
              <a:cs typeface="Perpetua Titling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4955" y="5528801"/>
            <a:ext cx="1891453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CLOUD</a:t>
            </a:r>
            <a:r>
              <a:rPr sz="1333" u="sng" spc="-33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spc="-13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GOVERNANCE</a:t>
            </a:r>
            <a:endParaRPr sz="1333">
              <a:latin typeface="Perpetua Titling MT"/>
              <a:cs typeface="Perpetua Titling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7785" y="4605529"/>
            <a:ext cx="252476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MICROSOFT</a:t>
            </a:r>
            <a:r>
              <a:rPr sz="1333" u="sng" spc="-47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CSP</a:t>
            </a:r>
            <a:r>
              <a:rPr sz="1333" u="sng" spc="-40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spc="-13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ENABLEMENT</a:t>
            </a:r>
            <a:endParaRPr sz="1333" dirty="0">
              <a:latin typeface="Perpetua Titling MT"/>
              <a:cs typeface="Perpetua Titling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87786" y="5528801"/>
            <a:ext cx="2608580" cy="22136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HYBRID</a:t>
            </a:r>
            <a:r>
              <a:rPr sz="1333" u="sng" spc="-40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CLOUD</a:t>
            </a:r>
            <a:r>
              <a:rPr sz="1333" u="sng" spc="-40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 </a:t>
            </a:r>
            <a:r>
              <a:rPr sz="1333" u="sng" spc="-13" dirty="0">
                <a:uFill>
                  <a:solidFill>
                    <a:srgbClr val="000000"/>
                  </a:solidFill>
                </a:uFill>
                <a:latin typeface="Perpetua Titling MT"/>
                <a:cs typeface="Perpetua Titling MT"/>
              </a:rPr>
              <a:t>MANAGEMENT</a:t>
            </a:r>
            <a:endParaRPr sz="1333" dirty="0">
              <a:latin typeface="Perpetua Titling MT"/>
              <a:cs typeface="Perpetua Titling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99120" y="4088384"/>
            <a:ext cx="1452880" cy="5405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623465" y="793496"/>
            <a:ext cx="1356359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800" dirty="0">
                <a:solidFill>
                  <a:srgbClr val="001217"/>
                </a:solidFill>
                <a:latin typeface="Palatino Linotype"/>
                <a:cs typeface="Palatino Linotype"/>
              </a:rPr>
              <a:t>OSC</a:t>
            </a:r>
            <a:r>
              <a:rPr sz="800" spc="-13" dirty="0">
                <a:solidFill>
                  <a:srgbClr val="001217"/>
                </a:solidFill>
                <a:latin typeface="Palatino Linotype"/>
                <a:cs typeface="Palatino Linotype"/>
              </a:rPr>
              <a:t> </a:t>
            </a:r>
            <a:r>
              <a:rPr sz="800" dirty="0">
                <a:solidFill>
                  <a:srgbClr val="001217"/>
                </a:solidFill>
                <a:latin typeface="Palatino Linotype"/>
                <a:cs typeface="Palatino Linotype"/>
              </a:rPr>
              <a:t>ASIA</a:t>
            </a:r>
            <a:r>
              <a:rPr sz="800" spc="-40" dirty="0">
                <a:solidFill>
                  <a:srgbClr val="001217"/>
                </a:solidFill>
                <a:latin typeface="Palatino Linotype"/>
                <a:cs typeface="Palatino Linotype"/>
              </a:rPr>
              <a:t> </a:t>
            </a:r>
            <a:r>
              <a:rPr sz="800" dirty="0">
                <a:solidFill>
                  <a:srgbClr val="001217"/>
                </a:solidFill>
                <a:latin typeface="Palatino Linotype"/>
                <a:cs typeface="Palatino Linotype"/>
              </a:rPr>
              <a:t>GROUP </a:t>
            </a:r>
            <a:r>
              <a:rPr sz="800" spc="-13" dirty="0">
                <a:solidFill>
                  <a:srgbClr val="001217"/>
                </a:solidFill>
                <a:latin typeface="Palatino Linotype"/>
                <a:cs typeface="Palatino Linotype"/>
              </a:rPr>
              <a:t>LIMITED</a:t>
            </a:r>
            <a:endParaRPr sz="800">
              <a:latin typeface="Palatino Linotype"/>
              <a:cs typeface="Palatino Linotyp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43920" y="235712"/>
            <a:ext cx="512064" cy="516128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475138" y="6570268"/>
            <a:ext cx="761153" cy="149013"/>
            <a:chOff x="4856353" y="4927701"/>
            <a:chExt cx="570865" cy="11176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56353" y="4927701"/>
              <a:ext cx="361696" cy="11125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55057" y="4927701"/>
              <a:ext cx="272034" cy="11125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130795" y="6535047"/>
            <a:ext cx="4949613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@</a:t>
            </a:r>
            <a:r>
              <a:rPr sz="1067" spc="-20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OSC</a:t>
            </a:r>
            <a:r>
              <a:rPr sz="1067" spc="-7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Korea</a:t>
            </a:r>
            <a:r>
              <a:rPr sz="1067" spc="-20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&amp;</a:t>
            </a:r>
            <a:r>
              <a:rPr sz="1067" spc="-7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OSC Asia</a:t>
            </a:r>
            <a:r>
              <a:rPr sz="1067" spc="-13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Group</a:t>
            </a:r>
            <a:r>
              <a:rPr sz="1067" spc="-27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aramond"/>
                <a:cs typeface="Garamond"/>
                <a:hlinkClick r:id="rId11"/>
              </a:rPr>
              <a:t>jerry@osckorea.com</a:t>
            </a:r>
            <a:r>
              <a:rPr sz="1067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aramond"/>
                <a:cs typeface="Garamond"/>
              </a:rPr>
              <a:t> </a:t>
            </a:r>
            <a:r>
              <a:rPr sz="1067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aramond"/>
                <a:cs typeface="Garamond"/>
                <a:hlinkClick r:id="rId12"/>
              </a:rPr>
              <a:t>jerry@oscasia.net</a:t>
            </a:r>
            <a:r>
              <a:rPr sz="1067" spc="27" dirty="0">
                <a:solidFill>
                  <a:srgbClr val="0000FF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+82</a:t>
            </a:r>
            <a:r>
              <a:rPr sz="1067" spc="-20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10</a:t>
            </a:r>
            <a:r>
              <a:rPr sz="1067" spc="-13" dirty="0">
                <a:solidFill>
                  <a:srgbClr val="44536A"/>
                </a:solidFill>
                <a:latin typeface="Garamond"/>
                <a:cs typeface="Garamond"/>
              </a:rPr>
              <a:t> </a:t>
            </a:r>
            <a:r>
              <a:rPr sz="1067" dirty="0">
                <a:solidFill>
                  <a:srgbClr val="44536A"/>
                </a:solidFill>
                <a:latin typeface="Garamond"/>
                <a:cs typeface="Garamond"/>
              </a:rPr>
              <a:t>9196 </a:t>
            </a:r>
            <a:r>
              <a:rPr sz="1067" spc="-27" dirty="0">
                <a:solidFill>
                  <a:srgbClr val="44536A"/>
                </a:solidFill>
                <a:latin typeface="Garamond"/>
                <a:cs typeface="Garamond"/>
              </a:rPr>
              <a:t>1416</a:t>
            </a:r>
            <a:endParaRPr sz="1067">
              <a:latin typeface="Garamond"/>
              <a:cs typeface="Garamon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8664" y="2657177"/>
            <a:ext cx="67919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Garamond"/>
                <a:cs typeface="Garamond"/>
              </a:rPr>
              <a:t>Cloud</a:t>
            </a:r>
            <a:r>
              <a:rPr sz="2400" spc="-20" dirty="0">
                <a:latin typeface="Garamond"/>
                <a:cs typeface="Garamond"/>
              </a:rPr>
              <a:t> </a:t>
            </a:r>
            <a:r>
              <a:rPr sz="2400" dirty="0">
                <a:latin typeface="Garamond"/>
                <a:cs typeface="Garamond"/>
              </a:rPr>
              <a:t>Management</a:t>
            </a:r>
            <a:r>
              <a:rPr sz="2400" spc="-33" dirty="0">
                <a:latin typeface="Garamond"/>
                <a:cs typeface="Garamond"/>
              </a:rPr>
              <a:t> </a:t>
            </a:r>
            <a:r>
              <a:rPr sz="2400" dirty="0">
                <a:latin typeface="Garamond"/>
                <a:cs typeface="Garamond"/>
              </a:rPr>
              <a:t>Platform</a:t>
            </a:r>
            <a:r>
              <a:rPr sz="2400" spc="-13" dirty="0">
                <a:latin typeface="Garamond"/>
                <a:cs typeface="Garamond"/>
              </a:rPr>
              <a:t> </a:t>
            </a:r>
            <a:r>
              <a:rPr sz="2400" dirty="0">
                <a:latin typeface="Garamond"/>
                <a:cs typeface="Garamond"/>
              </a:rPr>
              <a:t>&amp;</a:t>
            </a:r>
            <a:r>
              <a:rPr sz="2400" spc="-20" dirty="0">
                <a:latin typeface="Garamond"/>
                <a:cs typeface="Garamond"/>
              </a:rPr>
              <a:t> </a:t>
            </a:r>
            <a:r>
              <a:rPr sz="2400" dirty="0">
                <a:latin typeface="Garamond"/>
                <a:cs typeface="Garamond"/>
              </a:rPr>
              <a:t>Cloud</a:t>
            </a:r>
            <a:r>
              <a:rPr sz="2400" spc="-13" dirty="0">
                <a:latin typeface="Garamond"/>
                <a:cs typeface="Garamond"/>
              </a:rPr>
              <a:t> </a:t>
            </a:r>
            <a:r>
              <a:rPr sz="2400" dirty="0">
                <a:latin typeface="Garamond"/>
                <a:cs typeface="Garamond"/>
              </a:rPr>
              <a:t>Service</a:t>
            </a:r>
            <a:r>
              <a:rPr sz="2400" spc="7" dirty="0">
                <a:latin typeface="Garamond"/>
                <a:cs typeface="Garamond"/>
              </a:rPr>
              <a:t> </a:t>
            </a:r>
            <a:r>
              <a:rPr sz="2400" spc="-13" dirty="0">
                <a:latin typeface="Garamond"/>
                <a:cs typeface="Garamond"/>
              </a:rPr>
              <a:t>Brokerage</a:t>
            </a:r>
            <a:endParaRPr sz="2400" dirty="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8"/>
          <p:cNvGrpSpPr/>
          <p:nvPr/>
        </p:nvGrpSpPr>
        <p:grpSpPr>
          <a:xfrm rot="906714">
            <a:off x="9185996" y="1618787"/>
            <a:ext cx="1533171" cy="1533171"/>
            <a:chOff x="6755990" y="1374375"/>
            <a:chExt cx="1149900" cy="1149900"/>
          </a:xfrm>
        </p:grpSpPr>
        <p:sp>
          <p:nvSpPr>
            <p:cNvPr id="220" name="Google Shape;220;p28"/>
            <p:cNvSpPr/>
            <p:nvPr/>
          </p:nvSpPr>
          <p:spPr>
            <a:xfrm>
              <a:off x="6755990" y="1374375"/>
              <a:ext cx="1149900" cy="1149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7020275" y="1661900"/>
              <a:ext cx="621322" cy="574842"/>
            </a:xfrm>
            <a:custGeom>
              <a:avLst/>
              <a:gdLst/>
              <a:ahLst/>
              <a:cxnLst/>
              <a:rect l="l" t="t" r="r" b="b"/>
              <a:pathLst>
                <a:path w="19383" h="17933" extrusionOk="0">
                  <a:moveTo>
                    <a:pt x="7201" y="1056"/>
                  </a:moveTo>
                  <a:cubicBezTo>
                    <a:pt x="8155" y="1056"/>
                    <a:pt x="9123" y="1463"/>
                    <a:pt x="9820" y="2374"/>
                  </a:cubicBezTo>
                  <a:cubicBezTo>
                    <a:pt x="9733" y="2444"/>
                    <a:pt x="9645" y="2514"/>
                    <a:pt x="9575" y="2601"/>
                  </a:cubicBezTo>
                  <a:cubicBezTo>
                    <a:pt x="9199" y="2977"/>
                    <a:pt x="9545" y="3497"/>
                    <a:pt x="9947" y="3497"/>
                  </a:cubicBezTo>
                  <a:cubicBezTo>
                    <a:pt x="10069" y="3497"/>
                    <a:pt x="10196" y="3449"/>
                    <a:pt x="10309" y="3335"/>
                  </a:cubicBezTo>
                  <a:cubicBezTo>
                    <a:pt x="10467" y="3195"/>
                    <a:pt x="10624" y="3056"/>
                    <a:pt x="10816" y="2951"/>
                  </a:cubicBezTo>
                  <a:cubicBezTo>
                    <a:pt x="11329" y="2615"/>
                    <a:pt x="11885" y="2463"/>
                    <a:pt x="12426" y="2463"/>
                  </a:cubicBezTo>
                  <a:cubicBezTo>
                    <a:pt x="13969" y="2463"/>
                    <a:pt x="15396" y="3699"/>
                    <a:pt x="15396" y="5433"/>
                  </a:cubicBezTo>
                  <a:cubicBezTo>
                    <a:pt x="15396" y="5643"/>
                    <a:pt x="15379" y="5835"/>
                    <a:pt x="15344" y="6045"/>
                  </a:cubicBezTo>
                  <a:cubicBezTo>
                    <a:pt x="15278" y="6377"/>
                    <a:pt x="15542" y="6677"/>
                    <a:pt x="15868" y="6677"/>
                  </a:cubicBezTo>
                  <a:cubicBezTo>
                    <a:pt x="15885" y="6677"/>
                    <a:pt x="15903" y="6676"/>
                    <a:pt x="15921" y="6674"/>
                  </a:cubicBezTo>
                  <a:cubicBezTo>
                    <a:pt x="17180" y="6674"/>
                    <a:pt x="18211" y="7688"/>
                    <a:pt x="18211" y="8947"/>
                  </a:cubicBezTo>
                  <a:cubicBezTo>
                    <a:pt x="18211" y="10205"/>
                    <a:pt x="17180" y="11219"/>
                    <a:pt x="15921" y="11219"/>
                  </a:cubicBezTo>
                  <a:lnTo>
                    <a:pt x="5082" y="11219"/>
                  </a:lnTo>
                  <a:cubicBezTo>
                    <a:pt x="2618" y="11219"/>
                    <a:pt x="1499" y="8160"/>
                    <a:pt x="3387" y="6587"/>
                  </a:cubicBezTo>
                  <a:lnTo>
                    <a:pt x="3387" y="6587"/>
                  </a:lnTo>
                  <a:cubicBezTo>
                    <a:pt x="3579" y="6919"/>
                    <a:pt x="3806" y="7216"/>
                    <a:pt x="4086" y="7478"/>
                  </a:cubicBezTo>
                  <a:cubicBezTo>
                    <a:pt x="4201" y="7597"/>
                    <a:pt x="4329" y="7647"/>
                    <a:pt x="4452" y="7647"/>
                  </a:cubicBezTo>
                  <a:cubicBezTo>
                    <a:pt x="4853" y="7647"/>
                    <a:pt x="5195" y="7119"/>
                    <a:pt x="4820" y="6744"/>
                  </a:cubicBezTo>
                  <a:cubicBezTo>
                    <a:pt x="4506" y="6412"/>
                    <a:pt x="4261" y="6045"/>
                    <a:pt x="4086" y="5625"/>
                  </a:cubicBezTo>
                  <a:cubicBezTo>
                    <a:pt x="3929" y="5223"/>
                    <a:pt x="3841" y="4804"/>
                    <a:pt x="3841" y="4402"/>
                  </a:cubicBezTo>
                  <a:cubicBezTo>
                    <a:pt x="3841" y="2352"/>
                    <a:pt x="5499" y="1056"/>
                    <a:pt x="7201" y="1056"/>
                  </a:cubicBezTo>
                  <a:close/>
                  <a:moveTo>
                    <a:pt x="10331" y="14785"/>
                  </a:moveTo>
                  <a:cubicBezTo>
                    <a:pt x="10598" y="14785"/>
                    <a:pt x="10851" y="14992"/>
                    <a:pt x="10851" y="15310"/>
                  </a:cubicBezTo>
                  <a:cubicBezTo>
                    <a:pt x="10851" y="15607"/>
                    <a:pt x="10624" y="15834"/>
                    <a:pt x="10327" y="15834"/>
                  </a:cubicBezTo>
                  <a:cubicBezTo>
                    <a:pt x="9855" y="15834"/>
                    <a:pt x="9628" y="15275"/>
                    <a:pt x="9960" y="14943"/>
                  </a:cubicBezTo>
                  <a:cubicBezTo>
                    <a:pt x="10068" y="14834"/>
                    <a:pt x="10201" y="14785"/>
                    <a:pt x="10331" y="14785"/>
                  </a:cubicBezTo>
                  <a:close/>
                  <a:moveTo>
                    <a:pt x="5428" y="15834"/>
                  </a:moveTo>
                  <a:cubicBezTo>
                    <a:pt x="5695" y="15834"/>
                    <a:pt x="5957" y="16041"/>
                    <a:pt x="5957" y="16359"/>
                  </a:cubicBezTo>
                  <a:cubicBezTo>
                    <a:pt x="5957" y="16656"/>
                    <a:pt x="5712" y="16883"/>
                    <a:pt x="5432" y="16883"/>
                  </a:cubicBezTo>
                  <a:cubicBezTo>
                    <a:pt x="4960" y="16883"/>
                    <a:pt x="4733" y="16324"/>
                    <a:pt x="5065" y="15992"/>
                  </a:cubicBezTo>
                  <a:cubicBezTo>
                    <a:pt x="5168" y="15883"/>
                    <a:pt x="5299" y="15834"/>
                    <a:pt x="5428" y="15834"/>
                  </a:cubicBezTo>
                  <a:close/>
                  <a:moveTo>
                    <a:pt x="15226" y="15834"/>
                  </a:moveTo>
                  <a:cubicBezTo>
                    <a:pt x="15493" y="15834"/>
                    <a:pt x="15746" y="16041"/>
                    <a:pt x="15746" y="16359"/>
                  </a:cubicBezTo>
                  <a:cubicBezTo>
                    <a:pt x="15746" y="16656"/>
                    <a:pt x="15519" y="16883"/>
                    <a:pt x="15222" y="16883"/>
                  </a:cubicBezTo>
                  <a:cubicBezTo>
                    <a:pt x="14767" y="16883"/>
                    <a:pt x="14522" y="16324"/>
                    <a:pt x="14855" y="15992"/>
                  </a:cubicBezTo>
                  <a:cubicBezTo>
                    <a:pt x="14963" y="15883"/>
                    <a:pt x="15096" y="15834"/>
                    <a:pt x="15226" y="15834"/>
                  </a:cubicBezTo>
                  <a:close/>
                  <a:moveTo>
                    <a:pt x="7206" y="1"/>
                  </a:moveTo>
                  <a:cubicBezTo>
                    <a:pt x="4969" y="1"/>
                    <a:pt x="2781" y="1694"/>
                    <a:pt x="2792" y="4384"/>
                  </a:cubicBezTo>
                  <a:cubicBezTo>
                    <a:pt x="2792" y="4786"/>
                    <a:pt x="2845" y="5188"/>
                    <a:pt x="2950" y="5590"/>
                  </a:cubicBezTo>
                  <a:cubicBezTo>
                    <a:pt x="1" y="7632"/>
                    <a:pt x="1458" y="12268"/>
                    <a:pt x="5062" y="12268"/>
                  </a:cubicBezTo>
                  <a:cubicBezTo>
                    <a:pt x="5069" y="12268"/>
                    <a:pt x="5076" y="12268"/>
                    <a:pt x="5082" y="12268"/>
                  </a:cubicBezTo>
                  <a:lnTo>
                    <a:pt x="5957" y="12268"/>
                  </a:lnTo>
                  <a:lnTo>
                    <a:pt x="5957" y="12915"/>
                  </a:lnTo>
                  <a:lnTo>
                    <a:pt x="5135" y="13474"/>
                  </a:lnTo>
                  <a:cubicBezTo>
                    <a:pt x="4995" y="13562"/>
                    <a:pt x="4908" y="13719"/>
                    <a:pt x="4908" y="13911"/>
                  </a:cubicBezTo>
                  <a:lnTo>
                    <a:pt x="4908" y="14873"/>
                  </a:lnTo>
                  <a:cubicBezTo>
                    <a:pt x="3229" y="15467"/>
                    <a:pt x="3649" y="17932"/>
                    <a:pt x="5415" y="17932"/>
                  </a:cubicBezTo>
                  <a:cubicBezTo>
                    <a:pt x="7198" y="17932"/>
                    <a:pt x="7617" y="15467"/>
                    <a:pt x="5939" y="14873"/>
                  </a:cubicBezTo>
                  <a:lnTo>
                    <a:pt x="5939" y="14191"/>
                  </a:lnTo>
                  <a:lnTo>
                    <a:pt x="6761" y="13649"/>
                  </a:lnTo>
                  <a:cubicBezTo>
                    <a:pt x="6918" y="13544"/>
                    <a:pt x="7005" y="13387"/>
                    <a:pt x="7005" y="13212"/>
                  </a:cubicBezTo>
                  <a:lnTo>
                    <a:pt x="7005" y="12251"/>
                  </a:lnTo>
                  <a:lnTo>
                    <a:pt x="9802" y="12251"/>
                  </a:lnTo>
                  <a:lnTo>
                    <a:pt x="9802" y="13824"/>
                  </a:lnTo>
                  <a:cubicBezTo>
                    <a:pt x="8124" y="14401"/>
                    <a:pt x="8544" y="16883"/>
                    <a:pt x="10309" y="16883"/>
                  </a:cubicBezTo>
                  <a:cubicBezTo>
                    <a:pt x="12093" y="16883"/>
                    <a:pt x="12512" y="14401"/>
                    <a:pt x="10851" y="13824"/>
                  </a:cubicBezTo>
                  <a:lnTo>
                    <a:pt x="10851" y="12251"/>
                  </a:lnTo>
                  <a:lnTo>
                    <a:pt x="13648" y="12251"/>
                  </a:lnTo>
                  <a:lnTo>
                    <a:pt x="13648" y="13212"/>
                  </a:lnTo>
                  <a:cubicBezTo>
                    <a:pt x="13648" y="13387"/>
                    <a:pt x="13736" y="13544"/>
                    <a:pt x="13876" y="13649"/>
                  </a:cubicBezTo>
                  <a:lnTo>
                    <a:pt x="14697" y="14191"/>
                  </a:lnTo>
                  <a:lnTo>
                    <a:pt x="14697" y="14873"/>
                  </a:lnTo>
                  <a:cubicBezTo>
                    <a:pt x="13019" y="15467"/>
                    <a:pt x="13456" y="17932"/>
                    <a:pt x="15222" y="17932"/>
                  </a:cubicBezTo>
                  <a:cubicBezTo>
                    <a:pt x="16987" y="17932"/>
                    <a:pt x="17407" y="15467"/>
                    <a:pt x="15746" y="14873"/>
                  </a:cubicBezTo>
                  <a:lnTo>
                    <a:pt x="15746" y="13911"/>
                  </a:lnTo>
                  <a:cubicBezTo>
                    <a:pt x="15746" y="13719"/>
                    <a:pt x="15659" y="13562"/>
                    <a:pt x="15501" y="13474"/>
                  </a:cubicBezTo>
                  <a:lnTo>
                    <a:pt x="14697" y="12915"/>
                  </a:lnTo>
                  <a:lnTo>
                    <a:pt x="14697" y="12268"/>
                  </a:lnTo>
                  <a:lnTo>
                    <a:pt x="15921" y="12268"/>
                  </a:lnTo>
                  <a:cubicBezTo>
                    <a:pt x="17652" y="12268"/>
                    <a:pt x="19103" y="10940"/>
                    <a:pt x="19242" y="9209"/>
                  </a:cubicBezTo>
                  <a:cubicBezTo>
                    <a:pt x="19382" y="7478"/>
                    <a:pt x="18159" y="5922"/>
                    <a:pt x="16445" y="5660"/>
                  </a:cubicBezTo>
                  <a:lnTo>
                    <a:pt x="16445" y="5433"/>
                  </a:lnTo>
                  <a:cubicBezTo>
                    <a:pt x="16432" y="3105"/>
                    <a:pt x="14519" y="1407"/>
                    <a:pt x="12408" y="1407"/>
                  </a:cubicBezTo>
                  <a:cubicBezTo>
                    <a:pt x="11840" y="1407"/>
                    <a:pt x="11258" y="1530"/>
                    <a:pt x="10694" y="1797"/>
                  </a:cubicBezTo>
                  <a:cubicBezTo>
                    <a:pt x="9784" y="556"/>
                    <a:pt x="8487" y="1"/>
                    <a:pt x="72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/>
            </a:p>
          </p:txBody>
        </p:sp>
      </p:grpSp>
      <p:sp>
        <p:nvSpPr>
          <p:cNvPr id="222" name="Google Shape;222;p28"/>
          <p:cNvSpPr txBox="1">
            <a:spLocks noGrp="1"/>
          </p:cNvSpPr>
          <p:nvPr>
            <p:ph type="ctrTitle"/>
          </p:nvPr>
        </p:nvSpPr>
        <p:spPr>
          <a:xfrm>
            <a:off x="952233" y="1292600"/>
            <a:ext cx="7134800" cy="305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/>
            <a:r>
              <a:rPr lang="en-US" dirty="0"/>
              <a:t>Large Language Model Mata AI</a:t>
            </a:r>
            <a:br>
              <a:rPr lang="en-US" dirty="0"/>
            </a:br>
            <a:r>
              <a:rPr lang="en-US" dirty="0"/>
              <a:t>-LLaMA 2</a:t>
            </a:r>
          </a:p>
        </p:txBody>
      </p:sp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 rot="-59659">
            <a:off x="951831" y="4863777"/>
            <a:ext cx="6984252" cy="70249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rtl="0"/>
            <a:r>
              <a:rPr lang="en-US" dirty="0"/>
              <a:t>The Next Level of AI Generation</a:t>
            </a:r>
          </a:p>
        </p:txBody>
      </p:sp>
      <p:cxnSp>
        <p:nvCxnSpPr>
          <p:cNvPr id="224" name="Google Shape;224;p28"/>
          <p:cNvCxnSpPr/>
          <p:nvPr/>
        </p:nvCxnSpPr>
        <p:spPr>
          <a:xfrm>
            <a:off x="967400" y="4411067"/>
            <a:ext cx="3460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5" name="Google Shape;225;p28"/>
          <p:cNvGrpSpPr/>
          <p:nvPr/>
        </p:nvGrpSpPr>
        <p:grpSpPr>
          <a:xfrm rot="-762542">
            <a:off x="10297400" y="2505555"/>
            <a:ext cx="1533200" cy="1533200"/>
            <a:chOff x="7144390" y="2062575"/>
            <a:chExt cx="1149900" cy="1149900"/>
          </a:xfrm>
        </p:grpSpPr>
        <p:sp>
          <p:nvSpPr>
            <p:cNvPr id="226" name="Google Shape;226;p28"/>
            <p:cNvSpPr/>
            <p:nvPr/>
          </p:nvSpPr>
          <p:spPr>
            <a:xfrm>
              <a:off x="7144390" y="2062575"/>
              <a:ext cx="1149900" cy="1149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/>
            </a:p>
          </p:txBody>
        </p:sp>
        <p:grpSp>
          <p:nvGrpSpPr>
            <p:cNvPr id="227" name="Google Shape;227;p28"/>
            <p:cNvGrpSpPr/>
            <p:nvPr/>
          </p:nvGrpSpPr>
          <p:grpSpPr>
            <a:xfrm>
              <a:off x="7393719" y="2342761"/>
              <a:ext cx="651289" cy="589792"/>
              <a:chOff x="988338" y="1930075"/>
              <a:chExt cx="494750" cy="448000"/>
            </a:xfrm>
          </p:grpSpPr>
          <p:sp>
            <p:nvSpPr>
              <p:cNvPr id="228" name="Google Shape;228;p28"/>
              <p:cNvSpPr/>
              <p:nvPr/>
            </p:nvSpPr>
            <p:spPr>
              <a:xfrm>
                <a:off x="988338" y="1930075"/>
                <a:ext cx="494750" cy="448000"/>
              </a:xfrm>
              <a:custGeom>
                <a:avLst/>
                <a:gdLst/>
                <a:ahLst/>
                <a:cxnLst/>
                <a:rect l="l" t="t" r="r" b="b"/>
                <a:pathLst>
                  <a:path w="19790" h="17920" extrusionOk="0">
                    <a:moveTo>
                      <a:pt x="7129" y="1042"/>
                    </a:moveTo>
                    <a:cubicBezTo>
                      <a:pt x="8081" y="1042"/>
                      <a:pt x="9046" y="1450"/>
                      <a:pt x="9738" y="2361"/>
                    </a:cubicBezTo>
                    <a:cubicBezTo>
                      <a:pt x="9651" y="2431"/>
                      <a:pt x="9581" y="2501"/>
                      <a:pt x="9493" y="2589"/>
                    </a:cubicBezTo>
                    <a:cubicBezTo>
                      <a:pt x="9167" y="2969"/>
                      <a:pt x="9496" y="3456"/>
                      <a:pt x="9897" y="3456"/>
                    </a:cubicBezTo>
                    <a:cubicBezTo>
                      <a:pt x="10012" y="3456"/>
                      <a:pt x="10132" y="3416"/>
                      <a:pt x="10245" y="3323"/>
                    </a:cubicBezTo>
                    <a:cubicBezTo>
                      <a:pt x="10385" y="3183"/>
                      <a:pt x="10560" y="3043"/>
                      <a:pt x="10734" y="2938"/>
                    </a:cubicBezTo>
                    <a:cubicBezTo>
                      <a:pt x="11250" y="2601"/>
                      <a:pt x="11808" y="2448"/>
                      <a:pt x="12352" y="2448"/>
                    </a:cubicBezTo>
                    <a:cubicBezTo>
                      <a:pt x="13892" y="2448"/>
                      <a:pt x="15315" y="3676"/>
                      <a:pt x="15315" y="5420"/>
                    </a:cubicBezTo>
                    <a:cubicBezTo>
                      <a:pt x="15315" y="5630"/>
                      <a:pt x="15297" y="5823"/>
                      <a:pt x="15262" y="6032"/>
                    </a:cubicBezTo>
                    <a:cubicBezTo>
                      <a:pt x="15196" y="6364"/>
                      <a:pt x="15460" y="6664"/>
                      <a:pt x="15786" y="6664"/>
                    </a:cubicBezTo>
                    <a:cubicBezTo>
                      <a:pt x="15803" y="6664"/>
                      <a:pt x="15821" y="6663"/>
                      <a:pt x="15839" y="6662"/>
                    </a:cubicBezTo>
                    <a:cubicBezTo>
                      <a:pt x="17098" y="6662"/>
                      <a:pt x="18129" y="7676"/>
                      <a:pt x="18129" y="8934"/>
                    </a:cubicBezTo>
                    <a:cubicBezTo>
                      <a:pt x="18129" y="10175"/>
                      <a:pt x="17098" y="11207"/>
                      <a:pt x="15839" y="11207"/>
                    </a:cubicBezTo>
                    <a:lnTo>
                      <a:pt x="15507" y="11207"/>
                    </a:lnTo>
                    <a:cubicBezTo>
                      <a:pt x="14912" y="8777"/>
                      <a:pt x="12727" y="7081"/>
                      <a:pt x="10245" y="7081"/>
                    </a:cubicBezTo>
                    <a:cubicBezTo>
                      <a:pt x="7745" y="7081"/>
                      <a:pt x="5560" y="8777"/>
                      <a:pt x="4966" y="11207"/>
                    </a:cubicBezTo>
                    <a:cubicBezTo>
                      <a:pt x="3532" y="11189"/>
                      <a:pt x="2361" y="10018"/>
                      <a:pt x="2378" y="8585"/>
                    </a:cubicBezTo>
                    <a:cubicBezTo>
                      <a:pt x="2378" y="7798"/>
                      <a:pt x="2710" y="7064"/>
                      <a:pt x="3305" y="6574"/>
                    </a:cubicBezTo>
                    <a:cubicBezTo>
                      <a:pt x="3497" y="6889"/>
                      <a:pt x="3724" y="7204"/>
                      <a:pt x="4004" y="7466"/>
                    </a:cubicBezTo>
                    <a:cubicBezTo>
                      <a:pt x="4119" y="7585"/>
                      <a:pt x="4248" y="7634"/>
                      <a:pt x="4372" y="7634"/>
                    </a:cubicBezTo>
                    <a:cubicBezTo>
                      <a:pt x="4777" y="7634"/>
                      <a:pt x="5126" y="7106"/>
                      <a:pt x="4738" y="6732"/>
                    </a:cubicBezTo>
                    <a:cubicBezTo>
                      <a:pt x="4424" y="6399"/>
                      <a:pt x="4179" y="6015"/>
                      <a:pt x="4004" y="5595"/>
                    </a:cubicBezTo>
                    <a:cubicBezTo>
                      <a:pt x="3847" y="5211"/>
                      <a:pt x="3777" y="4791"/>
                      <a:pt x="3777" y="4372"/>
                    </a:cubicBezTo>
                    <a:cubicBezTo>
                      <a:pt x="3777" y="2334"/>
                      <a:pt x="5433" y="1042"/>
                      <a:pt x="7129" y="1042"/>
                    </a:cubicBezTo>
                    <a:close/>
                    <a:moveTo>
                      <a:pt x="2889" y="15822"/>
                    </a:moveTo>
                    <a:cubicBezTo>
                      <a:pt x="3156" y="15822"/>
                      <a:pt x="3410" y="16029"/>
                      <a:pt x="3410" y="16346"/>
                    </a:cubicBezTo>
                    <a:cubicBezTo>
                      <a:pt x="3410" y="16643"/>
                      <a:pt x="3182" y="16871"/>
                      <a:pt x="2885" y="16871"/>
                    </a:cubicBezTo>
                    <a:cubicBezTo>
                      <a:pt x="2413" y="16871"/>
                      <a:pt x="2186" y="16311"/>
                      <a:pt x="2518" y="15979"/>
                    </a:cubicBezTo>
                    <a:cubicBezTo>
                      <a:pt x="2627" y="15871"/>
                      <a:pt x="2760" y="15822"/>
                      <a:pt x="2889" y="15822"/>
                    </a:cubicBezTo>
                    <a:close/>
                    <a:moveTo>
                      <a:pt x="10203" y="8131"/>
                    </a:moveTo>
                    <a:cubicBezTo>
                      <a:pt x="12447" y="8131"/>
                      <a:pt x="14603" y="9880"/>
                      <a:pt x="14615" y="12518"/>
                    </a:cubicBezTo>
                    <a:cubicBezTo>
                      <a:pt x="14615" y="14930"/>
                      <a:pt x="12657" y="16888"/>
                      <a:pt x="10245" y="16888"/>
                    </a:cubicBezTo>
                    <a:cubicBezTo>
                      <a:pt x="6347" y="16888"/>
                      <a:pt x="4389" y="12168"/>
                      <a:pt x="7151" y="9424"/>
                    </a:cubicBezTo>
                    <a:cubicBezTo>
                      <a:pt x="8038" y="8530"/>
                      <a:pt x="9131" y="8131"/>
                      <a:pt x="10203" y="8131"/>
                    </a:cubicBezTo>
                    <a:close/>
                    <a:moveTo>
                      <a:pt x="17581" y="15826"/>
                    </a:moveTo>
                    <a:cubicBezTo>
                      <a:pt x="17852" y="15826"/>
                      <a:pt x="18112" y="16042"/>
                      <a:pt x="18112" y="16364"/>
                    </a:cubicBezTo>
                    <a:cubicBezTo>
                      <a:pt x="18112" y="16643"/>
                      <a:pt x="17867" y="16888"/>
                      <a:pt x="17587" y="16888"/>
                    </a:cubicBezTo>
                    <a:cubicBezTo>
                      <a:pt x="17115" y="16871"/>
                      <a:pt x="16888" y="16311"/>
                      <a:pt x="17220" y="15979"/>
                    </a:cubicBezTo>
                    <a:cubicBezTo>
                      <a:pt x="17326" y="15873"/>
                      <a:pt x="17455" y="15826"/>
                      <a:pt x="17581" y="15826"/>
                    </a:cubicBezTo>
                    <a:close/>
                    <a:moveTo>
                      <a:pt x="7126" y="0"/>
                    </a:moveTo>
                    <a:cubicBezTo>
                      <a:pt x="4892" y="0"/>
                      <a:pt x="2710" y="1690"/>
                      <a:pt x="2710" y="4372"/>
                    </a:cubicBezTo>
                    <a:cubicBezTo>
                      <a:pt x="2710" y="4774"/>
                      <a:pt x="2763" y="5176"/>
                      <a:pt x="2885" y="5560"/>
                    </a:cubicBezTo>
                    <a:cubicBezTo>
                      <a:pt x="1" y="7571"/>
                      <a:pt x="1312" y="12081"/>
                      <a:pt x="4826" y="12256"/>
                    </a:cubicBezTo>
                    <a:lnTo>
                      <a:pt x="4826" y="12500"/>
                    </a:lnTo>
                    <a:cubicBezTo>
                      <a:pt x="4826" y="12780"/>
                      <a:pt x="4843" y="13077"/>
                      <a:pt x="4896" y="13374"/>
                    </a:cubicBezTo>
                    <a:lnTo>
                      <a:pt x="2885" y="13374"/>
                    </a:lnTo>
                    <a:cubicBezTo>
                      <a:pt x="2606" y="13374"/>
                      <a:pt x="2361" y="13602"/>
                      <a:pt x="2378" y="13899"/>
                    </a:cubicBezTo>
                    <a:lnTo>
                      <a:pt x="2378" y="14860"/>
                    </a:lnTo>
                    <a:cubicBezTo>
                      <a:pt x="700" y="15455"/>
                      <a:pt x="1120" y="17920"/>
                      <a:pt x="2903" y="17920"/>
                    </a:cubicBezTo>
                    <a:cubicBezTo>
                      <a:pt x="4668" y="17920"/>
                      <a:pt x="5088" y="15455"/>
                      <a:pt x="3427" y="14860"/>
                    </a:cubicBezTo>
                    <a:lnTo>
                      <a:pt x="3427" y="14423"/>
                    </a:lnTo>
                    <a:lnTo>
                      <a:pt x="5175" y="14423"/>
                    </a:lnTo>
                    <a:cubicBezTo>
                      <a:pt x="5962" y="16539"/>
                      <a:pt x="7990" y="17920"/>
                      <a:pt x="10245" y="17920"/>
                    </a:cubicBezTo>
                    <a:cubicBezTo>
                      <a:pt x="12500" y="17920"/>
                      <a:pt x="14510" y="16539"/>
                      <a:pt x="15315" y="14423"/>
                    </a:cubicBezTo>
                    <a:lnTo>
                      <a:pt x="17063" y="14423"/>
                    </a:lnTo>
                    <a:lnTo>
                      <a:pt x="17063" y="14860"/>
                    </a:lnTo>
                    <a:cubicBezTo>
                      <a:pt x="15384" y="15455"/>
                      <a:pt x="15821" y="17920"/>
                      <a:pt x="17587" y="17920"/>
                    </a:cubicBezTo>
                    <a:cubicBezTo>
                      <a:pt x="19353" y="17920"/>
                      <a:pt x="19790" y="15455"/>
                      <a:pt x="18112" y="14860"/>
                    </a:cubicBezTo>
                    <a:lnTo>
                      <a:pt x="18112" y="13899"/>
                    </a:lnTo>
                    <a:cubicBezTo>
                      <a:pt x="18112" y="13602"/>
                      <a:pt x="17867" y="13374"/>
                      <a:pt x="17570" y="13374"/>
                    </a:cubicBezTo>
                    <a:lnTo>
                      <a:pt x="15594" y="13374"/>
                    </a:lnTo>
                    <a:cubicBezTo>
                      <a:pt x="15629" y="13077"/>
                      <a:pt x="15664" y="12798"/>
                      <a:pt x="15664" y="12500"/>
                    </a:cubicBezTo>
                    <a:lnTo>
                      <a:pt x="15664" y="12256"/>
                    </a:lnTo>
                    <a:lnTo>
                      <a:pt x="15839" y="12256"/>
                    </a:lnTo>
                    <a:cubicBezTo>
                      <a:pt x="17587" y="12256"/>
                      <a:pt x="19038" y="10927"/>
                      <a:pt x="19178" y="9179"/>
                    </a:cubicBezTo>
                    <a:cubicBezTo>
                      <a:pt x="19300" y="7448"/>
                      <a:pt x="18077" y="5910"/>
                      <a:pt x="16363" y="5648"/>
                    </a:cubicBezTo>
                    <a:lnTo>
                      <a:pt x="16363" y="5420"/>
                    </a:lnTo>
                    <a:cubicBezTo>
                      <a:pt x="16350" y="3093"/>
                      <a:pt x="14437" y="1394"/>
                      <a:pt x="12326" y="1394"/>
                    </a:cubicBezTo>
                    <a:cubicBezTo>
                      <a:pt x="11758" y="1394"/>
                      <a:pt x="11176" y="1517"/>
                      <a:pt x="10612" y="1784"/>
                    </a:cubicBezTo>
                    <a:cubicBezTo>
                      <a:pt x="9697" y="551"/>
                      <a:pt x="8403" y="0"/>
                      <a:pt x="71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229" name="Google Shape;229;p28"/>
              <p:cNvSpPr/>
              <p:nvPr/>
            </p:nvSpPr>
            <p:spPr>
              <a:xfrm>
                <a:off x="1165338" y="2229450"/>
                <a:ext cx="15780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6312" h="1050" extrusionOk="0">
                    <a:moveTo>
                      <a:pt x="700" y="1"/>
                    </a:moveTo>
                    <a:cubicBezTo>
                      <a:pt x="1" y="1"/>
                      <a:pt x="1" y="1050"/>
                      <a:pt x="700" y="1050"/>
                    </a:cubicBezTo>
                    <a:lnTo>
                      <a:pt x="5612" y="1050"/>
                    </a:lnTo>
                    <a:cubicBezTo>
                      <a:pt x="6312" y="1050"/>
                      <a:pt x="6312" y="1"/>
                      <a:pt x="5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</p:grpSp>
      </p:grpSp>
      <p:grpSp>
        <p:nvGrpSpPr>
          <p:cNvPr id="230" name="Google Shape;230;p28"/>
          <p:cNvGrpSpPr/>
          <p:nvPr/>
        </p:nvGrpSpPr>
        <p:grpSpPr>
          <a:xfrm rot="-522130">
            <a:off x="9186144" y="3429147"/>
            <a:ext cx="1533219" cy="1533219"/>
            <a:chOff x="6598350" y="2932555"/>
            <a:chExt cx="1149900" cy="1149900"/>
          </a:xfrm>
        </p:grpSpPr>
        <p:sp>
          <p:nvSpPr>
            <p:cNvPr id="231" name="Google Shape;231;p28"/>
            <p:cNvSpPr/>
            <p:nvPr/>
          </p:nvSpPr>
          <p:spPr>
            <a:xfrm>
              <a:off x="6598350" y="2932555"/>
              <a:ext cx="1149900" cy="114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/>
            </a:p>
          </p:txBody>
        </p:sp>
        <p:grpSp>
          <p:nvGrpSpPr>
            <p:cNvPr id="232" name="Google Shape;232;p28"/>
            <p:cNvGrpSpPr/>
            <p:nvPr/>
          </p:nvGrpSpPr>
          <p:grpSpPr>
            <a:xfrm>
              <a:off x="6855332" y="3212566"/>
              <a:ext cx="636203" cy="590041"/>
              <a:chOff x="3960163" y="2623325"/>
              <a:chExt cx="483400" cy="448325"/>
            </a:xfrm>
          </p:grpSpPr>
          <p:sp>
            <p:nvSpPr>
              <p:cNvPr id="233" name="Google Shape;233;p28"/>
              <p:cNvSpPr/>
              <p:nvPr/>
            </p:nvSpPr>
            <p:spPr>
              <a:xfrm>
                <a:off x="3960163" y="2623325"/>
                <a:ext cx="483400" cy="448325"/>
              </a:xfrm>
              <a:custGeom>
                <a:avLst/>
                <a:gdLst/>
                <a:ahLst/>
                <a:cxnLst/>
                <a:rect l="l" t="t" r="r" b="b"/>
                <a:pathLst>
                  <a:path w="19336" h="17933" extrusionOk="0">
                    <a:moveTo>
                      <a:pt x="7092" y="1047"/>
                    </a:moveTo>
                    <a:cubicBezTo>
                      <a:pt x="8095" y="1047"/>
                      <a:pt x="9081" y="1503"/>
                      <a:pt x="9721" y="2357"/>
                    </a:cubicBezTo>
                    <a:cubicBezTo>
                      <a:pt x="9651" y="2426"/>
                      <a:pt x="9563" y="2496"/>
                      <a:pt x="9493" y="2566"/>
                    </a:cubicBezTo>
                    <a:cubicBezTo>
                      <a:pt x="9102" y="2957"/>
                      <a:pt x="9460" y="3494"/>
                      <a:pt x="9877" y="3494"/>
                    </a:cubicBezTo>
                    <a:cubicBezTo>
                      <a:pt x="10001" y="3494"/>
                      <a:pt x="10129" y="3447"/>
                      <a:pt x="10245" y="3335"/>
                    </a:cubicBezTo>
                    <a:cubicBezTo>
                      <a:pt x="10385" y="3178"/>
                      <a:pt x="10560" y="3056"/>
                      <a:pt x="10735" y="2933"/>
                    </a:cubicBezTo>
                    <a:cubicBezTo>
                      <a:pt x="11247" y="2598"/>
                      <a:pt x="11803" y="2446"/>
                      <a:pt x="12345" y="2446"/>
                    </a:cubicBezTo>
                    <a:cubicBezTo>
                      <a:pt x="13893" y="2446"/>
                      <a:pt x="15328" y="3685"/>
                      <a:pt x="15315" y="5433"/>
                    </a:cubicBezTo>
                    <a:cubicBezTo>
                      <a:pt x="15315" y="5626"/>
                      <a:pt x="15297" y="5835"/>
                      <a:pt x="15262" y="6028"/>
                    </a:cubicBezTo>
                    <a:cubicBezTo>
                      <a:pt x="15194" y="6351"/>
                      <a:pt x="15441" y="6658"/>
                      <a:pt x="15760" y="6658"/>
                    </a:cubicBezTo>
                    <a:cubicBezTo>
                      <a:pt x="15769" y="6658"/>
                      <a:pt x="15778" y="6657"/>
                      <a:pt x="15787" y="6657"/>
                    </a:cubicBezTo>
                    <a:lnTo>
                      <a:pt x="15839" y="6657"/>
                    </a:lnTo>
                    <a:cubicBezTo>
                      <a:pt x="17098" y="6657"/>
                      <a:pt x="18112" y="7671"/>
                      <a:pt x="18112" y="8929"/>
                    </a:cubicBezTo>
                    <a:cubicBezTo>
                      <a:pt x="18112" y="10188"/>
                      <a:pt x="17098" y="11202"/>
                      <a:pt x="15839" y="11202"/>
                    </a:cubicBezTo>
                    <a:lnTo>
                      <a:pt x="15507" y="11202"/>
                    </a:lnTo>
                    <a:cubicBezTo>
                      <a:pt x="14913" y="8772"/>
                      <a:pt x="12727" y="7059"/>
                      <a:pt x="10245" y="7059"/>
                    </a:cubicBezTo>
                    <a:cubicBezTo>
                      <a:pt x="7745" y="7059"/>
                      <a:pt x="5560" y="8772"/>
                      <a:pt x="4966" y="11202"/>
                    </a:cubicBezTo>
                    <a:cubicBezTo>
                      <a:pt x="2518" y="11185"/>
                      <a:pt x="1417" y="8125"/>
                      <a:pt x="3305" y="6552"/>
                    </a:cubicBezTo>
                    <a:lnTo>
                      <a:pt x="3305" y="6552"/>
                    </a:lnTo>
                    <a:cubicBezTo>
                      <a:pt x="3497" y="6884"/>
                      <a:pt x="3725" y="7199"/>
                      <a:pt x="3987" y="7461"/>
                    </a:cubicBezTo>
                    <a:cubicBezTo>
                      <a:pt x="4105" y="7575"/>
                      <a:pt x="4235" y="7622"/>
                      <a:pt x="4359" y="7622"/>
                    </a:cubicBezTo>
                    <a:cubicBezTo>
                      <a:pt x="4769" y="7622"/>
                      <a:pt x="5114" y="7103"/>
                      <a:pt x="4738" y="6727"/>
                    </a:cubicBezTo>
                    <a:cubicBezTo>
                      <a:pt x="4424" y="6395"/>
                      <a:pt x="4162" y="6010"/>
                      <a:pt x="4004" y="5591"/>
                    </a:cubicBezTo>
                    <a:cubicBezTo>
                      <a:pt x="3392" y="4052"/>
                      <a:pt x="4004" y="2287"/>
                      <a:pt x="5455" y="1482"/>
                    </a:cubicBezTo>
                    <a:cubicBezTo>
                      <a:pt x="5968" y="1188"/>
                      <a:pt x="6533" y="1047"/>
                      <a:pt x="7092" y="1047"/>
                    </a:cubicBezTo>
                    <a:close/>
                    <a:moveTo>
                      <a:pt x="10207" y="8126"/>
                    </a:moveTo>
                    <a:cubicBezTo>
                      <a:pt x="12455" y="8126"/>
                      <a:pt x="14615" y="9875"/>
                      <a:pt x="14615" y="12513"/>
                    </a:cubicBezTo>
                    <a:cubicBezTo>
                      <a:pt x="14615" y="14926"/>
                      <a:pt x="12657" y="16883"/>
                      <a:pt x="10245" y="16883"/>
                    </a:cubicBezTo>
                    <a:cubicBezTo>
                      <a:pt x="6347" y="16883"/>
                      <a:pt x="4389" y="12164"/>
                      <a:pt x="7151" y="9419"/>
                    </a:cubicBezTo>
                    <a:cubicBezTo>
                      <a:pt x="8038" y="8526"/>
                      <a:pt x="9133" y="8126"/>
                      <a:pt x="10207" y="8126"/>
                    </a:cubicBezTo>
                    <a:close/>
                    <a:moveTo>
                      <a:pt x="7128" y="1"/>
                    </a:moveTo>
                    <a:cubicBezTo>
                      <a:pt x="4895" y="1"/>
                      <a:pt x="2711" y="1694"/>
                      <a:pt x="2711" y="4384"/>
                    </a:cubicBezTo>
                    <a:cubicBezTo>
                      <a:pt x="2711" y="4786"/>
                      <a:pt x="2763" y="5188"/>
                      <a:pt x="2885" y="5573"/>
                    </a:cubicBezTo>
                    <a:cubicBezTo>
                      <a:pt x="1" y="7583"/>
                      <a:pt x="1312" y="12094"/>
                      <a:pt x="4826" y="12251"/>
                    </a:cubicBezTo>
                    <a:lnTo>
                      <a:pt x="4826" y="12496"/>
                    </a:lnTo>
                    <a:cubicBezTo>
                      <a:pt x="4826" y="15502"/>
                      <a:pt x="7238" y="17932"/>
                      <a:pt x="10245" y="17932"/>
                    </a:cubicBezTo>
                    <a:cubicBezTo>
                      <a:pt x="13234" y="17932"/>
                      <a:pt x="15664" y="15502"/>
                      <a:pt x="15664" y="12496"/>
                    </a:cubicBezTo>
                    <a:lnTo>
                      <a:pt x="15664" y="12251"/>
                    </a:lnTo>
                    <a:lnTo>
                      <a:pt x="15839" y="12251"/>
                    </a:lnTo>
                    <a:cubicBezTo>
                      <a:pt x="15862" y="12251"/>
                      <a:pt x="15884" y="12252"/>
                      <a:pt x="15906" y="12252"/>
                    </a:cubicBezTo>
                    <a:cubicBezTo>
                      <a:pt x="17642" y="12252"/>
                      <a:pt x="19075" y="10918"/>
                      <a:pt x="19213" y="9192"/>
                    </a:cubicBezTo>
                    <a:cubicBezTo>
                      <a:pt x="19335" y="7444"/>
                      <a:pt x="18094" y="5888"/>
                      <a:pt x="16364" y="5643"/>
                    </a:cubicBezTo>
                    <a:lnTo>
                      <a:pt x="16364" y="5416"/>
                    </a:lnTo>
                    <a:cubicBezTo>
                      <a:pt x="16350" y="3102"/>
                      <a:pt x="14437" y="1407"/>
                      <a:pt x="12327" y="1407"/>
                    </a:cubicBezTo>
                    <a:cubicBezTo>
                      <a:pt x="11759" y="1407"/>
                      <a:pt x="11176" y="1530"/>
                      <a:pt x="10612" y="1797"/>
                    </a:cubicBezTo>
                    <a:cubicBezTo>
                      <a:pt x="9702" y="556"/>
                      <a:pt x="8407" y="1"/>
                      <a:pt x="7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234" name="Google Shape;234;p28"/>
              <p:cNvSpPr/>
              <p:nvPr/>
            </p:nvSpPr>
            <p:spPr>
              <a:xfrm>
                <a:off x="4104838" y="2872725"/>
                <a:ext cx="22247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8899" h="5842" extrusionOk="0">
                    <a:moveTo>
                      <a:pt x="2457" y="1"/>
                    </a:moveTo>
                    <a:cubicBezTo>
                      <a:pt x="2336" y="1"/>
                      <a:pt x="2210" y="48"/>
                      <a:pt x="2098" y="160"/>
                    </a:cubicBezTo>
                    <a:cubicBezTo>
                      <a:pt x="0" y="2257"/>
                      <a:pt x="1486" y="5841"/>
                      <a:pt x="4458" y="5841"/>
                    </a:cubicBezTo>
                    <a:cubicBezTo>
                      <a:pt x="7412" y="5841"/>
                      <a:pt x="8898" y="2257"/>
                      <a:pt x="6801" y="160"/>
                    </a:cubicBezTo>
                    <a:cubicBezTo>
                      <a:pt x="6696" y="64"/>
                      <a:pt x="6560" y="15"/>
                      <a:pt x="6427" y="15"/>
                    </a:cubicBezTo>
                    <a:cubicBezTo>
                      <a:pt x="6294" y="15"/>
                      <a:pt x="6162" y="64"/>
                      <a:pt x="6066" y="160"/>
                    </a:cubicBezTo>
                    <a:cubicBezTo>
                      <a:pt x="5857" y="369"/>
                      <a:pt x="5857" y="702"/>
                      <a:pt x="6066" y="911"/>
                    </a:cubicBezTo>
                    <a:cubicBezTo>
                      <a:pt x="7482" y="2345"/>
                      <a:pt x="6468" y="4792"/>
                      <a:pt x="4458" y="4792"/>
                    </a:cubicBezTo>
                    <a:cubicBezTo>
                      <a:pt x="2430" y="4792"/>
                      <a:pt x="1416" y="2345"/>
                      <a:pt x="2850" y="911"/>
                    </a:cubicBezTo>
                    <a:cubicBezTo>
                      <a:pt x="3227" y="534"/>
                      <a:pt x="2867" y="1"/>
                      <a:pt x="2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235" name="Google Shape;235;p28"/>
              <p:cNvSpPr/>
              <p:nvPr/>
            </p:nvSpPr>
            <p:spPr>
              <a:xfrm>
                <a:off x="4202738" y="2852675"/>
                <a:ext cx="26675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3147" extrusionOk="0">
                    <a:moveTo>
                      <a:pt x="542" y="0"/>
                    </a:moveTo>
                    <a:cubicBezTo>
                      <a:pt x="280" y="0"/>
                      <a:pt x="18" y="175"/>
                      <a:pt x="18" y="525"/>
                    </a:cubicBezTo>
                    <a:lnTo>
                      <a:pt x="18" y="2622"/>
                    </a:lnTo>
                    <a:cubicBezTo>
                      <a:pt x="0" y="2902"/>
                      <a:pt x="245" y="3147"/>
                      <a:pt x="542" y="3147"/>
                    </a:cubicBezTo>
                    <a:cubicBezTo>
                      <a:pt x="822" y="3147"/>
                      <a:pt x="1066" y="2902"/>
                      <a:pt x="1066" y="2622"/>
                    </a:cubicBezTo>
                    <a:lnTo>
                      <a:pt x="1066" y="525"/>
                    </a:lnTo>
                    <a:cubicBezTo>
                      <a:pt x="1066" y="175"/>
                      <a:pt x="804" y="0"/>
                      <a:pt x="5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</p:grpSp>
      </p:grpSp>
      <p:sp>
        <p:nvSpPr>
          <p:cNvPr id="236" name="Google Shape;236;p28"/>
          <p:cNvSpPr txBox="1">
            <a:spLocks noGrp="1"/>
          </p:cNvSpPr>
          <p:nvPr>
            <p:ph type="subTitle" idx="1"/>
          </p:nvPr>
        </p:nvSpPr>
        <p:spPr>
          <a:xfrm rot="540089">
            <a:off x="10402767" y="4076432"/>
            <a:ext cx="2477309" cy="58436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rtl="0"/>
            <a:r>
              <a:rPr lang="en-US" dirty="0">
                <a:latin typeface="Jost SemiBold"/>
                <a:ea typeface="Jost SemiBold"/>
                <a:cs typeface="Jost SemiBold"/>
                <a:sym typeface="Jost SemiBold"/>
              </a:rPr>
              <a:t>LLMs</a:t>
            </a:r>
            <a:endParaRPr dirty="0"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237" name="Google Shape;237;p28"/>
          <p:cNvSpPr txBox="1">
            <a:spLocks noGrp="1"/>
          </p:cNvSpPr>
          <p:nvPr>
            <p:ph type="subTitle" idx="1"/>
          </p:nvPr>
        </p:nvSpPr>
        <p:spPr>
          <a:xfrm rot="-457733" flipH="1">
            <a:off x="-329514" y="352319"/>
            <a:ext cx="1946428" cy="584428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rtl="0"/>
            <a:r>
              <a:rPr lang="en" dirty="0">
                <a:latin typeface="Jost SemiBold"/>
                <a:ea typeface="Jost SemiBold"/>
                <a:cs typeface="Jost SemiBold"/>
                <a:sym typeface="Jost SemiBold"/>
              </a:rPr>
              <a:t>LLaMa 2</a:t>
            </a:r>
            <a:endParaRPr dirty="0"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48845-3FDF-B2C0-7B55-A8DE116053F4}"/>
              </a:ext>
            </a:extLst>
          </p:cNvPr>
          <p:cNvSpPr txBox="1"/>
          <p:nvPr/>
        </p:nvSpPr>
        <p:spPr>
          <a:xfrm>
            <a:off x="5394960" y="6339841"/>
            <a:ext cx="180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 © Rk Rahul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53"/>
          <p:cNvGrpSpPr/>
          <p:nvPr/>
        </p:nvGrpSpPr>
        <p:grpSpPr>
          <a:xfrm rot="553765">
            <a:off x="10731783" y="113003"/>
            <a:ext cx="1533040" cy="1533040"/>
            <a:chOff x="437712" y="2714237"/>
            <a:chExt cx="843600" cy="843600"/>
          </a:xfrm>
        </p:grpSpPr>
        <p:sp>
          <p:nvSpPr>
            <p:cNvPr id="848" name="Google Shape;848;p53"/>
            <p:cNvSpPr/>
            <p:nvPr/>
          </p:nvSpPr>
          <p:spPr>
            <a:xfrm>
              <a:off x="437712" y="2714237"/>
              <a:ext cx="843600" cy="843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 dirty="0"/>
            </a:p>
          </p:txBody>
        </p:sp>
        <p:grpSp>
          <p:nvGrpSpPr>
            <p:cNvPr id="849" name="Google Shape;849;p53"/>
            <p:cNvGrpSpPr/>
            <p:nvPr/>
          </p:nvGrpSpPr>
          <p:grpSpPr>
            <a:xfrm>
              <a:off x="638527" y="2933188"/>
              <a:ext cx="441927" cy="405698"/>
              <a:chOff x="4735038" y="3334725"/>
              <a:chExt cx="447975" cy="411250"/>
            </a:xfrm>
          </p:grpSpPr>
          <p:sp>
            <p:nvSpPr>
              <p:cNvPr id="850" name="Google Shape;850;p53"/>
              <p:cNvSpPr/>
              <p:nvPr/>
            </p:nvSpPr>
            <p:spPr>
              <a:xfrm>
                <a:off x="4735038" y="3334725"/>
                <a:ext cx="447975" cy="411250"/>
              </a:xfrm>
              <a:custGeom>
                <a:avLst/>
                <a:gdLst/>
                <a:ahLst/>
                <a:cxnLst/>
                <a:rect l="l" t="t" r="r" b="b"/>
                <a:pathLst>
                  <a:path w="17919" h="16450" extrusionOk="0">
                    <a:moveTo>
                      <a:pt x="5892" y="1049"/>
                    </a:moveTo>
                    <a:lnTo>
                      <a:pt x="7832" y="3321"/>
                    </a:lnTo>
                    <a:cubicBezTo>
                      <a:pt x="7919" y="3444"/>
                      <a:pt x="8077" y="3496"/>
                      <a:pt x="8234" y="3514"/>
                    </a:cubicBezTo>
                    <a:lnTo>
                      <a:pt x="16870" y="3514"/>
                    </a:lnTo>
                    <a:lnTo>
                      <a:pt x="16870" y="4912"/>
                    </a:lnTo>
                    <a:lnTo>
                      <a:pt x="1049" y="4912"/>
                    </a:lnTo>
                    <a:lnTo>
                      <a:pt x="1049" y="1049"/>
                    </a:lnTo>
                    <a:close/>
                    <a:moveTo>
                      <a:pt x="16870" y="5961"/>
                    </a:moveTo>
                    <a:lnTo>
                      <a:pt x="16870" y="15401"/>
                    </a:lnTo>
                    <a:lnTo>
                      <a:pt x="1049" y="15401"/>
                    </a:lnTo>
                    <a:lnTo>
                      <a:pt x="1049" y="5961"/>
                    </a:lnTo>
                    <a:close/>
                    <a:moveTo>
                      <a:pt x="525" y="0"/>
                    </a:moveTo>
                    <a:cubicBezTo>
                      <a:pt x="228" y="0"/>
                      <a:pt x="0" y="227"/>
                      <a:pt x="0" y="524"/>
                    </a:cubicBezTo>
                    <a:lnTo>
                      <a:pt x="0" y="15925"/>
                    </a:lnTo>
                    <a:cubicBezTo>
                      <a:pt x="0" y="16205"/>
                      <a:pt x="228" y="16450"/>
                      <a:pt x="525" y="16450"/>
                    </a:cubicBezTo>
                    <a:lnTo>
                      <a:pt x="17394" y="16450"/>
                    </a:lnTo>
                    <a:cubicBezTo>
                      <a:pt x="17692" y="16450"/>
                      <a:pt x="17919" y="16205"/>
                      <a:pt x="17919" y="15925"/>
                    </a:cubicBezTo>
                    <a:lnTo>
                      <a:pt x="17919" y="2972"/>
                    </a:lnTo>
                    <a:cubicBezTo>
                      <a:pt x="17919" y="2692"/>
                      <a:pt x="17692" y="2447"/>
                      <a:pt x="17394" y="2447"/>
                    </a:cubicBezTo>
                    <a:lnTo>
                      <a:pt x="8461" y="2447"/>
                    </a:lnTo>
                    <a:lnTo>
                      <a:pt x="6521" y="192"/>
                    </a:lnTo>
                    <a:cubicBezTo>
                      <a:pt x="6416" y="70"/>
                      <a:pt x="6276" y="0"/>
                      <a:pt x="61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851" name="Google Shape;851;p53"/>
              <p:cNvSpPr/>
              <p:nvPr/>
            </p:nvSpPr>
            <p:spPr>
              <a:xfrm>
                <a:off x="4867013" y="3509975"/>
                <a:ext cx="184025" cy="183575"/>
              </a:xfrm>
              <a:custGeom>
                <a:avLst/>
                <a:gdLst/>
                <a:ahLst/>
                <a:cxnLst/>
                <a:rect l="l" t="t" r="r" b="b"/>
                <a:pathLst>
                  <a:path w="7361" h="7343" extrusionOk="0">
                    <a:moveTo>
                      <a:pt x="3682" y="1043"/>
                    </a:moveTo>
                    <a:cubicBezTo>
                      <a:pt x="3938" y="1043"/>
                      <a:pt x="4197" y="1137"/>
                      <a:pt x="4406" y="1346"/>
                    </a:cubicBezTo>
                    <a:cubicBezTo>
                      <a:pt x="5070" y="2010"/>
                      <a:pt x="4598" y="3147"/>
                      <a:pt x="3672" y="3147"/>
                    </a:cubicBezTo>
                    <a:cubicBezTo>
                      <a:pt x="3095" y="3147"/>
                      <a:pt x="2623" y="2675"/>
                      <a:pt x="2623" y="2098"/>
                    </a:cubicBezTo>
                    <a:cubicBezTo>
                      <a:pt x="2623" y="1458"/>
                      <a:pt x="3144" y="1043"/>
                      <a:pt x="3682" y="1043"/>
                    </a:cubicBezTo>
                    <a:close/>
                    <a:moveTo>
                      <a:pt x="3672" y="4178"/>
                    </a:moveTo>
                    <a:cubicBezTo>
                      <a:pt x="4913" y="4178"/>
                      <a:pt x="5997" y="5070"/>
                      <a:pt x="6242" y="6293"/>
                    </a:cubicBezTo>
                    <a:lnTo>
                      <a:pt x="1102" y="6293"/>
                    </a:lnTo>
                    <a:cubicBezTo>
                      <a:pt x="1329" y="5070"/>
                      <a:pt x="2413" y="4178"/>
                      <a:pt x="3672" y="4178"/>
                    </a:cubicBezTo>
                    <a:close/>
                    <a:moveTo>
                      <a:pt x="3689" y="0"/>
                    </a:moveTo>
                    <a:cubicBezTo>
                      <a:pt x="1871" y="0"/>
                      <a:pt x="910" y="2133"/>
                      <a:pt x="2116" y="3496"/>
                    </a:cubicBezTo>
                    <a:cubicBezTo>
                      <a:pt x="822" y="4108"/>
                      <a:pt x="1" y="5402"/>
                      <a:pt x="1" y="6818"/>
                    </a:cubicBezTo>
                    <a:cubicBezTo>
                      <a:pt x="1" y="7115"/>
                      <a:pt x="246" y="7342"/>
                      <a:pt x="525" y="7342"/>
                    </a:cubicBezTo>
                    <a:lnTo>
                      <a:pt x="6836" y="7342"/>
                    </a:lnTo>
                    <a:cubicBezTo>
                      <a:pt x="7116" y="7342"/>
                      <a:pt x="7360" y="7115"/>
                      <a:pt x="7360" y="6818"/>
                    </a:cubicBezTo>
                    <a:cubicBezTo>
                      <a:pt x="7360" y="5402"/>
                      <a:pt x="6539" y="4108"/>
                      <a:pt x="5245" y="3496"/>
                    </a:cubicBezTo>
                    <a:cubicBezTo>
                      <a:pt x="6451" y="2133"/>
                      <a:pt x="5490" y="0"/>
                      <a:pt x="3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 dirty="0"/>
              </a:p>
            </p:txBody>
          </p:sp>
        </p:grpSp>
      </p:grpSp>
      <p:sp>
        <p:nvSpPr>
          <p:cNvPr id="852" name="Google Shape;852;p53"/>
          <p:cNvSpPr txBox="1">
            <a:spLocks noGrp="1"/>
          </p:cNvSpPr>
          <p:nvPr>
            <p:ph type="title"/>
          </p:nvPr>
        </p:nvSpPr>
        <p:spPr>
          <a:xfrm>
            <a:off x="1833867" y="1783333"/>
            <a:ext cx="8524400" cy="20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rtl="0"/>
            <a:r>
              <a:rPr lang="en" dirty="0"/>
              <a:t>Thanks!</a:t>
            </a:r>
            <a:endParaRPr dirty="0"/>
          </a:p>
        </p:txBody>
      </p:sp>
      <p:cxnSp>
        <p:nvCxnSpPr>
          <p:cNvPr id="854" name="Google Shape;854;p53"/>
          <p:cNvCxnSpPr/>
          <p:nvPr/>
        </p:nvCxnSpPr>
        <p:spPr>
          <a:xfrm>
            <a:off x="2671800" y="3842533"/>
            <a:ext cx="6848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5" name="Google Shape;855;p53"/>
          <p:cNvGrpSpPr/>
          <p:nvPr/>
        </p:nvGrpSpPr>
        <p:grpSpPr>
          <a:xfrm rot="-827259" flipH="1">
            <a:off x="374816" y="5104724"/>
            <a:ext cx="1561640" cy="1532987"/>
            <a:chOff x="7492277" y="183424"/>
            <a:chExt cx="993000" cy="974700"/>
          </a:xfrm>
        </p:grpSpPr>
        <p:sp>
          <p:nvSpPr>
            <p:cNvPr id="856" name="Google Shape;856;p53"/>
            <p:cNvSpPr/>
            <p:nvPr/>
          </p:nvSpPr>
          <p:spPr>
            <a:xfrm>
              <a:off x="7492277" y="183424"/>
              <a:ext cx="993000" cy="974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/>
            </a:p>
          </p:txBody>
        </p:sp>
        <p:grpSp>
          <p:nvGrpSpPr>
            <p:cNvPr id="857" name="Google Shape;857;p53"/>
            <p:cNvGrpSpPr/>
            <p:nvPr/>
          </p:nvGrpSpPr>
          <p:grpSpPr>
            <a:xfrm>
              <a:off x="7765688" y="446750"/>
              <a:ext cx="446225" cy="447975"/>
              <a:chOff x="7707738" y="1930100"/>
              <a:chExt cx="446225" cy="447975"/>
            </a:xfrm>
          </p:grpSpPr>
          <p:sp>
            <p:nvSpPr>
              <p:cNvPr id="858" name="Google Shape;858;p53"/>
              <p:cNvSpPr/>
              <p:nvPr/>
            </p:nvSpPr>
            <p:spPr>
              <a:xfrm>
                <a:off x="7707738" y="1930100"/>
                <a:ext cx="446225" cy="447975"/>
              </a:xfrm>
              <a:custGeom>
                <a:avLst/>
                <a:gdLst/>
                <a:ahLst/>
                <a:cxnLst/>
                <a:rect l="l" t="t" r="r" b="b"/>
                <a:pathLst>
                  <a:path w="17849" h="17919" extrusionOk="0">
                    <a:moveTo>
                      <a:pt x="12605" y="1049"/>
                    </a:moveTo>
                    <a:lnTo>
                      <a:pt x="12605" y="3497"/>
                    </a:lnTo>
                    <a:lnTo>
                      <a:pt x="5245" y="3497"/>
                    </a:lnTo>
                    <a:lnTo>
                      <a:pt x="5245" y="1049"/>
                    </a:lnTo>
                    <a:close/>
                    <a:moveTo>
                      <a:pt x="7011" y="10227"/>
                    </a:moveTo>
                    <a:lnTo>
                      <a:pt x="7011" y="12674"/>
                    </a:lnTo>
                    <a:lnTo>
                      <a:pt x="1067" y="12674"/>
                    </a:lnTo>
                    <a:lnTo>
                      <a:pt x="1067" y="10227"/>
                    </a:lnTo>
                    <a:close/>
                    <a:moveTo>
                      <a:pt x="16800" y="10227"/>
                    </a:moveTo>
                    <a:lnTo>
                      <a:pt x="16800" y="12674"/>
                    </a:lnTo>
                    <a:lnTo>
                      <a:pt x="10839" y="12674"/>
                    </a:lnTo>
                    <a:lnTo>
                      <a:pt x="10839" y="10227"/>
                    </a:lnTo>
                    <a:close/>
                    <a:moveTo>
                      <a:pt x="7011" y="13723"/>
                    </a:moveTo>
                    <a:lnTo>
                      <a:pt x="7011" y="14772"/>
                    </a:lnTo>
                    <a:lnTo>
                      <a:pt x="1067" y="14772"/>
                    </a:lnTo>
                    <a:lnTo>
                      <a:pt x="1067" y="13723"/>
                    </a:lnTo>
                    <a:close/>
                    <a:moveTo>
                      <a:pt x="16800" y="13723"/>
                    </a:moveTo>
                    <a:lnTo>
                      <a:pt x="16800" y="14772"/>
                    </a:lnTo>
                    <a:lnTo>
                      <a:pt x="10856" y="14772"/>
                    </a:lnTo>
                    <a:lnTo>
                      <a:pt x="10856" y="13723"/>
                    </a:lnTo>
                    <a:close/>
                    <a:moveTo>
                      <a:pt x="4633" y="15821"/>
                    </a:moveTo>
                    <a:lnTo>
                      <a:pt x="4808" y="16870"/>
                    </a:lnTo>
                    <a:lnTo>
                      <a:pt x="3252" y="16870"/>
                    </a:lnTo>
                    <a:lnTo>
                      <a:pt x="3427" y="15821"/>
                    </a:lnTo>
                    <a:close/>
                    <a:moveTo>
                      <a:pt x="14423" y="15821"/>
                    </a:moveTo>
                    <a:lnTo>
                      <a:pt x="14615" y="16870"/>
                    </a:lnTo>
                    <a:lnTo>
                      <a:pt x="13042" y="16870"/>
                    </a:lnTo>
                    <a:lnTo>
                      <a:pt x="13216" y="15821"/>
                    </a:lnTo>
                    <a:close/>
                    <a:moveTo>
                      <a:pt x="4738" y="0"/>
                    </a:moveTo>
                    <a:cubicBezTo>
                      <a:pt x="4441" y="0"/>
                      <a:pt x="4196" y="245"/>
                      <a:pt x="4196" y="525"/>
                    </a:cubicBezTo>
                    <a:lnTo>
                      <a:pt x="4196" y="4021"/>
                    </a:lnTo>
                    <a:cubicBezTo>
                      <a:pt x="4196" y="4318"/>
                      <a:pt x="4441" y="4545"/>
                      <a:pt x="4738" y="4545"/>
                    </a:cubicBezTo>
                    <a:lnTo>
                      <a:pt x="8409" y="4545"/>
                    </a:lnTo>
                    <a:lnTo>
                      <a:pt x="8409" y="6328"/>
                    </a:lnTo>
                    <a:lnTo>
                      <a:pt x="4039" y="6328"/>
                    </a:lnTo>
                    <a:cubicBezTo>
                      <a:pt x="3742" y="6328"/>
                      <a:pt x="3514" y="6573"/>
                      <a:pt x="3514" y="6870"/>
                    </a:cubicBezTo>
                    <a:lnTo>
                      <a:pt x="3514" y="9178"/>
                    </a:lnTo>
                    <a:lnTo>
                      <a:pt x="525" y="9178"/>
                    </a:lnTo>
                    <a:cubicBezTo>
                      <a:pt x="245" y="9178"/>
                      <a:pt x="0" y="9405"/>
                      <a:pt x="0" y="9702"/>
                    </a:cubicBezTo>
                    <a:lnTo>
                      <a:pt x="0" y="15296"/>
                    </a:lnTo>
                    <a:cubicBezTo>
                      <a:pt x="0" y="15576"/>
                      <a:pt x="245" y="15821"/>
                      <a:pt x="525" y="15821"/>
                    </a:cubicBezTo>
                    <a:lnTo>
                      <a:pt x="2360" y="15821"/>
                    </a:lnTo>
                    <a:lnTo>
                      <a:pt x="2186" y="16870"/>
                    </a:lnTo>
                    <a:lnTo>
                      <a:pt x="1941" y="16870"/>
                    </a:lnTo>
                    <a:cubicBezTo>
                      <a:pt x="1277" y="16905"/>
                      <a:pt x="1277" y="17884"/>
                      <a:pt x="1941" y="17919"/>
                    </a:cubicBezTo>
                    <a:lnTo>
                      <a:pt x="6136" y="17919"/>
                    </a:lnTo>
                    <a:cubicBezTo>
                      <a:pt x="6783" y="17884"/>
                      <a:pt x="6783" y="16905"/>
                      <a:pt x="6136" y="16870"/>
                    </a:cubicBezTo>
                    <a:lnTo>
                      <a:pt x="5874" y="16870"/>
                    </a:lnTo>
                    <a:lnTo>
                      <a:pt x="5699" y="15821"/>
                    </a:lnTo>
                    <a:lnTo>
                      <a:pt x="7517" y="15821"/>
                    </a:lnTo>
                    <a:cubicBezTo>
                      <a:pt x="7815" y="15821"/>
                      <a:pt x="8042" y="15594"/>
                      <a:pt x="8042" y="15296"/>
                    </a:cubicBezTo>
                    <a:lnTo>
                      <a:pt x="8042" y="9702"/>
                    </a:lnTo>
                    <a:cubicBezTo>
                      <a:pt x="8042" y="9405"/>
                      <a:pt x="7815" y="9178"/>
                      <a:pt x="7517" y="9178"/>
                    </a:cubicBezTo>
                    <a:lnTo>
                      <a:pt x="4563" y="9178"/>
                    </a:lnTo>
                    <a:lnTo>
                      <a:pt x="4563" y="7395"/>
                    </a:lnTo>
                    <a:lnTo>
                      <a:pt x="13304" y="7395"/>
                    </a:lnTo>
                    <a:lnTo>
                      <a:pt x="13304" y="9178"/>
                    </a:lnTo>
                    <a:lnTo>
                      <a:pt x="10314" y="9178"/>
                    </a:lnTo>
                    <a:cubicBezTo>
                      <a:pt x="10035" y="9178"/>
                      <a:pt x="9790" y="9405"/>
                      <a:pt x="9790" y="9702"/>
                    </a:cubicBezTo>
                    <a:lnTo>
                      <a:pt x="9790" y="15296"/>
                    </a:lnTo>
                    <a:cubicBezTo>
                      <a:pt x="9790" y="15594"/>
                      <a:pt x="10035" y="15821"/>
                      <a:pt x="10314" y="15821"/>
                    </a:cubicBezTo>
                    <a:lnTo>
                      <a:pt x="12150" y="15821"/>
                    </a:lnTo>
                    <a:lnTo>
                      <a:pt x="11975" y="16870"/>
                    </a:lnTo>
                    <a:lnTo>
                      <a:pt x="11713" y="16870"/>
                    </a:lnTo>
                    <a:cubicBezTo>
                      <a:pt x="11066" y="16905"/>
                      <a:pt x="11066" y="17884"/>
                      <a:pt x="11713" y="17919"/>
                    </a:cubicBezTo>
                    <a:lnTo>
                      <a:pt x="15926" y="17919"/>
                    </a:lnTo>
                    <a:cubicBezTo>
                      <a:pt x="16573" y="17884"/>
                      <a:pt x="16573" y="16905"/>
                      <a:pt x="15926" y="16870"/>
                    </a:cubicBezTo>
                    <a:lnTo>
                      <a:pt x="15664" y="16870"/>
                    </a:lnTo>
                    <a:lnTo>
                      <a:pt x="15489" y="15821"/>
                    </a:lnTo>
                    <a:lnTo>
                      <a:pt x="17325" y="15821"/>
                    </a:lnTo>
                    <a:cubicBezTo>
                      <a:pt x="17604" y="15821"/>
                      <a:pt x="17849" y="15576"/>
                      <a:pt x="17849" y="15296"/>
                    </a:cubicBezTo>
                    <a:lnTo>
                      <a:pt x="17849" y="9702"/>
                    </a:lnTo>
                    <a:cubicBezTo>
                      <a:pt x="17849" y="9405"/>
                      <a:pt x="17604" y="9178"/>
                      <a:pt x="17325" y="9178"/>
                    </a:cubicBezTo>
                    <a:lnTo>
                      <a:pt x="14353" y="9178"/>
                    </a:lnTo>
                    <a:lnTo>
                      <a:pt x="14353" y="6870"/>
                    </a:lnTo>
                    <a:cubicBezTo>
                      <a:pt x="14353" y="6573"/>
                      <a:pt x="14108" y="6328"/>
                      <a:pt x="13828" y="6328"/>
                    </a:cubicBezTo>
                    <a:lnTo>
                      <a:pt x="9458" y="6328"/>
                    </a:lnTo>
                    <a:lnTo>
                      <a:pt x="9458" y="4545"/>
                    </a:lnTo>
                    <a:lnTo>
                      <a:pt x="13129" y="4545"/>
                    </a:lnTo>
                    <a:cubicBezTo>
                      <a:pt x="13426" y="4545"/>
                      <a:pt x="13653" y="4318"/>
                      <a:pt x="13653" y="4021"/>
                    </a:cubicBezTo>
                    <a:lnTo>
                      <a:pt x="13653" y="525"/>
                    </a:lnTo>
                    <a:cubicBezTo>
                      <a:pt x="13653" y="245"/>
                      <a:pt x="13426" y="0"/>
                      <a:pt x="131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859" name="Google Shape;859;p53"/>
              <p:cNvSpPr/>
              <p:nvPr/>
            </p:nvSpPr>
            <p:spPr>
              <a:xfrm>
                <a:off x="7851963" y="1973800"/>
                <a:ext cx="30625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050" extrusionOk="0">
                    <a:moveTo>
                      <a:pt x="700" y="0"/>
                    </a:moveTo>
                    <a:cubicBezTo>
                      <a:pt x="245" y="0"/>
                      <a:pt x="0" y="560"/>
                      <a:pt x="332" y="892"/>
                    </a:cubicBezTo>
                    <a:cubicBezTo>
                      <a:pt x="441" y="1001"/>
                      <a:pt x="574" y="1049"/>
                      <a:pt x="704" y="1049"/>
                    </a:cubicBezTo>
                    <a:cubicBezTo>
                      <a:pt x="971" y="1049"/>
                      <a:pt x="1224" y="843"/>
                      <a:pt x="1224" y="525"/>
                    </a:cubicBezTo>
                    <a:cubicBezTo>
                      <a:pt x="1224" y="245"/>
                      <a:pt x="997" y="0"/>
                      <a:pt x="7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860" name="Google Shape;860;p53"/>
              <p:cNvSpPr/>
              <p:nvPr/>
            </p:nvSpPr>
            <p:spPr>
              <a:xfrm>
                <a:off x="7895663" y="1973800"/>
                <a:ext cx="31050" cy="265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1063" extrusionOk="0">
                    <a:moveTo>
                      <a:pt x="717" y="0"/>
                    </a:moveTo>
                    <a:cubicBezTo>
                      <a:pt x="245" y="0"/>
                      <a:pt x="0" y="560"/>
                      <a:pt x="333" y="909"/>
                    </a:cubicBezTo>
                    <a:cubicBezTo>
                      <a:pt x="438" y="1015"/>
                      <a:pt x="567" y="1063"/>
                      <a:pt x="694" y="1063"/>
                    </a:cubicBezTo>
                    <a:cubicBezTo>
                      <a:pt x="966" y="1063"/>
                      <a:pt x="1230" y="846"/>
                      <a:pt x="1242" y="525"/>
                    </a:cubicBezTo>
                    <a:cubicBezTo>
                      <a:pt x="1242" y="245"/>
                      <a:pt x="997" y="0"/>
                      <a:pt x="7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</p:grpSp>
      </p:grpSp>
      <p:sp>
        <p:nvSpPr>
          <p:cNvPr id="861" name="Google Shape;861;p53"/>
          <p:cNvSpPr txBox="1">
            <a:spLocks noGrp="1"/>
          </p:cNvSpPr>
          <p:nvPr>
            <p:ph type="subTitle" idx="4294967295"/>
          </p:nvPr>
        </p:nvSpPr>
        <p:spPr>
          <a:xfrm rot="539861">
            <a:off x="9651695" y="941880"/>
            <a:ext cx="1759653" cy="530107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algn="ctr" rtl="0">
              <a:spcAft>
                <a:spcPts val="1600"/>
              </a:spcAft>
            </a:pPr>
            <a:r>
              <a:rPr lang="en" sz="2533" dirty="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LLaMa 2</a:t>
            </a:r>
            <a:endParaRPr sz="2533" dirty="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grpSp>
        <p:nvGrpSpPr>
          <p:cNvPr id="862" name="Google Shape;862;p53"/>
          <p:cNvGrpSpPr/>
          <p:nvPr/>
        </p:nvGrpSpPr>
        <p:grpSpPr>
          <a:xfrm rot="1384784">
            <a:off x="-737952" y="5343563"/>
            <a:ext cx="1601931" cy="1601931"/>
            <a:chOff x="7403523" y="426396"/>
            <a:chExt cx="843600" cy="843600"/>
          </a:xfrm>
        </p:grpSpPr>
        <p:sp>
          <p:nvSpPr>
            <p:cNvPr id="863" name="Google Shape;863;p53"/>
            <p:cNvSpPr/>
            <p:nvPr/>
          </p:nvSpPr>
          <p:spPr>
            <a:xfrm>
              <a:off x="7403523" y="426396"/>
              <a:ext cx="843600" cy="843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l" rtl="0"/>
              <a:endParaRPr/>
            </a:p>
          </p:txBody>
        </p:sp>
        <p:grpSp>
          <p:nvGrpSpPr>
            <p:cNvPr id="864" name="Google Shape;864;p53"/>
            <p:cNvGrpSpPr/>
            <p:nvPr/>
          </p:nvGrpSpPr>
          <p:grpSpPr>
            <a:xfrm>
              <a:off x="7587566" y="627090"/>
              <a:ext cx="475519" cy="442228"/>
              <a:chOff x="6189038" y="2623325"/>
              <a:chExt cx="482075" cy="448325"/>
            </a:xfrm>
          </p:grpSpPr>
          <p:sp>
            <p:nvSpPr>
              <p:cNvPr id="865" name="Google Shape;865;p53"/>
              <p:cNvSpPr/>
              <p:nvPr/>
            </p:nvSpPr>
            <p:spPr>
              <a:xfrm>
                <a:off x="6189038" y="2623325"/>
                <a:ext cx="482075" cy="448325"/>
              </a:xfrm>
              <a:custGeom>
                <a:avLst/>
                <a:gdLst/>
                <a:ahLst/>
                <a:cxnLst/>
                <a:rect l="l" t="t" r="r" b="b"/>
                <a:pathLst>
                  <a:path w="19283" h="17933" extrusionOk="0">
                    <a:moveTo>
                      <a:pt x="7079" y="1051"/>
                    </a:moveTo>
                    <a:cubicBezTo>
                      <a:pt x="8087" y="1051"/>
                      <a:pt x="9078" y="1511"/>
                      <a:pt x="9720" y="2357"/>
                    </a:cubicBezTo>
                    <a:cubicBezTo>
                      <a:pt x="9651" y="2426"/>
                      <a:pt x="9563" y="2496"/>
                      <a:pt x="9493" y="2584"/>
                    </a:cubicBezTo>
                    <a:cubicBezTo>
                      <a:pt x="9102" y="2961"/>
                      <a:pt x="9460" y="3495"/>
                      <a:pt x="9876" y="3495"/>
                    </a:cubicBezTo>
                    <a:cubicBezTo>
                      <a:pt x="10000" y="3495"/>
                      <a:pt x="10129" y="3448"/>
                      <a:pt x="10245" y="3335"/>
                    </a:cubicBezTo>
                    <a:cubicBezTo>
                      <a:pt x="10385" y="3178"/>
                      <a:pt x="10560" y="3056"/>
                      <a:pt x="10734" y="2933"/>
                    </a:cubicBezTo>
                    <a:cubicBezTo>
                      <a:pt x="11247" y="2598"/>
                      <a:pt x="11803" y="2446"/>
                      <a:pt x="12345" y="2446"/>
                    </a:cubicBezTo>
                    <a:cubicBezTo>
                      <a:pt x="13893" y="2446"/>
                      <a:pt x="15327" y="3685"/>
                      <a:pt x="15314" y="5433"/>
                    </a:cubicBezTo>
                    <a:cubicBezTo>
                      <a:pt x="15314" y="5626"/>
                      <a:pt x="15297" y="5835"/>
                      <a:pt x="15262" y="6028"/>
                    </a:cubicBezTo>
                    <a:cubicBezTo>
                      <a:pt x="15197" y="6353"/>
                      <a:pt x="15449" y="6662"/>
                      <a:pt x="15780" y="6662"/>
                    </a:cubicBezTo>
                    <a:cubicBezTo>
                      <a:pt x="15805" y="6662"/>
                      <a:pt x="15831" y="6661"/>
                      <a:pt x="15856" y="6657"/>
                    </a:cubicBezTo>
                    <a:cubicBezTo>
                      <a:pt x="17098" y="6657"/>
                      <a:pt x="18129" y="7671"/>
                      <a:pt x="18129" y="8929"/>
                    </a:cubicBezTo>
                    <a:cubicBezTo>
                      <a:pt x="18129" y="10188"/>
                      <a:pt x="17098" y="11202"/>
                      <a:pt x="15856" y="11202"/>
                    </a:cubicBezTo>
                    <a:lnTo>
                      <a:pt x="15664" y="11202"/>
                    </a:lnTo>
                    <a:lnTo>
                      <a:pt x="15664" y="8999"/>
                    </a:lnTo>
                    <a:cubicBezTo>
                      <a:pt x="15664" y="8702"/>
                      <a:pt x="15419" y="8475"/>
                      <a:pt x="15140" y="8475"/>
                    </a:cubicBezTo>
                    <a:lnTo>
                      <a:pt x="5333" y="8475"/>
                    </a:lnTo>
                    <a:cubicBezTo>
                      <a:pt x="5053" y="8475"/>
                      <a:pt x="4808" y="8702"/>
                      <a:pt x="4808" y="8999"/>
                    </a:cubicBezTo>
                    <a:lnTo>
                      <a:pt x="4808" y="11202"/>
                    </a:lnTo>
                    <a:cubicBezTo>
                      <a:pt x="2448" y="11045"/>
                      <a:pt x="1487" y="8090"/>
                      <a:pt x="3305" y="6570"/>
                    </a:cubicBezTo>
                    <a:lnTo>
                      <a:pt x="3305" y="6570"/>
                    </a:lnTo>
                    <a:cubicBezTo>
                      <a:pt x="3497" y="6902"/>
                      <a:pt x="3724" y="7199"/>
                      <a:pt x="3987" y="7461"/>
                    </a:cubicBezTo>
                    <a:cubicBezTo>
                      <a:pt x="4106" y="7580"/>
                      <a:pt x="4237" y="7630"/>
                      <a:pt x="4362" y="7630"/>
                    </a:cubicBezTo>
                    <a:cubicBezTo>
                      <a:pt x="4771" y="7630"/>
                      <a:pt x="5113" y="7101"/>
                      <a:pt x="4738" y="6727"/>
                    </a:cubicBezTo>
                    <a:cubicBezTo>
                      <a:pt x="4424" y="6412"/>
                      <a:pt x="4161" y="6028"/>
                      <a:pt x="4004" y="5608"/>
                    </a:cubicBezTo>
                    <a:cubicBezTo>
                      <a:pt x="3375" y="4052"/>
                      <a:pt x="4004" y="2304"/>
                      <a:pt x="5455" y="1482"/>
                    </a:cubicBezTo>
                    <a:cubicBezTo>
                      <a:pt x="5964" y="1191"/>
                      <a:pt x="6524" y="1051"/>
                      <a:pt x="7079" y="1051"/>
                    </a:cubicBezTo>
                    <a:close/>
                    <a:moveTo>
                      <a:pt x="14615" y="9524"/>
                    </a:moveTo>
                    <a:lnTo>
                      <a:pt x="14615" y="16027"/>
                    </a:lnTo>
                    <a:lnTo>
                      <a:pt x="12378" y="13545"/>
                    </a:lnTo>
                    <a:cubicBezTo>
                      <a:pt x="12273" y="13440"/>
                      <a:pt x="12133" y="13370"/>
                      <a:pt x="11976" y="13370"/>
                    </a:cubicBezTo>
                    <a:cubicBezTo>
                      <a:pt x="11836" y="13370"/>
                      <a:pt x="11696" y="13440"/>
                      <a:pt x="11591" y="13545"/>
                    </a:cubicBezTo>
                    <a:lnTo>
                      <a:pt x="9808" y="15520"/>
                    </a:lnTo>
                    <a:lnTo>
                      <a:pt x="8497" y="14209"/>
                    </a:lnTo>
                    <a:cubicBezTo>
                      <a:pt x="8392" y="14104"/>
                      <a:pt x="8256" y="14051"/>
                      <a:pt x="8121" y="14051"/>
                    </a:cubicBezTo>
                    <a:cubicBezTo>
                      <a:pt x="7985" y="14051"/>
                      <a:pt x="7850" y="14104"/>
                      <a:pt x="7745" y="14209"/>
                    </a:cubicBezTo>
                    <a:lnTo>
                      <a:pt x="5875" y="16132"/>
                    </a:lnTo>
                    <a:lnTo>
                      <a:pt x="5875" y="9524"/>
                    </a:lnTo>
                    <a:close/>
                    <a:moveTo>
                      <a:pt x="8130" y="15345"/>
                    </a:moveTo>
                    <a:lnTo>
                      <a:pt x="9109" y="16324"/>
                    </a:lnTo>
                    <a:lnTo>
                      <a:pt x="8602" y="16883"/>
                    </a:lnTo>
                    <a:lnTo>
                      <a:pt x="6609" y="16883"/>
                    </a:lnTo>
                    <a:lnTo>
                      <a:pt x="8130" y="15345"/>
                    </a:lnTo>
                    <a:close/>
                    <a:moveTo>
                      <a:pt x="11993" y="14698"/>
                    </a:moveTo>
                    <a:lnTo>
                      <a:pt x="13951" y="16883"/>
                    </a:lnTo>
                    <a:lnTo>
                      <a:pt x="10018" y="16883"/>
                    </a:lnTo>
                    <a:lnTo>
                      <a:pt x="11993" y="14698"/>
                    </a:lnTo>
                    <a:close/>
                    <a:moveTo>
                      <a:pt x="7128" y="1"/>
                    </a:moveTo>
                    <a:cubicBezTo>
                      <a:pt x="4895" y="1"/>
                      <a:pt x="2710" y="1694"/>
                      <a:pt x="2710" y="4384"/>
                    </a:cubicBezTo>
                    <a:cubicBezTo>
                      <a:pt x="2710" y="4786"/>
                      <a:pt x="2763" y="5188"/>
                      <a:pt x="2885" y="5573"/>
                    </a:cubicBezTo>
                    <a:cubicBezTo>
                      <a:pt x="1" y="7583"/>
                      <a:pt x="1312" y="12094"/>
                      <a:pt x="4808" y="12251"/>
                    </a:cubicBezTo>
                    <a:lnTo>
                      <a:pt x="4808" y="17408"/>
                    </a:lnTo>
                    <a:cubicBezTo>
                      <a:pt x="4808" y="17688"/>
                      <a:pt x="5053" y="17932"/>
                      <a:pt x="5333" y="17932"/>
                    </a:cubicBezTo>
                    <a:lnTo>
                      <a:pt x="15140" y="17932"/>
                    </a:lnTo>
                    <a:cubicBezTo>
                      <a:pt x="15419" y="17932"/>
                      <a:pt x="15664" y="17688"/>
                      <a:pt x="15664" y="17408"/>
                    </a:cubicBezTo>
                    <a:lnTo>
                      <a:pt x="15664" y="12251"/>
                    </a:lnTo>
                    <a:lnTo>
                      <a:pt x="15839" y="12251"/>
                    </a:lnTo>
                    <a:cubicBezTo>
                      <a:pt x="17570" y="12251"/>
                      <a:pt x="19003" y="10905"/>
                      <a:pt x="19143" y="9192"/>
                    </a:cubicBezTo>
                    <a:cubicBezTo>
                      <a:pt x="19283" y="7461"/>
                      <a:pt x="18059" y="5905"/>
                      <a:pt x="16363" y="5643"/>
                    </a:cubicBezTo>
                    <a:lnTo>
                      <a:pt x="16363" y="5416"/>
                    </a:lnTo>
                    <a:cubicBezTo>
                      <a:pt x="16350" y="3102"/>
                      <a:pt x="14437" y="1407"/>
                      <a:pt x="12327" y="1407"/>
                    </a:cubicBezTo>
                    <a:cubicBezTo>
                      <a:pt x="11759" y="1407"/>
                      <a:pt x="11176" y="1530"/>
                      <a:pt x="10612" y="1797"/>
                    </a:cubicBezTo>
                    <a:cubicBezTo>
                      <a:pt x="9702" y="556"/>
                      <a:pt x="8407" y="1"/>
                      <a:pt x="71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  <p:sp>
            <p:nvSpPr>
              <p:cNvPr id="866" name="Google Shape;866;p53"/>
              <p:cNvSpPr/>
              <p:nvPr/>
            </p:nvSpPr>
            <p:spPr>
              <a:xfrm>
                <a:off x="6389638" y="2885650"/>
                <a:ext cx="92250" cy="78925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3157" extrusionOk="0">
                    <a:moveTo>
                      <a:pt x="1592" y="1059"/>
                    </a:moveTo>
                    <a:cubicBezTo>
                      <a:pt x="2046" y="1059"/>
                      <a:pt x="2291" y="1618"/>
                      <a:pt x="1959" y="1950"/>
                    </a:cubicBezTo>
                    <a:cubicBezTo>
                      <a:pt x="1850" y="2059"/>
                      <a:pt x="1715" y="2108"/>
                      <a:pt x="1583" y="2108"/>
                    </a:cubicBezTo>
                    <a:cubicBezTo>
                      <a:pt x="1311" y="2108"/>
                      <a:pt x="1050" y="1901"/>
                      <a:pt x="1050" y="1583"/>
                    </a:cubicBezTo>
                    <a:cubicBezTo>
                      <a:pt x="1050" y="1286"/>
                      <a:pt x="1294" y="1059"/>
                      <a:pt x="1592" y="1059"/>
                    </a:cubicBezTo>
                    <a:close/>
                    <a:moveTo>
                      <a:pt x="1593" y="0"/>
                    </a:moveTo>
                    <a:cubicBezTo>
                      <a:pt x="780" y="0"/>
                      <a:pt x="1" y="635"/>
                      <a:pt x="1" y="1583"/>
                    </a:cubicBezTo>
                    <a:cubicBezTo>
                      <a:pt x="1" y="2457"/>
                      <a:pt x="717" y="3156"/>
                      <a:pt x="1592" y="3156"/>
                    </a:cubicBezTo>
                    <a:cubicBezTo>
                      <a:pt x="2990" y="3156"/>
                      <a:pt x="3689" y="1461"/>
                      <a:pt x="2693" y="464"/>
                    </a:cubicBezTo>
                    <a:cubicBezTo>
                      <a:pt x="2372" y="143"/>
                      <a:pt x="1979" y="0"/>
                      <a:pt x="15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l" rtl="0"/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709</Words>
  <Application>Microsoft Office PowerPoint</Application>
  <PresentationFormat>와이드스크린</PresentationFormat>
  <Paragraphs>168</Paragraphs>
  <Slides>30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5" baseType="lpstr">
      <vt:lpstr>Adobe Clean Han ExtraBold</vt:lpstr>
      <vt:lpstr>Jost SemiBold</vt:lpstr>
      <vt:lpstr>MS Mincho</vt:lpstr>
      <vt:lpstr>맑은 고딕</vt:lpstr>
      <vt:lpstr>맑은 고딕</vt:lpstr>
      <vt:lpstr>Amasis MT Pro Black</vt:lpstr>
      <vt:lpstr>Arial</vt:lpstr>
      <vt:lpstr>Bodoni MT Black</vt:lpstr>
      <vt:lpstr>Calibri</vt:lpstr>
      <vt:lpstr>Century Gothic</vt:lpstr>
      <vt:lpstr>Garamond</vt:lpstr>
      <vt:lpstr>Palatino Linotype</vt:lpstr>
      <vt:lpstr>Perpetua Titling MT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Trustworthy Analytics with Generative AI: Four Use Cases for ChatGPT / GPT-4</vt:lpstr>
      <vt:lpstr>PowerPoint 프레젠테이션</vt:lpstr>
      <vt:lpstr>Thank you for your time today</vt:lpstr>
      <vt:lpstr>RAG 세미나</vt:lpstr>
      <vt:lpstr>연사 소개</vt:lpstr>
      <vt:lpstr>Outline</vt:lpstr>
      <vt:lpstr>Chapter 1</vt:lpstr>
      <vt:lpstr>Chapter 2</vt:lpstr>
      <vt:lpstr>Chapter 3</vt:lpstr>
      <vt:lpstr>감사합니다</vt:lpstr>
      <vt:lpstr>1. Agados 기능과 특징</vt:lpstr>
      <vt:lpstr>Biz. Application을 위한 Architecture</vt:lpstr>
      <vt:lpstr>Biz. Application을 위한 디자이너/재조정기</vt:lpstr>
      <vt:lpstr>정보처리 Application에 가시성(Visibilities) 부여하기</vt:lpstr>
      <vt:lpstr>Agados-based Application 를 위한 Benefit</vt:lpstr>
      <vt:lpstr>PowerPoint 프레젠테이션</vt:lpstr>
      <vt:lpstr>Agenda</vt:lpstr>
      <vt:lpstr>PowerPoint 프레젠테이션</vt:lpstr>
      <vt:lpstr>INDEX</vt:lpstr>
      <vt:lpstr>[1] About Statista</vt:lpstr>
      <vt:lpstr>PowerPoint 프레젠테이션</vt:lpstr>
      <vt:lpstr>Jamcracker 소개 시작</vt:lpstr>
      <vt:lpstr>Large Language Model Mata AI -LLaMA 2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준호</cp:lastModifiedBy>
  <cp:revision>23</cp:revision>
  <dcterms:created xsi:type="dcterms:W3CDTF">2025-05-29T02:33:22Z</dcterms:created>
  <dcterms:modified xsi:type="dcterms:W3CDTF">2026-05-18T14:23:54Z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2024-10-29T00:00:00Z</vt:filetime>
  </property>
  <property fmtid="{D5CDD505-2E9C-101B-9397-08002B2CF9AE}" pid="3" name="LastSaved">
    <vt:filetime>2025-05-29T00:00:00Z</vt:filetime>
  </property>
</Properties>
</file>